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307"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8" r:id="rId47"/>
    <p:sldId id="302" r:id="rId48"/>
    <p:sldId id="303" r:id="rId49"/>
    <p:sldId id="304" r:id="rId50"/>
    <p:sldId id="305" r:id="rId51"/>
    <p:sldId id="306" r:id="rId52"/>
  </p:sldIdLst>
  <p:sldSz cx="12169775" cy="70215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11">
          <p15:clr>
            <a:srgbClr val="000000"/>
          </p15:clr>
        </p15:guide>
        <p15:guide id="2" pos="3833">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jJUeea8gqlg+wSIP8m9SZPiY+Lx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918" y="72"/>
      </p:cViewPr>
      <p:guideLst>
        <p:guide orient="horz" pos="2211"/>
        <p:guide pos="38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07000" y="812520"/>
            <a:ext cx="5345280" cy="40089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txBox="1">
            <a:spLocks noGrp="1"/>
          </p:cNvSpPr>
          <p:nvPr>
            <p:ph type="hdr" idx="3"/>
          </p:nvPr>
        </p:nvSpPr>
        <p:spPr>
          <a:xfrm>
            <a:off x="0" y="0"/>
            <a:ext cx="3280680" cy="53424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 name="Google Shape;6;n"/>
          <p:cNvSpPr txBox="1">
            <a:spLocks noGrp="1"/>
          </p:cNvSpPr>
          <p:nvPr>
            <p:ph type="dt" idx="10"/>
          </p:nvPr>
        </p:nvSpPr>
        <p:spPr>
          <a:xfrm>
            <a:off x="4278960" y="0"/>
            <a:ext cx="3280680" cy="53424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10157400"/>
            <a:ext cx="3280680" cy="53424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‹Nº›</a:t>
            </a:fld>
            <a:endParaRPr sz="14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5742156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notes"/>
          <p:cNvSpPr txBox="1"/>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
        <p:nvSpPr>
          <p:cNvPr id="118" name="Google Shape;118;p1:notes"/>
          <p:cNvSpPr txBox="1">
            <a:spLocks noGrp="1"/>
          </p:cNvSpPr>
          <p:nvPr>
            <p:ph type="body" idx="1"/>
          </p:nvPr>
        </p:nvSpPr>
        <p:spPr>
          <a:xfrm>
            <a:off x="685800" y="4400640"/>
            <a:ext cx="5486400" cy="35989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19" name="Google Shape;119;p1:notes"/>
          <p:cNvSpPr/>
          <p:nvPr/>
        </p:nvSpPr>
        <p:spPr>
          <a:xfrm>
            <a:off x="3884760" y="8685360"/>
            <a:ext cx="2971800" cy="457200"/>
          </a:xfrm>
          <a:custGeom>
            <a:avLst/>
            <a:gdLst/>
            <a:ahLst/>
            <a:cxnLst/>
            <a:rect l="l" t="t" r="r" b="b"/>
            <a:pathLst>
              <a:path w="21600" h="21600" extrusionOk="0">
                <a:moveTo>
                  <a:pt x="0" y="0"/>
                </a:moveTo>
                <a:lnTo>
                  <a:pt x="21600" y="0"/>
                </a:lnTo>
                <a:lnTo>
                  <a:pt x="21600" y="21600"/>
                </a:lnTo>
                <a:lnTo>
                  <a:pt x="0" y="21600"/>
                </a:lnTo>
                <a:close/>
              </a:path>
            </a:pathLst>
          </a:custGeom>
          <a:noFill/>
          <a:ln>
            <a:noFill/>
          </a:ln>
        </p:spPr>
      </p:sp>
      <p:sp>
        <p:nvSpPr>
          <p:cNvPr id="120" name="Google Shape;120;p1:notes"/>
          <p:cNvSpPr>
            <a:spLocks noGrp="1" noRot="1" noChangeAspect="1"/>
          </p:cNvSpPr>
          <p:nvPr>
            <p:ph type="sldImg" idx="2"/>
          </p:nvPr>
        </p:nvSpPr>
        <p:spPr>
          <a:xfrm>
            <a:off x="754063" y="1143000"/>
            <a:ext cx="5349875"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
        <p:nvSpPr>
          <p:cNvPr id="129" name="Google Shape;129;p2:notes"/>
          <p:cNvSpPr>
            <a:spLocks noGrp="1" noRot="1" noChangeAspect="1"/>
          </p:cNvSpPr>
          <p:nvPr>
            <p:ph type="sldImg" idx="2"/>
          </p:nvPr>
        </p:nvSpPr>
        <p:spPr>
          <a:xfrm>
            <a:off x="458788" y="685800"/>
            <a:ext cx="59404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 name="Google Shape;130;p2: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31" name="Google Shape;131;p2: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3</a:t>
            </a:fld>
            <a:endParaRPr sz="1400" b="0" i="0" u="none" strike="noStrike" cap="none">
              <a:solidFill>
                <a:srgbClr val="000000"/>
              </a:solidFill>
              <a:latin typeface="Arial"/>
              <a:ea typeface="Arial"/>
              <a:cs typeface="Arial"/>
              <a:sym typeface="Arial"/>
            </a:endParaRPr>
          </a:p>
        </p:txBody>
      </p:sp>
      <p:sp>
        <p:nvSpPr>
          <p:cNvPr id="142" name="Google Shape;142;p3: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43" name="Google Shape;143;p3: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28: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4</a:t>
            </a:fld>
            <a:endParaRPr sz="1400" b="0" i="0" u="none" strike="noStrike" cap="none">
              <a:solidFill>
                <a:srgbClr val="000000"/>
              </a:solidFill>
              <a:latin typeface="Arial"/>
              <a:ea typeface="Arial"/>
              <a:cs typeface="Arial"/>
              <a:sym typeface="Arial"/>
            </a:endParaRPr>
          </a:p>
        </p:txBody>
      </p:sp>
      <p:sp>
        <p:nvSpPr>
          <p:cNvPr id="156" name="Google Shape;156;p128: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57" name="Google Shape;157;p128: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5: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5</a:t>
            </a:fld>
            <a:endParaRPr sz="1400" b="0" i="0" u="none" strike="noStrike" cap="none">
              <a:solidFill>
                <a:srgbClr val="000000"/>
              </a:solidFill>
              <a:latin typeface="Arial"/>
              <a:ea typeface="Arial"/>
              <a:cs typeface="Arial"/>
              <a:sym typeface="Arial"/>
            </a:endParaRPr>
          </a:p>
        </p:txBody>
      </p:sp>
      <p:sp>
        <p:nvSpPr>
          <p:cNvPr id="167" name="Google Shape;167;p5:notes"/>
          <p:cNvSpPr txBox="1">
            <a:spLocks noGrp="1"/>
          </p:cNvSpPr>
          <p:nvPr>
            <p:ph type="body" idx="1"/>
          </p:nvPr>
        </p:nvSpPr>
        <p:spPr>
          <a:xfrm>
            <a:off x="685800" y="4343400"/>
            <a:ext cx="5486040" cy="41144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68" name="Google Shape;168;p5:notes"/>
          <p:cNvSpPr>
            <a:spLocks noGrp="1" noRot="1" noChangeAspect="1"/>
          </p:cNvSpPr>
          <p:nvPr>
            <p:ph type="sldImg" idx="2"/>
          </p:nvPr>
        </p:nvSpPr>
        <p:spPr>
          <a:xfrm>
            <a:off x="458788" y="695325"/>
            <a:ext cx="5940425" cy="34274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6: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6</a:t>
            </a:fld>
            <a:endParaRPr sz="1400" b="0" i="0" u="none" strike="noStrike" cap="none">
              <a:solidFill>
                <a:srgbClr val="000000"/>
              </a:solidFill>
              <a:latin typeface="Arial"/>
              <a:ea typeface="Arial"/>
              <a:cs typeface="Arial"/>
              <a:sym typeface="Arial"/>
            </a:endParaRPr>
          </a:p>
        </p:txBody>
      </p:sp>
      <p:sp>
        <p:nvSpPr>
          <p:cNvPr id="177" name="Google Shape;177;p6: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78" name="Google Shape;178;p6: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7: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Calibri"/>
                <a:ea typeface="Calibri"/>
                <a:cs typeface="Calibri"/>
                <a:sym typeface="Calibri"/>
              </a:rPr>
              <a:t>7</a:t>
            </a:fld>
            <a:endParaRPr sz="1800" b="0" i="0" u="none" strike="noStrike" cap="none">
              <a:solidFill>
                <a:srgbClr val="000000"/>
              </a:solidFill>
              <a:latin typeface="Arial"/>
              <a:ea typeface="Arial"/>
              <a:cs typeface="Arial"/>
              <a:sym typeface="Arial"/>
            </a:endParaRPr>
          </a:p>
        </p:txBody>
      </p:sp>
      <p:sp>
        <p:nvSpPr>
          <p:cNvPr id="188" name="Google Shape;188;p7: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89" name="Google Shape;189;p7: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800"/>
              <a:buFont typeface="Arial"/>
              <a:buNone/>
            </a:pPr>
            <a:fld id="{00000000-1234-1234-1234-123412341234}" type="slidenum">
              <a:rPr lang="es-AR" sz="1800" b="0" i="0" u="none" strike="noStrike" cap="none">
                <a:solidFill>
                  <a:srgbClr val="000000"/>
                </a:solidFill>
                <a:latin typeface="Calibri"/>
                <a:ea typeface="Calibri"/>
                <a:cs typeface="Calibri"/>
                <a:sym typeface="Calibri"/>
              </a:rPr>
              <a:t>8</a:t>
            </a:fld>
            <a:endParaRPr sz="1800" b="0" i="0" u="none" strike="noStrike" cap="none">
              <a:solidFill>
                <a:srgbClr val="000000"/>
              </a:solidFill>
              <a:latin typeface="Arial"/>
              <a:ea typeface="Arial"/>
              <a:cs typeface="Arial"/>
              <a:sym typeface="Arial"/>
            </a:endParaRPr>
          </a:p>
        </p:txBody>
      </p:sp>
      <p:sp>
        <p:nvSpPr>
          <p:cNvPr id="200" name="Google Shape;200;p8: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201" name="Google Shape;201;p8: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9: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9</a:t>
            </a:fld>
            <a:endParaRPr sz="1400" b="0" i="0" u="none" strike="noStrike" cap="none">
              <a:solidFill>
                <a:srgbClr val="000000"/>
              </a:solidFill>
              <a:latin typeface="Arial"/>
              <a:ea typeface="Arial"/>
              <a:cs typeface="Arial"/>
              <a:sym typeface="Arial"/>
            </a:endParaRPr>
          </a:p>
        </p:txBody>
      </p:sp>
      <p:sp>
        <p:nvSpPr>
          <p:cNvPr id="211" name="Google Shape;211;p9: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212" name="Google Shape;212;p9: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10</a:t>
            </a:fld>
            <a:endParaRPr sz="1400" b="0" i="0" u="none" strike="noStrike" cap="none">
              <a:solidFill>
                <a:srgbClr val="000000"/>
              </a:solidFill>
              <a:latin typeface="Arial"/>
              <a:ea typeface="Arial"/>
              <a:cs typeface="Arial"/>
              <a:sym typeface="Arial"/>
            </a:endParaRPr>
          </a:p>
        </p:txBody>
      </p:sp>
      <p:sp>
        <p:nvSpPr>
          <p:cNvPr id="228" name="Google Shape;228;p10:notes"/>
          <p:cNvSpPr txBox="1">
            <a:spLocks noGrp="1"/>
          </p:cNvSpPr>
          <p:nvPr>
            <p:ph type="body" idx="1"/>
          </p:nvPr>
        </p:nvSpPr>
        <p:spPr>
          <a:xfrm>
            <a:off x="685800" y="4343400"/>
            <a:ext cx="5486040" cy="41144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229" name="Google Shape;229;p10: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Arial"/>
                <a:ea typeface="Arial"/>
                <a:cs typeface="Arial"/>
                <a:sym typeface="Arial"/>
              </a:rPr>
              <a:t>10</a:t>
            </a:fld>
            <a:endParaRPr sz="1200" b="0" i="0" u="none" strike="noStrike" cap="none">
              <a:solidFill>
                <a:srgbClr val="000000"/>
              </a:solidFill>
              <a:latin typeface="Arial"/>
              <a:ea typeface="Arial"/>
              <a:cs typeface="Arial"/>
              <a:sym typeface="Arial"/>
            </a:endParaRPr>
          </a:p>
        </p:txBody>
      </p:sp>
      <p:sp>
        <p:nvSpPr>
          <p:cNvPr id="230" name="Google Shape;230;p10:notes"/>
          <p:cNvSpPr>
            <a:spLocks noGrp="1" noRot="1" noChangeAspect="1"/>
          </p:cNvSpPr>
          <p:nvPr>
            <p:ph type="sldImg" idx="2"/>
          </p:nvPr>
        </p:nvSpPr>
        <p:spPr>
          <a:xfrm>
            <a:off x="458788" y="695325"/>
            <a:ext cx="5940425" cy="34274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1: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11</a:t>
            </a:fld>
            <a:endParaRPr sz="1400" b="0" i="0" u="none" strike="noStrike" cap="none">
              <a:solidFill>
                <a:srgbClr val="000000"/>
              </a:solidFill>
              <a:latin typeface="Arial"/>
              <a:ea typeface="Arial"/>
              <a:cs typeface="Arial"/>
              <a:sym typeface="Arial"/>
            </a:endParaRPr>
          </a:p>
        </p:txBody>
      </p:sp>
      <p:sp>
        <p:nvSpPr>
          <p:cNvPr id="241" name="Google Shape;241;p11:notes"/>
          <p:cNvSpPr>
            <a:spLocks noGrp="1" noRot="1" noChangeAspect="1"/>
          </p:cNvSpPr>
          <p:nvPr>
            <p:ph type="sldImg" idx="2"/>
          </p:nvPr>
        </p:nvSpPr>
        <p:spPr>
          <a:xfrm>
            <a:off x="458788" y="685800"/>
            <a:ext cx="5940425"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2" name="Google Shape;242;p11: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243" name="Google Shape;243;p11: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Arial"/>
                <a:ea typeface="Arial"/>
                <a:cs typeface="Arial"/>
                <a:sym typeface="Arial"/>
              </a:rPr>
              <a:t>11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2: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12</a:t>
            </a:fld>
            <a:endParaRPr sz="1400" b="0" i="0" u="none" strike="noStrike" cap="none">
              <a:solidFill>
                <a:srgbClr val="000000"/>
              </a:solidFill>
              <a:latin typeface="Arial"/>
              <a:ea typeface="Arial"/>
              <a:cs typeface="Arial"/>
              <a:sym typeface="Arial"/>
            </a:endParaRPr>
          </a:p>
        </p:txBody>
      </p:sp>
      <p:sp>
        <p:nvSpPr>
          <p:cNvPr id="254" name="Google Shape;254;p12: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255" name="Google Shape;255;p12: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29: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13</a:t>
            </a:fld>
            <a:endParaRPr sz="1400" b="0" i="0" u="none" strike="noStrike" cap="none">
              <a:solidFill>
                <a:srgbClr val="000000"/>
              </a:solidFill>
              <a:latin typeface="Arial"/>
              <a:ea typeface="Arial"/>
              <a:cs typeface="Arial"/>
              <a:sym typeface="Arial"/>
            </a:endParaRPr>
          </a:p>
        </p:txBody>
      </p:sp>
      <p:sp>
        <p:nvSpPr>
          <p:cNvPr id="265" name="Google Shape;265;p129: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266" name="Google Shape;266;p129: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3: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277" name="Google Shape;277;p13: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4: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15</a:t>
            </a:fld>
            <a:endParaRPr sz="1400" b="0" i="0" u="none" strike="noStrike" cap="none">
              <a:solidFill>
                <a:srgbClr val="000000"/>
              </a:solidFill>
              <a:latin typeface="Arial"/>
              <a:ea typeface="Arial"/>
              <a:cs typeface="Arial"/>
              <a:sym typeface="Arial"/>
            </a:endParaRPr>
          </a:p>
        </p:txBody>
      </p:sp>
      <p:sp>
        <p:nvSpPr>
          <p:cNvPr id="286" name="Google Shape;286;p14: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287" name="Google Shape;287;p14: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5: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16</a:t>
            </a:fld>
            <a:endParaRPr sz="1400" b="0" i="0" u="none" strike="noStrike" cap="none">
              <a:solidFill>
                <a:srgbClr val="000000"/>
              </a:solidFill>
              <a:latin typeface="Arial"/>
              <a:ea typeface="Arial"/>
              <a:cs typeface="Arial"/>
              <a:sym typeface="Arial"/>
            </a:endParaRPr>
          </a:p>
        </p:txBody>
      </p:sp>
      <p:sp>
        <p:nvSpPr>
          <p:cNvPr id="297" name="Google Shape;297;p15: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298" name="Google Shape;298;p15: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16: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17</a:t>
            </a:fld>
            <a:endParaRPr sz="1400" b="0" i="0" u="none" strike="noStrike" cap="none">
              <a:solidFill>
                <a:srgbClr val="000000"/>
              </a:solidFill>
              <a:latin typeface="Arial"/>
              <a:ea typeface="Arial"/>
              <a:cs typeface="Arial"/>
              <a:sym typeface="Arial"/>
            </a:endParaRPr>
          </a:p>
        </p:txBody>
      </p:sp>
      <p:sp>
        <p:nvSpPr>
          <p:cNvPr id="308" name="Google Shape;308;p16: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309" name="Google Shape;309;p16: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7: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18</a:t>
            </a:fld>
            <a:endParaRPr sz="1400" b="0" i="0" u="none" strike="noStrike" cap="none">
              <a:solidFill>
                <a:srgbClr val="000000"/>
              </a:solidFill>
              <a:latin typeface="Arial"/>
              <a:ea typeface="Arial"/>
              <a:cs typeface="Arial"/>
              <a:sym typeface="Arial"/>
            </a:endParaRPr>
          </a:p>
        </p:txBody>
      </p:sp>
      <p:sp>
        <p:nvSpPr>
          <p:cNvPr id="325" name="Google Shape;325;p17: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326" name="Google Shape;326;p17: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8: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19</a:t>
            </a:fld>
            <a:endParaRPr sz="1400" b="0" i="0" u="none" strike="noStrike" cap="none">
              <a:solidFill>
                <a:srgbClr val="000000"/>
              </a:solidFill>
              <a:latin typeface="Arial"/>
              <a:ea typeface="Arial"/>
              <a:cs typeface="Arial"/>
              <a:sym typeface="Arial"/>
            </a:endParaRPr>
          </a:p>
        </p:txBody>
      </p:sp>
      <p:sp>
        <p:nvSpPr>
          <p:cNvPr id="336" name="Google Shape;336;p18: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337" name="Google Shape;337;p18: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30: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20</a:t>
            </a:fld>
            <a:endParaRPr sz="1400" b="0" i="0" u="none" strike="noStrike" cap="none">
              <a:solidFill>
                <a:srgbClr val="000000"/>
              </a:solidFill>
              <a:latin typeface="Arial"/>
              <a:ea typeface="Arial"/>
              <a:cs typeface="Arial"/>
              <a:sym typeface="Arial"/>
            </a:endParaRPr>
          </a:p>
        </p:txBody>
      </p:sp>
      <p:sp>
        <p:nvSpPr>
          <p:cNvPr id="355" name="Google Shape;355;p130: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356" name="Google Shape;356;p130: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31: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21</a:t>
            </a:fld>
            <a:endParaRPr sz="1400" b="0" i="0" u="none" strike="noStrike" cap="none">
              <a:solidFill>
                <a:srgbClr val="000000"/>
              </a:solidFill>
              <a:latin typeface="Arial"/>
              <a:ea typeface="Arial"/>
              <a:cs typeface="Arial"/>
              <a:sym typeface="Arial"/>
            </a:endParaRPr>
          </a:p>
        </p:txBody>
      </p:sp>
      <p:sp>
        <p:nvSpPr>
          <p:cNvPr id="367" name="Google Shape;367;p131: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368" name="Google Shape;368;p131: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32: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22</a:t>
            </a:fld>
            <a:endParaRPr sz="1400" b="0" i="0" u="none" strike="noStrike" cap="none">
              <a:solidFill>
                <a:srgbClr val="000000"/>
              </a:solidFill>
              <a:latin typeface="Arial"/>
              <a:ea typeface="Arial"/>
              <a:cs typeface="Arial"/>
              <a:sym typeface="Arial"/>
            </a:endParaRPr>
          </a:p>
        </p:txBody>
      </p:sp>
      <p:sp>
        <p:nvSpPr>
          <p:cNvPr id="379" name="Google Shape;379;p132: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380" name="Google Shape;380;p132: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33: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23</a:t>
            </a:fld>
            <a:endParaRPr sz="1400" b="0" i="0" u="none" strike="noStrike" cap="none">
              <a:solidFill>
                <a:srgbClr val="000000"/>
              </a:solidFill>
              <a:latin typeface="Arial"/>
              <a:ea typeface="Arial"/>
              <a:cs typeface="Arial"/>
              <a:sym typeface="Arial"/>
            </a:endParaRPr>
          </a:p>
        </p:txBody>
      </p:sp>
      <p:sp>
        <p:nvSpPr>
          <p:cNvPr id="392" name="Google Shape;392;p133: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393" name="Google Shape;393;p133: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34: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24</a:t>
            </a:fld>
            <a:endParaRPr sz="1400" b="0" i="0" u="none" strike="noStrike" cap="none">
              <a:solidFill>
                <a:srgbClr val="000000"/>
              </a:solidFill>
              <a:latin typeface="Arial"/>
              <a:ea typeface="Arial"/>
              <a:cs typeface="Arial"/>
              <a:sym typeface="Arial"/>
            </a:endParaRPr>
          </a:p>
        </p:txBody>
      </p:sp>
      <p:sp>
        <p:nvSpPr>
          <p:cNvPr id="403" name="Google Shape;403;p134: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404" name="Google Shape;404;p134: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135: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25</a:t>
            </a:fld>
            <a:endParaRPr sz="1400" b="0" i="0" u="none" strike="noStrike" cap="none">
              <a:solidFill>
                <a:srgbClr val="000000"/>
              </a:solidFill>
              <a:latin typeface="Arial"/>
              <a:ea typeface="Arial"/>
              <a:cs typeface="Arial"/>
              <a:sym typeface="Arial"/>
            </a:endParaRPr>
          </a:p>
        </p:txBody>
      </p:sp>
      <p:sp>
        <p:nvSpPr>
          <p:cNvPr id="415" name="Google Shape;415;p135: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416" name="Google Shape;416;p135: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36: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26</a:t>
            </a:fld>
            <a:endParaRPr sz="1400" b="0" i="0" u="none" strike="noStrike" cap="none">
              <a:solidFill>
                <a:srgbClr val="000000"/>
              </a:solidFill>
              <a:latin typeface="Arial"/>
              <a:ea typeface="Arial"/>
              <a:cs typeface="Arial"/>
              <a:sym typeface="Arial"/>
            </a:endParaRPr>
          </a:p>
        </p:txBody>
      </p:sp>
      <p:sp>
        <p:nvSpPr>
          <p:cNvPr id="426" name="Google Shape;426;p136: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427" name="Google Shape;427;p136: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37: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27</a:t>
            </a:fld>
            <a:endParaRPr sz="1400" b="0" i="0" u="none" strike="noStrike" cap="none">
              <a:solidFill>
                <a:srgbClr val="000000"/>
              </a:solidFill>
              <a:latin typeface="Arial"/>
              <a:ea typeface="Arial"/>
              <a:cs typeface="Arial"/>
              <a:sym typeface="Arial"/>
            </a:endParaRPr>
          </a:p>
        </p:txBody>
      </p:sp>
      <p:sp>
        <p:nvSpPr>
          <p:cNvPr id="437" name="Google Shape;437;p137: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438" name="Google Shape;438;p137: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138: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28</a:t>
            </a:fld>
            <a:endParaRPr sz="1400" b="0" i="0" u="none" strike="noStrike" cap="none">
              <a:solidFill>
                <a:srgbClr val="000000"/>
              </a:solidFill>
              <a:latin typeface="Arial"/>
              <a:ea typeface="Arial"/>
              <a:cs typeface="Arial"/>
              <a:sym typeface="Arial"/>
            </a:endParaRPr>
          </a:p>
        </p:txBody>
      </p:sp>
      <p:sp>
        <p:nvSpPr>
          <p:cNvPr id="448" name="Google Shape;448;p138:notes"/>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449" name="Google Shape;449;p138:notes"/>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a:extLst>
            <a:ext uri="{FF2B5EF4-FFF2-40B4-BE49-F238E27FC236}">
              <a16:creationId xmlns:a16="http://schemas.microsoft.com/office/drawing/2014/main" id="{F236D5A8-967C-B006-9CFE-CE1EC93250A0}"/>
            </a:ext>
          </a:extLst>
        </p:cNvPr>
        <p:cNvGrpSpPr/>
        <p:nvPr/>
      </p:nvGrpSpPr>
      <p:grpSpPr>
        <a:xfrm>
          <a:off x="0" y="0"/>
          <a:ext cx="0" cy="0"/>
          <a:chOff x="0" y="0"/>
          <a:chExt cx="0" cy="0"/>
        </a:xfrm>
      </p:grpSpPr>
      <p:sp>
        <p:nvSpPr>
          <p:cNvPr id="447" name="Google Shape;447;p138:notes">
            <a:extLst>
              <a:ext uri="{FF2B5EF4-FFF2-40B4-BE49-F238E27FC236}">
                <a16:creationId xmlns:a16="http://schemas.microsoft.com/office/drawing/2014/main" id="{FF14FB65-DD78-FFD2-036C-8592EFA33FDD}"/>
              </a:ext>
            </a:extLst>
          </p:cNvPr>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29</a:t>
            </a:fld>
            <a:endParaRPr sz="1400" b="0" i="0" u="none" strike="noStrike" cap="none">
              <a:solidFill>
                <a:srgbClr val="000000"/>
              </a:solidFill>
              <a:latin typeface="Arial"/>
              <a:ea typeface="Arial"/>
              <a:cs typeface="Arial"/>
              <a:sym typeface="Arial"/>
            </a:endParaRPr>
          </a:p>
        </p:txBody>
      </p:sp>
      <p:sp>
        <p:nvSpPr>
          <p:cNvPr id="448" name="Google Shape;448;p138:notes">
            <a:extLst>
              <a:ext uri="{FF2B5EF4-FFF2-40B4-BE49-F238E27FC236}">
                <a16:creationId xmlns:a16="http://schemas.microsoft.com/office/drawing/2014/main" id="{5D40CC44-46D2-FD93-CD88-62DDD3198F98}"/>
              </a:ext>
            </a:extLst>
          </p:cNvPr>
          <p:cNvSpPr txBox="1">
            <a:spLocks noGrp="1"/>
          </p:cNvSpPr>
          <p:nvPr>
            <p:ph type="body" idx="1"/>
          </p:nvPr>
        </p:nvSpPr>
        <p:spPr>
          <a:xfrm>
            <a:off x="756000" y="5078520"/>
            <a:ext cx="6047280" cy="48106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449" name="Google Shape;449;p138:notes">
            <a:extLst>
              <a:ext uri="{FF2B5EF4-FFF2-40B4-BE49-F238E27FC236}">
                <a16:creationId xmlns:a16="http://schemas.microsoft.com/office/drawing/2014/main" id="{75F8362B-A8FF-5BD6-C197-277AD432CC78}"/>
              </a:ext>
            </a:extLst>
          </p:cNvPr>
          <p:cNvSpPr>
            <a:spLocks noGrp="1" noRot="1" noChangeAspect="1"/>
          </p:cNvSpPr>
          <p:nvPr>
            <p:ph type="sldImg" idx="2"/>
          </p:nvPr>
        </p:nvSpPr>
        <p:spPr>
          <a:xfrm>
            <a:off x="306388" y="812800"/>
            <a:ext cx="69469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062665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28:notes"/>
          <p:cNvSpPr txBox="1"/>
          <p:nvPr/>
        </p:nvSpPr>
        <p:spPr>
          <a:xfrm>
            <a:off x="3884760" y="8685360"/>
            <a:ext cx="2971800" cy="45864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AR" sz="1400" b="0" i="0" u="none" strike="noStrike" cap="none">
                <a:solidFill>
                  <a:srgbClr val="000000"/>
                </a:solidFill>
                <a:latin typeface="Arial"/>
                <a:ea typeface="Arial"/>
                <a:cs typeface="Arial"/>
                <a:sym typeface="Arial"/>
              </a:rPr>
              <a:t>30</a:t>
            </a:fld>
            <a:endParaRPr sz="1400" b="0" i="0" u="none" strike="noStrike" cap="none">
              <a:solidFill>
                <a:srgbClr val="000000"/>
              </a:solidFill>
              <a:latin typeface="Arial"/>
              <a:ea typeface="Arial"/>
              <a:cs typeface="Arial"/>
              <a:sym typeface="Arial"/>
            </a:endParaRPr>
          </a:p>
        </p:txBody>
      </p:sp>
      <p:sp>
        <p:nvSpPr>
          <p:cNvPr id="467" name="Google Shape;467;p28:notes"/>
          <p:cNvSpPr txBox="1">
            <a:spLocks noGrp="1"/>
          </p:cNvSpPr>
          <p:nvPr>
            <p:ph type="body" idx="1"/>
          </p:nvPr>
        </p:nvSpPr>
        <p:spPr>
          <a:xfrm>
            <a:off x="685800" y="4400640"/>
            <a:ext cx="5486400" cy="35989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468" name="Google Shape;468;p28:notes"/>
          <p:cNvSpPr/>
          <p:nvPr/>
        </p:nvSpPr>
        <p:spPr>
          <a:xfrm>
            <a:off x="3884760" y="8685360"/>
            <a:ext cx="2971800" cy="457200"/>
          </a:xfrm>
          <a:custGeom>
            <a:avLst/>
            <a:gdLst/>
            <a:ahLst/>
            <a:cxnLst/>
            <a:rect l="l" t="t" r="r" b="b"/>
            <a:pathLst>
              <a:path w="21600" h="21600" extrusionOk="0">
                <a:moveTo>
                  <a:pt x="0" y="0"/>
                </a:moveTo>
                <a:lnTo>
                  <a:pt x="21600" y="0"/>
                </a:lnTo>
                <a:lnTo>
                  <a:pt x="21600" y="21600"/>
                </a:lnTo>
                <a:lnTo>
                  <a:pt x="0" y="21600"/>
                </a:lnTo>
                <a:close/>
              </a:path>
            </a:pathLst>
          </a:custGeom>
          <a:noFill/>
          <a:ln>
            <a:noFill/>
          </a:ln>
        </p:spPr>
      </p:sp>
      <p:sp>
        <p:nvSpPr>
          <p:cNvPr id="469" name="Google Shape;469;p28:notes"/>
          <p:cNvSpPr>
            <a:spLocks noGrp="1" noRot="1" noChangeAspect="1"/>
          </p:cNvSpPr>
          <p:nvPr>
            <p:ph type="sldImg" idx="2"/>
          </p:nvPr>
        </p:nvSpPr>
        <p:spPr>
          <a:xfrm>
            <a:off x="754063" y="1143000"/>
            <a:ext cx="5349875"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29: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480" name="Google Shape;480;p29: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30: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30: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31: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00" name="Google Shape;500;p31: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2: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15" name="Google Shape;515;p32: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33:notes"/>
          <p:cNvSpPr>
            <a:spLocks noGrp="1" noRot="1" noChangeAspect="1"/>
          </p:cNvSpPr>
          <p:nvPr>
            <p:ph type="sldImg" idx="2"/>
          </p:nvPr>
        </p:nvSpPr>
        <p:spPr>
          <a:xfrm>
            <a:off x="755650" y="1143000"/>
            <a:ext cx="5345113" cy="30845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9" name="Google Shape;529;p33:notes"/>
          <p:cNvSpPr txBox="1">
            <a:spLocks noGrp="1"/>
          </p:cNvSpPr>
          <p:nvPr>
            <p:ph type="body" idx="1"/>
          </p:nvPr>
        </p:nvSpPr>
        <p:spPr>
          <a:xfrm>
            <a:off x="685800" y="4400640"/>
            <a:ext cx="5485320" cy="35992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530" name="Google Shape;530;p33:notes"/>
          <p:cNvSpPr/>
          <p:nvPr/>
        </p:nvSpPr>
        <p:spPr>
          <a:xfrm>
            <a:off x="3884760" y="8685360"/>
            <a:ext cx="2970720" cy="45756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AR" sz="1200" b="0" i="0" u="none" strike="noStrike" cap="none">
                <a:solidFill>
                  <a:srgbClr val="000000"/>
                </a:solidFill>
                <a:latin typeface="Calibri"/>
                <a:ea typeface="Calibri"/>
                <a:cs typeface="Calibri"/>
                <a:sym typeface="Calibri"/>
              </a:rPr>
              <a:t>35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35: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43" name="Google Shape;543;p35: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139: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53" name="Google Shape;553;p139: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40: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64" name="Google Shape;564;p140: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141: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75" name="Google Shape;575;p141: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142: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86" name="Google Shape;586;p142: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143: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596" name="Google Shape;596;p143: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144: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607" name="Google Shape;607;p144: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145: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619" name="Google Shape;619;p145: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146: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630" name="Google Shape;630;p146: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147: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642" name="Google Shape;642;p147: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a:extLst>
            <a:ext uri="{FF2B5EF4-FFF2-40B4-BE49-F238E27FC236}">
              <a16:creationId xmlns:a16="http://schemas.microsoft.com/office/drawing/2014/main" id="{60D89D58-1F29-22F7-41E0-F8A075224BD8}"/>
            </a:ext>
          </a:extLst>
        </p:cNvPr>
        <p:cNvGrpSpPr/>
        <p:nvPr/>
      </p:nvGrpSpPr>
      <p:grpSpPr>
        <a:xfrm>
          <a:off x="0" y="0"/>
          <a:ext cx="0" cy="0"/>
          <a:chOff x="0" y="0"/>
          <a:chExt cx="0" cy="0"/>
        </a:xfrm>
      </p:grpSpPr>
      <p:sp>
        <p:nvSpPr>
          <p:cNvPr id="641" name="Google Shape;641;p147:notes">
            <a:extLst>
              <a:ext uri="{FF2B5EF4-FFF2-40B4-BE49-F238E27FC236}">
                <a16:creationId xmlns:a16="http://schemas.microsoft.com/office/drawing/2014/main" id="{36C92140-9EAD-3256-3B55-6ADEBD26F041}"/>
              </a:ext>
            </a:extLst>
          </p:cNvPr>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642" name="Google Shape;642;p147:notes">
            <a:extLst>
              <a:ext uri="{FF2B5EF4-FFF2-40B4-BE49-F238E27FC236}">
                <a16:creationId xmlns:a16="http://schemas.microsoft.com/office/drawing/2014/main" id="{5161FF28-89AC-FAD2-0982-3997E807BAE0}"/>
              </a:ext>
            </a:extLst>
          </p:cNvPr>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0838978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148: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661" name="Google Shape;661;p148: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149: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672" name="Google Shape;672;p149: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50: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50: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151: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694" name="Google Shape;694;p151: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152: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a:p>
        </p:txBody>
      </p:sp>
      <p:sp>
        <p:nvSpPr>
          <p:cNvPr id="705" name="Google Shape;705;p152:notes"/>
          <p:cNvSpPr>
            <a:spLocks noGrp="1" noRot="1" noChangeAspect="1"/>
          </p:cNvSpPr>
          <p:nvPr>
            <p:ph type="sldImg" idx="2"/>
          </p:nvPr>
        </p:nvSpPr>
        <p:spPr>
          <a:xfrm>
            <a:off x="306388" y="812800"/>
            <a:ext cx="6945312"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con pie" type="title">
  <p:cSld name="TITLE">
    <p:spTree>
      <p:nvGrpSpPr>
        <p:cNvPr id="1" name="Shape 19"/>
        <p:cNvGrpSpPr/>
        <p:nvPr/>
      </p:nvGrpSpPr>
      <p:grpSpPr>
        <a:xfrm>
          <a:off x="0" y="0"/>
          <a:ext cx="0" cy="0"/>
          <a:chOff x="0" y="0"/>
          <a:chExt cx="0" cy="0"/>
        </a:xfrm>
      </p:grpSpPr>
      <p:sp>
        <p:nvSpPr>
          <p:cNvPr id="20" name="Google Shape;20;p154"/>
          <p:cNvSpPr/>
          <p:nvPr/>
        </p:nvSpPr>
        <p:spPr>
          <a:xfrm>
            <a:off x="3170" y="6553412"/>
            <a:ext cx="12166606" cy="468101"/>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54"/>
          <p:cNvSpPr/>
          <p:nvPr/>
        </p:nvSpPr>
        <p:spPr>
          <a:xfrm>
            <a:off x="0" y="6485147"/>
            <a:ext cx="12166606" cy="6501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 name="Google Shape;22;p154"/>
          <p:cNvCxnSpPr/>
          <p:nvPr/>
        </p:nvCxnSpPr>
        <p:spPr>
          <a:xfrm>
            <a:off x="1205886" y="4446958"/>
            <a:ext cx="9857834" cy="0"/>
          </a:xfrm>
          <a:prstGeom prst="straightConnector1">
            <a:avLst/>
          </a:prstGeom>
          <a:noFill/>
          <a:ln w="9525" cap="flat" cmpd="sng">
            <a:solidFill>
              <a:srgbClr val="7F7F7F"/>
            </a:solidFill>
            <a:prstDash val="solid"/>
            <a:round/>
            <a:headEnd type="none" w="sm" len="sm"/>
            <a:tailEnd type="none" w="sm" len="sm"/>
          </a:ln>
        </p:spPr>
      </p:cxnSp>
      <p:sp>
        <p:nvSpPr>
          <p:cNvPr id="23" name="Google Shape;23;p154"/>
          <p:cNvSpPr txBox="1">
            <a:spLocks noGrp="1"/>
          </p:cNvSpPr>
          <p:nvPr>
            <p:ph type="ctrTitle"/>
          </p:nvPr>
        </p:nvSpPr>
        <p:spPr>
          <a:xfrm>
            <a:off x="1095280" y="777047"/>
            <a:ext cx="10040064" cy="365118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1400"/>
              <a:buNone/>
              <a:defRPr sz="7187">
                <a:solidFill>
                  <a:srgbClr val="262626"/>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24" name="Google Shape;24;p154"/>
          <p:cNvSpPr txBox="1">
            <a:spLocks noGrp="1"/>
          </p:cNvSpPr>
          <p:nvPr>
            <p:ph type="subTitle" idx="1"/>
          </p:nvPr>
        </p:nvSpPr>
        <p:spPr>
          <a:xfrm>
            <a:off x="1098046" y="4561854"/>
            <a:ext cx="10040064" cy="117025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198"/>
              </a:spcBef>
              <a:spcAft>
                <a:spcPts val="0"/>
              </a:spcAft>
              <a:buSzPts val="2396"/>
              <a:buNone/>
              <a:defRPr sz="2396" cap="none">
                <a:solidFill>
                  <a:schemeClr val="dk2"/>
                </a:solidFill>
                <a:latin typeface="Calibri"/>
                <a:ea typeface="Calibri"/>
                <a:cs typeface="Calibri"/>
                <a:sym typeface="Calibri"/>
              </a:defRPr>
            </a:lvl1pPr>
            <a:lvl2pPr lvl="1" algn="ctr">
              <a:lnSpc>
                <a:spcPct val="90000"/>
              </a:lnSpc>
              <a:spcBef>
                <a:spcPts val="200"/>
              </a:spcBef>
              <a:spcAft>
                <a:spcPts val="0"/>
              </a:spcAft>
              <a:buSzPts val="2396"/>
              <a:buNone/>
              <a:defRPr sz="2396"/>
            </a:lvl2pPr>
            <a:lvl3pPr lvl="2" algn="ctr">
              <a:lnSpc>
                <a:spcPct val="90000"/>
              </a:lnSpc>
              <a:spcBef>
                <a:spcPts val="399"/>
              </a:spcBef>
              <a:spcAft>
                <a:spcPts val="0"/>
              </a:spcAft>
              <a:buSzPts val="2396"/>
              <a:buNone/>
              <a:defRPr sz="2396"/>
            </a:lvl3pPr>
            <a:lvl4pPr lvl="3" algn="ctr">
              <a:lnSpc>
                <a:spcPct val="90000"/>
              </a:lnSpc>
              <a:spcBef>
                <a:spcPts val="399"/>
              </a:spcBef>
              <a:spcAft>
                <a:spcPts val="0"/>
              </a:spcAft>
              <a:buSzPts val="1996"/>
              <a:buNone/>
              <a:defRPr sz="1995"/>
            </a:lvl4pPr>
            <a:lvl5pPr lvl="4" algn="ctr">
              <a:lnSpc>
                <a:spcPct val="90000"/>
              </a:lnSpc>
              <a:spcBef>
                <a:spcPts val="399"/>
              </a:spcBef>
              <a:spcAft>
                <a:spcPts val="0"/>
              </a:spcAft>
              <a:buSzPts val="1996"/>
              <a:buNone/>
              <a:defRPr sz="1995"/>
            </a:lvl5pPr>
            <a:lvl6pPr lvl="5" algn="ctr">
              <a:lnSpc>
                <a:spcPct val="90000"/>
              </a:lnSpc>
              <a:spcBef>
                <a:spcPts val="399"/>
              </a:spcBef>
              <a:spcAft>
                <a:spcPts val="0"/>
              </a:spcAft>
              <a:buSzPts val="1996"/>
              <a:buNone/>
              <a:defRPr sz="1995"/>
            </a:lvl6pPr>
            <a:lvl7pPr lvl="6" algn="ctr">
              <a:lnSpc>
                <a:spcPct val="90000"/>
              </a:lnSpc>
              <a:spcBef>
                <a:spcPts val="399"/>
              </a:spcBef>
              <a:spcAft>
                <a:spcPts val="0"/>
              </a:spcAft>
              <a:buSzPts val="1996"/>
              <a:buNone/>
              <a:defRPr sz="1995"/>
            </a:lvl7pPr>
            <a:lvl8pPr lvl="7" algn="ctr">
              <a:lnSpc>
                <a:spcPct val="90000"/>
              </a:lnSpc>
              <a:spcBef>
                <a:spcPts val="399"/>
              </a:spcBef>
              <a:spcAft>
                <a:spcPts val="0"/>
              </a:spcAft>
              <a:buSzPts val="1996"/>
              <a:buNone/>
              <a:defRPr sz="1995"/>
            </a:lvl8pPr>
            <a:lvl9pPr lvl="8" algn="ctr">
              <a:lnSpc>
                <a:spcPct val="90000"/>
              </a:lnSpc>
              <a:spcBef>
                <a:spcPts val="399"/>
              </a:spcBef>
              <a:spcAft>
                <a:spcPts val="399"/>
              </a:spcAft>
              <a:buSzPts val="1996"/>
              <a:buNone/>
              <a:defRPr sz="1995"/>
            </a:lvl9pPr>
          </a:lstStyle>
          <a:p>
            <a:endParaRPr/>
          </a:p>
        </p:txBody>
      </p:sp>
      <p:sp>
        <p:nvSpPr>
          <p:cNvPr id="25" name="Google Shape;25;p154"/>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54"/>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54"/>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8"/>
        <p:cNvGrpSpPr/>
        <p:nvPr/>
      </p:nvGrpSpPr>
      <p:grpSpPr>
        <a:xfrm>
          <a:off x="0" y="0"/>
          <a:ext cx="0" cy="0"/>
          <a:chOff x="0" y="0"/>
          <a:chExt cx="0" cy="0"/>
        </a:xfrm>
      </p:grpSpPr>
      <p:sp>
        <p:nvSpPr>
          <p:cNvPr id="29" name="Google Shape;29;p155"/>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sz="4392"/>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30" name="Google Shape;30;p155"/>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5"/>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5"/>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33"/>
        <p:cNvGrpSpPr/>
        <p:nvPr/>
      </p:nvGrpSpPr>
      <p:grpSpPr>
        <a:xfrm>
          <a:off x="0" y="0"/>
          <a:ext cx="0" cy="0"/>
          <a:chOff x="0" y="0"/>
          <a:chExt cx="0" cy="0"/>
        </a:xfrm>
      </p:grpSpPr>
      <p:sp>
        <p:nvSpPr>
          <p:cNvPr id="34" name="Google Shape;34;p156"/>
          <p:cNvSpPr/>
          <p:nvPr/>
        </p:nvSpPr>
        <p:spPr>
          <a:xfrm>
            <a:off x="0" y="0"/>
            <a:ext cx="4043915" cy="7021513"/>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156"/>
          <p:cNvSpPr/>
          <p:nvPr/>
        </p:nvSpPr>
        <p:spPr>
          <a:xfrm>
            <a:off x="4032823" y="0"/>
            <a:ext cx="63384" cy="7021513"/>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156"/>
          <p:cNvSpPr txBox="1">
            <a:spLocks noGrp="1"/>
          </p:cNvSpPr>
          <p:nvPr>
            <p:ph type="title"/>
          </p:nvPr>
        </p:nvSpPr>
        <p:spPr>
          <a:xfrm>
            <a:off x="456367" y="608530"/>
            <a:ext cx="3194566" cy="234050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1400"/>
              <a:buNone/>
              <a:defRPr sz="3593" b="0">
                <a:solidFill>
                  <a:srgbClr val="FFFFFF"/>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37" name="Google Shape;37;p156"/>
          <p:cNvSpPr txBox="1">
            <a:spLocks noGrp="1"/>
          </p:cNvSpPr>
          <p:nvPr>
            <p:ph type="body" idx="1"/>
          </p:nvPr>
        </p:nvSpPr>
        <p:spPr>
          <a:xfrm>
            <a:off x="4791849" y="748961"/>
            <a:ext cx="6480405" cy="538316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198"/>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399"/>
              </a:spcBef>
              <a:spcAft>
                <a:spcPts val="0"/>
              </a:spcAft>
              <a:buSzPts val="1800"/>
              <a:buChar char="◦"/>
              <a:defRPr/>
            </a:lvl3pPr>
            <a:lvl4pPr marL="1828800" lvl="3" indent="-342900" algn="l">
              <a:lnSpc>
                <a:spcPct val="90000"/>
              </a:lnSpc>
              <a:spcBef>
                <a:spcPts val="399"/>
              </a:spcBef>
              <a:spcAft>
                <a:spcPts val="0"/>
              </a:spcAft>
              <a:buSzPts val="1800"/>
              <a:buChar char="◦"/>
              <a:defRPr/>
            </a:lvl4pPr>
            <a:lvl5pPr marL="2286000" lvl="4" indent="-342900" algn="l">
              <a:lnSpc>
                <a:spcPct val="90000"/>
              </a:lnSpc>
              <a:spcBef>
                <a:spcPts val="399"/>
              </a:spcBef>
              <a:spcAft>
                <a:spcPts val="0"/>
              </a:spcAft>
              <a:buSzPts val="1800"/>
              <a:buChar char="◦"/>
              <a:defRPr/>
            </a:lvl5pPr>
            <a:lvl6pPr marL="2743200" lvl="5" indent="-342900" algn="l">
              <a:lnSpc>
                <a:spcPct val="90000"/>
              </a:lnSpc>
              <a:spcBef>
                <a:spcPts val="399"/>
              </a:spcBef>
              <a:spcAft>
                <a:spcPts val="0"/>
              </a:spcAft>
              <a:buSzPts val="1800"/>
              <a:buChar char="◦"/>
              <a:defRPr/>
            </a:lvl6pPr>
            <a:lvl7pPr marL="3200400" lvl="6" indent="-342900" algn="l">
              <a:lnSpc>
                <a:spcPct val="90000"/>
              </a:lnSpc>
              <a:spcBef>
                <a:spcPts val="399"/>
              </a:spcBef>
              <a:spcAft>
                <a:spcPts val="0"/>
              </a:spcAft>
              <a:buSzPts val="1800"/>
              <a:buChar char="◦"/>
              <a:defRPr/>
            </a:lvl7pPr>
            <a:lvl8pPr marL="3657600" lvl="7" indent="-342900" algn="l">
              <a:lnSpc>
                <a:spcPct val="90000"/>
              </a:lnSpc>
              <a:spcBef>
                <a:spcPts val="399"/>
              </a:spcBef>
              <a:spcAft>
                <a:spcPts val="0"/>
              </a:spcAft>
              <a:buSzPts val="1800"/>
              <a:buChar char="◦"/>
              <a:defRPr/>
            </a:lvl8pPr>
            <a:lvl9pPr marL="4114800" lvl="8" indent="-342900" algn="l">
              <a:lnSpc>
                <a:spcPct val="90000"/>
              </a:lnSpc>
              <a:spcBef>
                <a:spcPts val="399"/>
              </a:spcBef>
              <a:spcAft>
                <a:spcPts val="399"/>
              </a:spcAft>
              <a:buSzPts val="1800"/>
              <a:buChar char="◦"/>
              <a:defRPr/>
            </a:lvl9pPr>
          </a:lstStyle>
          <a:p>
            <a:endParaRPr/>
          </a:p>
        </p:txBody>
      </p:sp>
      <p:sp>
        <p:nvSpPr>
          <p:cNvPr id="38" name="Google Shape;38;p156"/>
          <p:cNvSpPr txBox="1">
            <a:spLocks noGrp="1"/>
          </p:cNvSpPr>
          <p:nvPr>
            <p:ph type="body" idx="2"/>
          </p:nvPr>
        </p:nvSpPr>
        <p:spPr>
          <a:xfrm>
            <a:off x="456367" y="2995846"/>
            <a:ext cx="3194566" cy="3459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198"/>
              </a:spcBef>
              <a:spcAft>
                <a:spcPts val="0"/>
              </a:spcAft>
              <a:buSzPts val="1497"/>
              <a:buNone/>
              <a:defRPr sz="1497">
                <a:solidFill>
                  <a:srgbClr val="FFFFFF"/>
                </a:solidFill>
              </a:defRPr>
            </a:lvl1pPr>
            <a:lvl2pPr marL="914400" lvl="1" indent="-228600" algn="l">
              <a:lnSpc>
                <a:spcPct val="90000"/>
              </a:lnSpc>
              <a:spcBef>
                <a:spcPts val="200"/>
              </a:spcBef>
              <a:spcAft>
                <a:spcPts val="0"/>
              </a:spcAft>
              <a:buSzPts val="1198"/>
              <a:buNone/>
              <a:defRPr sz="1198"/>
            </a:lvl2pPr>
            <a:lvl3pPr marL="1371600" lvl="2" indent="-228600" algn="l">
              <a:lnSpc>
                <a:spcPct val="90000"/>
              </a:lnSpc>
              <a:spcBef>
                <a:spcPts val="399"/>
              </a:spcBef>
              <a:spcAft>
                <a:spcPts val="0"/>
              </a:spcAft>
              <a:buSzPts val="998"/>
              <a:buNone/>
              <a:defRPr sz="997"/>
            </a:lvl3pPr>
            <a:lvl4pPr marL="1828800" lvl="3" indent="-228600" algn="l">
              <a:lnSpc>
                <a:spcPct val="90000"/>
              </a:lnSpc>
              <a:spcBef>
                <a:spcPts val="399"/>
              </a:spcBef>
              <a:spcAft>
                <a:spcPts val="0"/>
              </a:spcAft>
              <a:buSzPts val="898"/>
              <a:buNone/>
              <a:defRPr sz="897"/>
            </a:lvl4pPr>
            <a:lvl5pPr marL="2286000" lvl="4" indent="-228600" algn="l">
              <a:lnSpc>
                <a:spcPct val="90000"/>
              </a:lnSpc>
              <a:spcBef>
                <a:spcPts val="399"/>
              </a:spcBef>
              <a:spcAft>
                <a:spcPts val="0"/>
              </a:spcAft>
              <a:buSzPts val="898"/>
              <a:buNone/>
              <a:defRPr sz="897"/>
            </a:lvl5pPr>
            <a:lvl6pPr marL="2743200" lvl="5" indent="-228600" algn="l">
              <a:lnSpc>
                <a:spcPct val="90000"/>
              </a:lnSpc>
              <a:spcBef>
                <a:spcPts val="399"/>
              </a:spcBef>
              <a:spcAft>
                <a:spcPts val="0"/>
              </a:spcAft>
              <a:buSzPts val="898"/>
              <a:buNone/>
              <a:defRPr sz="897"/>
            </a:lvl6pPr>
            <a:lvl7pPr marL="3200400" lvl="6" indent="-228600" algn="l">
              <a:lnSpc>
                <a:spcPct val="90000"/>
              </a:lnSpc>
              <a:spcBef>
                <a:spcPts val="399"/>
              </a:spcBef>
              <a:spcAft>
                <a:spcPts val="0"/>
              </a:spcAft>
              <a:buSzPts val="898"/>
              <a:buNone/>
              <a:defRPr sz="897"/>
            </a:lvl7pPr>
            <a:lvl8pPr marL="3657600" lvl="7" indent="-228600" algn="l">
              <a:lnSpc>
                <a:spcPct val="90000"/>
              </a:lnSpc>
              <a:spcBef>
                <a:spcPts val="399"/>
              </a:spcBef>
              <a:spcAft>
                <a:spcPts val="0"/>
              </a:spcAft>
              <a:buSzPts val="898"/>
              <a:buNone/>
              <a:defRPr sz="897"/>
            </a:lvl8pPr>
            <a:lvl9pPr marL="4114800" lvl="8" indent="-228600" algn="l">
              <a:lnSpc>
                <a:spcPct val="90000"/>
              </a:lnSpc>
              <a:spcBef>
                <a:spcPts val="399"/>
              </a:spcBef>
              <a:spcAft>
                <a:spcPts val="399"/>
              </a:spcAft>
              <a:buSzPts val="898"/>
              <a:buNone/>
              <a:defRPr sz="897"/>
            </a:lvl9pPr>
          </a:lstStyle>
          <a:p>
            <a:endParaRPr/>
          </a:p>
        </p:txBody>
      </p:sp>
      <p:sp>
        <p:nvSpPr>
          <p:cNvPr id="39" name="Google Shape;39;p156"/>
          <p:cNvSpPr txBox="1">
            <a:spLocks noGrp="1"/>
          </p:cNvSpPr>
          <p:nvPr>
            <p:ph type="dt" idx="10"/>
          </p:nvPr>
        </p:nvSpPr>
        <p:spPr>
          <a:xfrm>
            <a:off x="464291" y="6613551"/>
            <a:ext cx="2614600"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56"/>
          <p:cNvSpPr txBox="1">
            <a:spLocks noGrp="1"/>
          </p:cNvSpPr>
          <p:nvPr>
            <p:ph type="ftr" idx="11"/>
          </p:nvPr>
        </p:nvSpPr>
        <p:spPr>
          <a:xfrm>
            <a:off x="4791849" y="6613551"/>
            <a:ext cx="4639727"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56"/>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42"/>
        <p:cNvGrpSpPr/>
        <p:nvPr/>
      </p:nvGrpSpPr>
      <p:grpSpPr>
        <a:xfrm>
          <a:off x="0" y="0"/>
          <a:ext cx="0" cy="0"/>
          <a:chOff x="0" y="0"/>
          <a:chExt cx="0" cy="0"/>
        </a:xfrm>
      </p:grpSpPr>
      <p:sp>
        <p:nvSpPr>
          <p:cNvPr id="43" name="Google Shape;43;p157"/>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sz="4392"/>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44" name="Google Shape;44;p157"/>
          <p:cNvSpPr txBox="1">
            <a:spLocks noGrp="1"/>
          </p:cNvSpPr>
          <p:nvPr>
            <p:ph type="body" idx="1"/>
          </p:nvPr>
        </p:nvSpPr>
        <p:spPr>
          <a:xfrm>
            <a:off x="1094964" y="1890284"/>
            <a:ext cx="10040064" cy="4118637"/>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198"/>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399"/>
              </a:spcBef>
              <a:spcAft>
                <a:spcPts val="0"/>
              </a:spcAft>
              <a:buSzPts val="1800"/>
              <a:buChar char="◦"/>
              <a:defRPr/>
            </a:lvl3pPr>
            <a:lvl4pPr marL="1828800" lvl="3" indent="-342900" algn="l">
              <a:lnSpc>
                <a:spcPct val="90000"/>
              </a:lnSpc>
              <a:spcBef>
                <a:spcPts val="399"/>
              </a:spcBef>
              <a:spcAft>
                <a:spcPts val="0"/>
              </a:spcAft>
              <a:buSzPts val="1800"/>
              <a:buChar char="◦"/>
              <a:defRPr/>
            </a:lvl4pPr>
            <a:lvl5pPr marL="2286000" lvl="4" indent="-342900" algn="l">
              <a:lnSpc>
                <a:spcPct val="90000"/>
              </a:lnSpc>
              <a:spcBef>
                <a:spcPts val="399"/>
              </a:spcBef>
              <a:spcAft>
                <a:spcPts val="0"/>
              </a:spcAft>
              <a:buSzPts val="1800"/>
              <a:buChar char="◦"/>
              <a:defRPr/>
            </a:lvl5pPr>
            <a:lvl6pPr marL="2743200" lvl="5" indent="-342900" algn="l">
              <a:lnSpc>
                <a:spcPct val="90000"/>
              </a:lnSpc>
              <a:spcBef>
                <a:spcPts val="399"/>
              </a:spcBef>
              <a:spcAft>
                <a:spcPts val="0"/>
              </a:spcAft>
              <a:buSzPts val="1800"/>
              <a:buChar char="◦"/>
              <a:defRPr/>
            </a:lvl6pPr>
            <a:lvl7pPr marL="3200400" lvl="6" indent="-342900" algn="l">
              <a:lnSpc>
                <a:spcPct val="90000"/>
              </a:lnSpc>
              <a:spcBef>
                <a:spcPts val="399"/>
              </a:spcBef>
              <a:spcAft>
                <a:spcPts val="0"/>
              </a:spcAft>
              <a:buSzPts val="1800"/>
              <a:buChar char="◦"/>
              <a:defRPr/>
            </a:lvl7pPr>
            <a:lvl8pPr marL="3657600" lvl="7" indent="-342900" algn="l">
              <a:lnSpc>
                <a:spcPct val="90000"/>
              </a:lnSpc>
              <a:spcBef>
                <a:spcPts val="399"/>
              </a:spcBef>
              <a:spcAft>
                <a:spcPts val="0"/>
              </a:spcAft>
              <a:buSzPts val="1800"/>
              <a:buChar char="◦"/>
              <a:defRPr/>
            </a:lvl8pPr>
            <a:lvl9pPr marL="4114800" lvl="8" indent="-342900" algn="l">
              <a:lnSpc>
                <a:spcPct val="90000"/>
              </a:lnSpc>
              <a:spcBef>
                <a:spcPts val="399"/>
              </a:spcBef>
              <a:spcAft>
                <a:spcPts val="399"/>
              </a:spcAft>
              <a:buSzPts val="1800"/>
              <a:buChar char="◦"/>
              <a:defRPr/>
            </a:lvl9pPr>
          </a:lstStyle>
          <a:p>
            <a:endParaRPr/>
          </a:p>
        </p:txBody>
      </p:sp>
      <p:sp>
        <p:nvSpPr>
          <p:cNvPr id="45" name="Google Shape;45;p157"/>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57"/>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57"/>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spTree>
      <p:nvGrpSpPr>
        <p:cNvPr id="1" name="Shape 48"/>
        <p:cNvGrpSpPr/>
        <p:nvPr/>
      </p:nvGrpSpPr>
      <p:grpSpPr>
        <a:xfrm>
          <a:off x="0" y="0"/>
          <a:ext cx="0" cy="0"/>
          <a:chOff x="0" y="0"/>
          <a:chExt cx="0" cy="0"/>
        </a:xfrm>
      </p:grpSpPr>
      <p:sp>
        <p:nvSpPr>
          <p:cNvPr id="49" name="Google Shape;49;p158"/>
          <p:cNvSpPr/>
          <p:nvPr/>
        </p:nvSpPr>
        <p:spPr>
          <a:xfrm>
            <a:off x="3170" y="6553412"/>
            <a:ext cx="12166606" cy="468101"/>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58"/>
          <p:cNvSpPr/>
          <p:nvPr/>
        </p:nvSpPr>
        <p:spPr>
          <a:xfrm>
            <a:off x="0" y="6485147"/>
            <a:ext cx="12166606" cy="6501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1" name="Google Shape;51;p158"/>
          <p:cNvCxnSpPr/>
          <p:nvPr/>
        </p:nvCxnSpPr>
        <p:spPr>
          <a:xfrm>
            <a:off x="1205886" y="4446958"/>
            <a:ext cx="9857834" cy="0"/>
          </a:xfrm>
          <a:prstGeom prst="straightConnector1">
            <a:avLst/>
          </a:prstGeom>
          <a:noFill/>
          <a:ln w="9525" cap="flat" cmpd="sng">
            <a:solidFill>
              <a:srgbClr val="7F7F7F"/>
            </a:solidFill>
            <a:prstDash val="solid"/>
            <a:round/>
            <a:headEnd type="none" w="sm" len="sm"/>
            <a:tailEnd type="none" w="sm" len="sm"/>
          </a:ln>
        </p:spPr>
      </p:cxnSp>
      <p:sp>
        <p:nvSpPr>
          <p:cNvPr id="52" name="Google Shape;52;p158"/>
          <p:cNvSpPr txBox="1">
            <a:spLocks noGrp="1"/>
          </p:cNvSpPr>
          <p:nvPr>
            <p:ph type="title"/>
          </p:nvPr>
        </p:nvSpPr>
        <p:spPr>
          <a:xfrm>
            <a:off x="1095280" y="777047"/>
            <a:ext cx="10040064" cy="365118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1400"/>
              <a:buNone/>
              <a:defRPr sz="7986" b="0">
                <a:solidFill>
                  <a:srgbClr val="262626"/>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53" name="Google Shape;53;p158"/>
          <p:cNvSpPr txBox="1">
            <a:spLocks noGrp="1"/>
          </p:cNvSpPr>
          <p:nvPr>
            <p:ph type="body" idx="1"/>
          </p:nvPr>
        </p:nvSpPr>
        <p:spPr>
          <a:xfrm>
            <a:off x="1095280" y="4559303"/>
            <a:ext cx="10040064" cy="117025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198"/>
              </a:spcBef>
              <a:spcAft>
                <a:spcPts val="0"/>
              </a:spcAft>
              <a:buSzPts val="2396"/>
              <a:buNone/>
              <a:defRPr sz="2396"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797"/>
              <a:buNone/>
              <a:defRPr sz="1796">
                <a:solidFill>
                  <a:srgbClr val="888888"/>
                </a:solidFill>
              </a:defRPr>
            </a:lvl2pPr>
            <a:lvl3pPr marL="1371600" lvl="2" indent="-228600" algn="l">
              <a:lnSpc>
                <a:spcPct val="90000"/>
              </a:lnSpc>
              <a:spcBef>
                <a:spcPts val="399"/>
              </a:spcBef>
              <a:spcAft>
                <a:spcPts val="0"/>
              </a:spcAft>
              <a:buSzPts val="1597"/>
              <a:buNone/>
              <a:defRPr sz="1597">
                <a:solidFill>
                  <a:srgbClr val="888888"/>
                </a:solidFill>
              </a:defRPr>
            </a:lvl3pPr>
            <a:lvl4pPr marL="1828800" lvl="3" indent="-228600" algn="l">
              <a:lnSpc>
                <a:spcPct val="90000"/>
              </a:lnSpc>
              <a:spcBef>
                <a:spcPts val="399"/>
              </a:spcBef>
              <a:spcAft>
                <a:spcPts val="0"/>
              </a:spcAft>
              <a:buSzPts val="1397"/>
              <a:buNone/>
              <a:defRPr sz="1397">
                <a:solidFill>
                  <a:srgbClr val="888888"/>
                </a:solidFill>
              </a:defRPr>
            </a:lvl4pPr>
            <a:lvl5pPr marL="2286000" lvl="4" indent="-228600" algn="l">
              <a:lnSpc>
                <a:spcPct val="90000"/>
              </a:lnSpc>
              <a:spcBef>
                <a:spcPts val="399"/>
              </a:spcBef>
              <a:spcAft>
                <a:spcPts val="0"/>
              </a:spcAft>
              <a:buSzPts val="1397"/>
              <a:buNone/>
              <a:defRPr sz="1397">
                <a:solidFill>
                  <a:srgbClr val="888888"/>
                </a:solidFill>
              </a:defRPr>
            </a:lvl5pPr>
            <a:lvl6pPr marL="2743200" lvl="5" indent="-228600" algn="l">
              <a:lnSpc>
                <a:spcPct val="90000"/>
              </a:lnSpc>
              <a:spcBef>
                <a:spcPts val="399"/>
              </a:spcBef>
              <a:spcAft>
                <a:spcPts val="0"/>
              </a:spcAft>
              <a:buSzPts val="1397"/>
              <a:buNone/>
              <a:defRPr sz="1397">
                <a:solidFill>
                  <a:srgbClr val="888888"/>
                </a:solidFill>
              </a:defRPr>
            </a:lvl6pPr>
            <a:lvl7pPr marL="3200400" lvl="6" indent="-228600" algn="l">
              <a:lnSpc>
                <a:spcPct val="90000"/>
              </a:lnSpc>
              <a:spcBef>
                <a:spcPts val="399"/>
              </a:spcBef>
              <a:spcAft>
                <a:spcPts val="0"/>
              </a:spcAft>
              <a:buSzPts val="1397"/>
              <a:buNone/>
              <a:defRPr sz="1397">
                <a:solidFill>
                  <a:srgbClr val="888888"/>
                </a:solidFill>
              </a:defRPr>
            </a:lvl7pPr>
            <a:lvl8pPr marL="3657600" lvl="7" indent="-228600" algn="l">
              <a:lnSpc>
                <a:spcPct val="90000"/>
              </a:lnSpc>
              <a:spcBef>
                <a:spcPts val="399"/>
              </a:spcBef>
              <a:spcAft>
                <a:spcPts val="0"/>
              </a:spcAft>
              <a:buSzPts val="1397"/>
              <a:buNone/>
              <a:defRPr sz="1397">
                <a:solidFill>
                  <a:srgbClr val="888888"/>
                </a:solidFill>
              </a:defRPr>
            </a:lvl8pPr>
            <a:lvl9pPr marL="4114800" lvl="8" indent="-228600" algn="l">
              <a:lnSpc>
                <a:spcPct val="90000"/>
              </a:lnSpc>
              <a:spcBef>
                <a:spcPts val="399"/>
              </a:spcBef>
              <a:spcAft>
                <a:spcPts val="399"/>
              </a:spcAft>
              <a:buSzPts val="1397"/>
              <a:buNone/>
              <a:defRPr sz="1397">
                <a:solidFill>
                  <a:srgbClr val="888888"/>
                </a:solidFill>
              </a:defRPr>
            </a:lvl9pPr>
          </a:lstStyle>
          <a:p>
            <a:endParaRPr/>
          </a:p>
        </p:txBody>
      </p:sp>
      <p:sp>
        <p:nvSpPr>
          <p:cNvPr id="54" name="Google Shape;54;p158"/>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58"/>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58"/>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57"/>
        <p:cNvGrpSpPr/>
        <p:nvPr/>
      </p:nvGrpSpPr>
      <p:grpSpPr>
        <a:xfrm>
          <a:off x="0" y="0"/>
          <a:ext cx="0" cy="0"/>
          <a:chOff x="0" y="0"/>
          <a:chExt cx="0" cy="0"/>
        </a:xfrm>
      </p:grpSpPr>
      <p:sp>
        <p:nvSpPr>
          <p:cNvPr id="58" name="Google Shape;58;p159"/>
          <p:cNvSpPr txBox="1">
            <a:spLocks noGrp="1"/>
          </p:cNvSpPr>
          <p:nvPr>
            <p:ph type="title"/>
          </p:nvPr>
        </p:nvSpPr>
        <p:spPr>
          <a:xfrm>
            <a:off x="1095280" y="293437"/>
            <a:ext cx="10040064" cy="148534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59" name="Google Shape;59;p159"/>
          <p:cNvSpPr txBox="1">
            <a:spLocks noGrp="1"/>
          </p:cNvSpPr>
          <p:nvPr>
            <p:ph type="body" idx="1"/>
          </p:nvPr>
        </p:nvSpPr>
        <p:spPr>
          <a:xfrm>
            <a:off x="1095279" y="1889741"/>
            <a:ext cx="4928759" cy="4119288"/>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198"/>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399"/>
              </a:spcBef>
              <a:spcAft>
                <a:spcPts val="0"/>
              </a:spcAft>
              <a:buSzPts val="1800"/>
              <a:buChar char="◦"/>
              <a:defRPr/>
            </a:lvl3pPr>
            <a:lvl4pPr marL="1828800" lvl="3" indent="-342900" algn="l">
              <a:lnSpc>
                <a:spcPct val="90000"/>
              </a:lnSpc>
              <a:spcBef>
                <a:spcPts val="399"/>
              </a:spcBef>
              <a:spcAft>
                <a:spcPts val="0"/>
              </a:spcAft>
              <a:buSzPts val="1800"/>
              <a:buChar char="◦"/>
              <a:defRPr/>
            </a:lvl4pPr>
            <a:lvl5pPr marL="2286000" lvl="4" indent="-342900" algn="l">
              <a:lnSpc>
                <a:spcPct val="90000"/>
              </a:lnSpc>
              <a:spcBef>
                <a:spcPts val="399"/>
              </a:spcBef>
              <a:spcAft>
                <a:spcPts val="0"/>
              </a:spcAft>
              <a:buSzPts val="1800"/>
              <a:buChar char="◦"/>
              <a:defRPr/>
            </a:lvl5pPr>
            <a:lvl6pPr marL="2743200" lvl="5" indent="-342900" algn="l">
              <a:lnSpc>
                <a:spcPct val="90000"/>
              </a:lnSpc>
              <a:spcBef>
                <a:spcPts val="399"/>
              </a:spcBef>
              <a:spcAft>
                <a:spcPts val="0"/>
              </a:spcAft>
              <a:buSzPts val="1800"/>
              <a:buChar char="◦"/>
              <a:defRPr/>
            </a:lvl6pPr>
            <a:lvl7pPr marL="3200400" lvl="6" indent="-342900" algn="l">
              <a:lnSpc>
                <a:spcPct val="90000"/>
              </a:lnSpc>
              <a:spcBef>
                <a:spcPts val="399"/>
              </a:spcBef>
              <a:spcAft>
                <a:spcPts val="0"/>
              </a:spcAft>
              <a:buSzPts val="1800"/>
              <a:buChar char="◦"/>
              <a:defRPr/>
            </a:lvl7pPr>
            <a:lvl8pPr marL="3657600" lvl="7" indent="-342900" algn="l">
              <a:lnSpc>
                <a:spcPct val="90000"/>
              </a:lnSpc>
              <a:spcBef>
                <a:spcPts val="399"/>
              </a:spcBef>
              <a:spcAft>
                <a:spcPts val="0"/>
              </a:spcAft>
              <a:buSzPts val="1800"/>
              <a:buChar char="◦"/>
              <a:defRPr/>
            </a:lvl8pPr>
            <a:lvl9pPr marL="4114800" lvl="8" indent="-342900" algn="l">
              <a:lnSpc>
                <a:spcPct val="90000"/>
              </a:lnSpc>
              <a:spcBef>
                <a:spcPts val="399"/>
              </a:spcBef>
              <a:spcAft>
                <a:spcPts val="399"/>
              </a:spcAft>
              <a:buSzPts val="1800"/>
              <a:buChar char="◦"/>
              <a:defRPr/>
            </a:lvl9pPr>
          </a:lstStyle>
          <a:p>
            <a:endParaRPr/>
          </a:p>
        </p:txBody>
      </p:sp>
      <p:sp>
        <p:nvSpPr>
          <p:cNvPr id="60" name="Google Shape;60;p159"/>
          <p:cNvSpPr txBox="1">
            <a:spLocks noGrp="1"/>
          </p:cNvSpPr>
          <p:nvPr>
            <p:ph type="body" idx="2"/>
          </p:nvPr>
        </p:nvSpPr>
        <p:spPr>
          <a:xfrm>
            <a:off x="6206585" y="1889742"/>
            <a:ext cx="4928759" cy="4119288"/>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198"/>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399"/>
              </a:spcBef>
              <a:spcAft>
                <a:spcPts val="0"/>
              </a:spcAft>
              <a:buSzPts val="1800"/>
              <a:buChar char="◦"/>
              <a:defRPr/>
            </a:lvl3pPr>
            <a:lvl4pPr marL="1828800" lvl="3" indent="-342900" algn="l">
              <a:lnSpc>
                <a:spcPct val="90000"/>
              </a:lnSpc>
              <a:spcBef>
                <a:spcPts val="399"/>
              </a:spcBef>
              <a:spcAft>
                <a:spcPts val="0"/>
              </a:spcAft>
              <a:buSzPts val="1800"/>
              <a:buChar char="◦"/>
              <a:defRPr/>
            </a:lvl4pPr>
            <a:lvl5pPr marL="2286000" lvl="4" indent="-342900" algn="l">
              <a:lnSpc>
                <a:spcPct val="90000"/>
              </a:lnSpc>
              <a:spcBef>
                <a:spcPts val="399"/>
              </a:spcBef>
              <a:spcAft>
                <a:spcPts val="0"/>
              </a:spcAft>
              <a:buSzPts val="1800"/>
              <a:buChar char="◦"/>
              <a:defRPr/>
            </a:lvl5pPr>
            <a:lvl6pPr marL="2743200" lvl="5" indent="-342900" algn="l">
              <a:lnSpc>
                <a:spcPct val="90000"/>
              </a:lnSpc>
              <a:spcBef>
                <a:spcPts val="399"/>
              </a:spcBef>
              <a:spcAft>
                <a:spcPts val="0"/>
              </a:spcAft>
              <a:buSzPts val="1800"/>
              <a:buChar char="◦"/>
              <a:defRPr/>
            </a:lvl6pPr>
            <a:lvl7pPr marL="3200400" lvl="6" indent="-342900" algn="l">
              <a:lnSpc>
                <a:spcPct val="90000"/>
              </a:lnSpc>
              <a:spcBef>
                <a:spcPts val="399"/>
              </a:spcBef>
              <a:spcAft>
                <a:spcPts val="0"/>
              </a:spcAft>
              <a:buSzPts val="1800"/>
              <a:buChar char="◦"/>
              <a:defRPr/>
            </a:lvl7pPr>
            <a:lvl8pPr marL="3657600" lvl="7" indent="-342900" algn="l">
              <a:lnSpc>
                <a:spcPct val="90000"/>
              </a:lnSpc>
              <a:spcBef>
                <a:spcPts val="399"/>
              </a:spcBef>
              <a:spcAft>
                <a:spcPts val="0"/>
              </a:spcAft>
              <a:buSzPts val="1800"/>
              <a:buChar char="◦"/>
              <a:defRPr/>
            </a:lvl8pPr>
            <a:lvl9pPr marL="4114800" lvl="8" indent="-342900" algn="l">
              <a:lnSpc>
                <a:spcPct val="90000"/>
              </a:lnSpc>
              <a:spcBef>
                <a:spcPts val="399"/>
              </a:spcBef>
              <a:spcAft>
                <a:spcPts val="399"/>
              </a:spcAft>
              <a:buSzPts val="1800"/>
              <a:buChar char="◦"/>
              <a:defRPr/>
            </a:lvl9pPr>
          </a:lstStyle>
          <a:p>
            <a:endParaRPr/>
          </a:p>
        </p:txBody>
      </p:sp>
      <p:sp>
        <p:nvSpPr>
          <p:cNvPr id="61" name="Google Shape;61;p159"/>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59"/>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59"/>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64"/>
        <p:cNvGrpSpPr/>
        <p:nvPr/>
      </p:nvGrpSpPr>
      <p:grpSpPr>
        <a:xfrm>
          <a:off x="0" y="0"/>
          <a:ext cx="0" cy="0"/>
          <a:chOff x="0" y="0"/>
          <a:chExt cx="0" cy="0"/>
        </a:xfrm>
      </p:grpSpPr>
      <p:sp>
        <p:nvSpPr>
          <p:cNvPr id="65" name="Google Shape;65;p160"/>
          <p:cNvSpPr txBox="1">
            <a:spLocks noGrp="1"/>
          </p:cNvSpPr>
          <p:nvPr>
            <p:ph type="title"/>
          </p:nvPr>
        </p:nvSpPr>
        <p:spPr>
          <a:xfrm>
            <a:off x="1095280" y="293437"/>
            <a:ext cx="10040064" cy="148534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66" name="Google Shape;66;p160"/>
          <p:cNvSpPr txBox="1">
            <a:spLocks noGrp="1"/>
          </p:cNvSpPr>
          <p:nvPr>
            <p:ph type="body" idx="1"/>
          </p:nvPr>
        </p:nvSpPr>
        <p:spPr>
          <a:xfrm>
            <a:off x="1095280" y="1890067"/>
            <a:ext cx="4928759" cy="75383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198"/>
              </a:spcBef>
              <a:spcAft>
                <a:spcPts val="0"/>
              </a:spcAft>
              <a:buSzPts val="1996"/>
              <a:buNone/>
              <a:defRPr sz="1995" b="0" cap="none">
                <a:solidFill>
                  <a:schemeClr val="dk2"/>
                </a:solidFill>
              </a:defRPr>
            </a:lvl1pPr>
            <a:lvl2pPr marL="914400" lvl="1" indent="-228600" algn="l">
              <a:lnSpc>
                <a:spcPct val="90000"/>
              </a:lnSpc>
              <a:spcBef>
                <a:spcPts val="200"/>
              </a:spcBef>
              <a:spcAft>
                <a:spcPts val="0"/>
              </a:spcAft>
              <a:buSzPts val="1996"/>
              <a:buNone/>
              <a:defRPr sz="1995" b="1"/>
            </a:lvl2pPr>
            <a:lvl3pPr marL="1371600" lvl="2" indent="-228600" algn="l">
              <a:lnSpc>
                <a:spcPct val="90000"/>
              </a:lnSpc>
              <a:spcBef>
                <a:spcPts val="399"/>
              </a:spcBef>
              <a:spcAft>
                <a:spcPts val="0"/>
              </a:spcAft>
              <a:buSzPts val="1797"/>
              <a:buNone/>
              <a:defRPr sz="1796" b="1"/>
            </a:lvl3pPr>
            <a:lvl4pPr marL="1828800" lvl="3" indent="-228600" algn="l">
              <a:lnSpc>
                <a:spcPct val="90000"/>
              </a:lnSpc>
              <a:spcBef>
                <a:spcPts val="399"/>
              </a:spcBef>
              <a:spcAft>
                <a:spcPts val="0"/>
              </a:spcAft>
              <a:buSzPts val="1597"/>
              <a:buNone/>
              <a:defRPr sz="1597" b="1"/>
            </a:lvl4pPr>
            <a:lvl5pPr marL="2286000" lvl="4" indent="-228600" algn="l">
              <a:lnSpc>
                <a:spcPct val="90000"/>
              </a:lnSpc>
              <a:spcBef>
                <a:spcPts val="399"/>
              </a:spcBef>
              <a:spcAft>
                <a:spcPts val="0"/>
              </a:spcAft>
              <a:buSzPts val="1597"/>
              <a:buNone/>
              <a:defRPr sz="1597" b="1"/>
            </a:lvl5pPr>
            <a:lvl6pPr marL="2743200" lvl="5" indent="-228600" algn="l">
              <a:lnSpc>
                <a:spcPct val="90000"/>
              </a:lnSpc>
              <a:spcBef>
                <a:spcPts val="399"/>
              </a:spcBef>
              <a:spcAft>
                <a:spcPts val="0"/>
              </a:spcAft>
              <a:buSzPts val="1597"/>
              <a:buNone/>
              <a:defRPr sz="1597" b="1"/>
            </a:lvl6pPr>
            <a:lvl7pPr marL="3200400" lvl="6" indent="-228600" algn="l">
              <a:lnSpc>
                <a:spcPct val="90000"/>
              </a:lnSpc>
              <a:spcBef>
                <a:spcPts val="399"/>
              </a:spcBef>
              <a:spcAft>
                <a:spcPts val="0"/>
              </a:spcAft>
              <a:buSzPts val="1597"/>
              <a:buNone/>
              <a:defRPr sz="1597" b="1"/>
            </a:lvl7pPr>
            <a:lvl8pPr marL="3657600" lvl="7" indent="-228600" algn="l">
              <a:lnSpc>
                <a:spcPct val="90000"/>
              </a:lnSpc>
              <a:spcBef>
                <a:spcPts val="399"/>
              </a:spcBef>
              <a:spcAft>
                <a:spcPts val="0"/>
              </a:spcAft>
              <a:buSzPts val="1597"/>
              <a:buNone/>
              <a:defRPr sz="1597" b="1"/>
            </a:lvl8pPr>
            <a:lvl9pPr marL="4114800" lvl="8" indent="-228600" algn="l">
              <a:lnSpc>
                <a:spcPct val="90000"/>
              </a:lnSpc>
              <a:spcBef>
                <a:spcPts val="399"/>
              </a:spcBef>
              <a:spcAft>
                <a:spcPts val="399"/>
              </a:spcAft>
              <a:buSzPts val="1597"/>
              <a:buNone/>
              <a:defRPr sz="1597" b="1"/>
            </a:lvl9pPr>
          </a:lstStyle>
          <a:p>
            <a:endParaRPr/>
          </a:p>
        </p:txBody>
      </p:sp>
      <p:sp>
        <p:nvSpPr>
          <p:cNvPr id="67" name="Google Shape;67;p160"/>
          <p:cNvSpPr txBox="1">
            <a:spLocks noGrp="1"/>
          </p:cNvSpPr>
          <p:nvPr>
            <p:ph type="body" idx="2"/>
          </p:nvPr>
        </p:nvSpPr>
        <p:spPr>
          <a:xfrm>
            <a:off x="1095280" y="2643904"/>
            <a:ext cx="4928759" cy="3458745"/>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198"/>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399"/>
              </a:spcBef>
              <a:spcAft>
                <a:spcPts val="0"/>
              </a:spcAft>
              <a:buSzPts val="1800"/>
              <a:buChar char="◦"/>
              <a:defRPr/>
            </a:lvl3pPr>
            <a:lvl4pPr marL="1828800" lvl="3" indent="-342900" algn="l">
              <a:lnSpc>
                <a:spcPct val="90000"/>
              </a:lnSpc>
              <a:spcBef>
                <a:spcPts val="399"/>
              </a:spcBef>
              <a:spcAft>
                <a:spcPts val="0"/>
              </a:spcAft>
              <a:buSzPts val="1800"/>
              <a:buChar char="◦"/>
              <a:defRPr/>
            </a:lvl4pPr>
            <a:lvl5pPr marL="2286000" lvl="4" indent="-342900" algn="l">
              <a:lnSpc>
                <a:spcPct val="90000"/>
              </a:lnSpc>
              <a:spcBef>
                <a:spcPts val="399"/>
              </a:spcBef>
              <a:spcAft>
                <a:spcPts val="0"/>
              </a:spcAft>
              <a:buSzPts val="1800"/>
              <a:buChar char="◦"/>
              <a:defRPr/>
            </a:lvl5pPr>
            <a:lvl6pPr marL="2743200" lvl="5" indent="-342900" algn="l">
              <a:lnSpc>
                <a:spcPct val="90000"/>
              </a:lnSpc>
              <a:spcBef>
                <a:spcPts val="399"/>
              </a:spcBef>
              <a:spcAft>
                <a:spcPts val="0"/>
              </a:spcAft>
              <a:buSzPts val="1800"/>
              <a:buChar char="◦"/>
              <a:defRPr/>
            </a:lvl6pPr>
            <a:lvl7pPr marL="3200400" lvl="6" indent="-342900" algn="l">
              <a:lnSpc>
                <a:spcPct val="90000"/>
              </a:lnSpc>
              <a:spcBef>
                <a:spcPts val="399"/>
              </a:spcBef>
              <a:spcAft>
                <a:spcPts val="0"/>
              </a:spcAft>
              <a:buSzPts val="1800"/>
              <a:buChar char="◦"/>
              <a:defRPr/>
            </a:lvl7pPr>
            <a:lvl8pPr marL="3657600" lvl="7" indent="-342900" algn="l">
              <a:lnSpc>
                <a:spcPct val="90000"/>
              </a:lnSpc>
              <a:spcBef>
                <a:spcPts val="399"/>
              </a:spcBef>
              <a:spcAft>
                <a:spcPts val="0"/>
              </a:spcAft>
              <a:buSzPts val="1800"/>
              <a:buChar char="◦"/>
              <a:defRPr/>
            </a:lvl8pPr>
            <a:lvl9pPr marL="4114800" lvl="8" indent="-342900" algn="l">
              <a:lnSpc>
                <a:spcPct val="90000"/>
              </a:lnSpc>
              <a:spcBef>
                <a:spcPts val="399"/>
              </a:spcBef>
              <a:spcAft>
                <a:spcPts val="399"/>
              </a:spcAft>
              <a:buSzPts val="1800"/>
              <a:buChar char="◦"/>
              <a:defRPr/>
            </a:lvl9pPr>
          </a:lstStyle>
          <a:p>
            <a:endParaRPr/>
          </a:p>
        </p:txBody>
      </p:sp>
      <p:sp>
        <p:nvSpPr>
          <p:cNvPr id="68" name="Google Shape;68;p160"/>
          <p:cNvSpPr txBox="1">
            <a:spLocks noGrp="1"/>
          </p:cNvSpPr>
          <p:nvPr>
            <p:ph type="body" idx="3"/>
          </p:nvPr>
        </p:nvSpPr>
        <p:spPr>
          <a:xfrm>
            <a:off x="6206585" y="1890067"/>
            <a:ext cx="4928759" cy="75383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198"/>
              </a:spcBef>
              <a:spcAft>
                <a:spcPts val="0"/>
              </a:spcAft>
              <a:buSzPts val="1996"/>
              <a:buNone/>
              <a:defRPr sz="1995" b="0" cap="none">
                <a:solidFill>
                  <a:schemeClr val="dk2"/>
                </a:solidFill>
              </a:defRPr>
            </a:lvl1pPr>
            <a:lvl2pPr marL="914400" lvl="1" indent="-228600" algn="l">
              <a:lnSpc>
                <a:spcPct val="90000"/>
              </a:lnSpc>
              <a:spcBef>
                <a:spcPts val="200"/>
              </a:spcBef>
              <a:spcAft>
                <a:spcPts val="0"/>
              </a:spcAft>
              <a:buSzPts val="1996"/>
              <a:buNone/>
              <a:defRPr sz="1995" b="1"/>
            </a:lvl2pPr>
            <a:lvl3pPr marL="1371600" lvl="2" indent="-228600" algn="l">
              <a:lnSpc>
                <a:spcPct val="90000"/>
              </a:lnSpc>
              <a:spcBef>
                <a:spcPts val="399"/>
              </a:spcBef>
              <a:spcAft>
                <a:spcPts val="0"/>
              </a:spcAft>
              <a:buSzPts val="1797"/>
              <a:buNone/>
              <a:defRPr sz="1796" b="1"/>
            </a:lvl3pPr>
            <a:lvl4pPr marL="1828800" lvl="3" indent="-228600" algn="l">
              <a:lnSpc>
                <a:spcPct val="90000"/>
              </a:lnSpc>
              <a:spcBef>
                <a:spcPts val="399"/>
              </a:spcBef>
              <a:spcAft>
                <a:spcPts val="0"/>
              </a:spcAft>
              <a:buSzPts val="1597"/>
              <a:buNone/>
              <a:defRPr sz="1597" b="1"/>
            </a:lvl4pPr>
            <a:lvl5pPr marL="2286000" lvl="4" indent="-228600" algn="l">
              <a:lnSpc>
                <a:spcPct val="90000"/>
              </a:lnSpc>
              <a:spcBef>
                <a:spcPts val="399"/>
              </a:spcBef>
              <a:spcAft>
                <a:spcPts val="0"/>
              </a:spcAft>
              <a:buSzPts val="1597"/>
              <a:buNone/>
              <a:defRPr sz="1597" b="1"/>
            </a:lvl5pPr>
            <a:lvl6pPr marL="2743200" lvl="5" indent="-228600" algn="l">
              <a:lnSpc>
                <a:spcPct val="90000"/>
              </a:lnSpc>
              <a:spcBef>
                <a:spcPts val="399"/>
              </a:spcBef>
              <a:spcAft>
                <a:spcPts val="0"/>
              </a:spcAft>
              <a:buSzPts val="1597"/>
              <a:buNone/>
              <a:defRPr sz="1597" b="1"/>
            </a:lvl6pPr>
            <a:lvl7pPr marL="3200400" lvl="6" indent="-228600" algn="l">
              <a:lnSpc>
                <a:spcPct val="90000"/>
              </a:lnSpc>
              <a:spcBef>
                <a:spcPts val="399"/>
              </a:spcBef>
              <a:spcAft>
                <a:spcPts val="0"/>
              </a:spcAft>
              <a:buSzPts val="1597"/>
              <a:buNone/>
              <a:defRPr sz="1597" b="1"/>
            </a:lvl7pPr>
            <a:lvl8pPr marL="3657600" lvl="7" indent="-228600" algn="l">
              <a:lnSpc>
                <a:spcPct val="90000"/>
              </a:lnSpc>
              <a:spcBef>
                <a:spcPts val="399"/>
              </a:spcBef>
              <a:spcAft>
                <a:spcPts val="0"/>
              </a:spcAft>
              <a:buSzPts val="1597"/>
              <a:buNone/>
              <a:defRPr sz="1597" b="1"/>
            </a:lvl8pPr>
            <a:lvl9pPr marL="4114800" lvl="8" indent="-228600" algn="l">
              <a:lnSpc>
                <a:spcPct val="90000"/>
              </a:lnSpc>
              <a:spcBef>
                <a:spcPts val="399"/>
              </a:spcBef>
              <a:spcAft>
                <a:spcPts val="399"/>
              </a:spcAft>
              <a:buSzPts val="1597"/>
              <a:buNone/>
              <a:defRPr sz="1597" b="1"/>
            </a:lvl9pPr>
          </a:lstStyle>
          <a:p>
            <a:endParaRPr/>
          </a:p>
        </p:txBody>
      </p:sp>
      <p:sp>
        <p:nvSpPr>
          <p:cNvPr id="69" name="Google Shape;69;p160"/>
          <p:cNvSpPr txBox="1">
            <a:spLocks noGrp="1"/>
          </p:cNvSpPr>
          <p:nvPr>
            <p:ph type="body" idx="4"/>
          </p:nvPr>
        </p:nvSpPr>
        <p:spPr>
          <a:xfrm>
            <a:off x="6206585" y="2643904"/>
            <a:ext cx="4928759" cy="3458745"/>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198"/>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399"/>
              </a:spcBef>
              <a:spcAft>
                <a:spcPts val="0"/>
              </a:spcAft>
              <a:buSzPts val="1800"/>
              <a:buChar char="◦"/>
              <a:defRPr/>
            </a:lvl3pPr>
            <a:lvl4pPr marL="1828800" lvl="3" indent="-342900" algn="l">
              <a:lnSpc>
                <a:spcPct val="90000"/>
              </a:lnSpc>
              <a:spcBef>
                <a:spcPts val="399"/>
              </a:spcBef>
              <a:spcAft>
                <a:spcPts val="0"/>
              </a:spcAft>
              <a:buSzPts val="1800"/>
              <a:buChar char="◦"/>
              <a:defRPr/>
            </a:lvl4pPr>
            <a:lvl5pPr marL="2286000" lvl="4" indent="-342900" algn="l">
              <a:lnSpc>
                <a:spcPct val="90000"/>
              </a:lnSpc>
              <a:spcBef>
                <a:spcPts val="399"/>
              </a:spcBef>
              <a:spcAft>
                <a:spcPts val="0"/>
              </a:spcAft>
              <a:buSzPts val="1800"/>
              <a:buChar char="◦"/>
              <a:defRPr/>
            </a:lvl5pPr>
            <a:lvl6pPr marL="2743200" lvl="5" indent="-342900" algn="l">
              <a:lnSpc>
                <a:spcPct val="90000"/>
              </a:lnSpc>
              <a:spcBef>
                <a:spcPts val="399"/>
              </a:spcBef>
              <a:spcAft>
                <a:spcPts val="0"/>
              </a:spcAft>
              <a:buSzPts val="1800"/>
              <a:buChar char="◦"/>
              <a:defRPr/>
            </a:lvl6pPr>
            <a:lvl7pPr marL="3200400" lvl="6" indent="-342900" algn="l">
              <a:lnSpc>
                <a:spcPct val="90000"/>
              </a:lnSpc>
              <a:spcBef>
                <a:spcPts val="399"/>
              </a:spcBef>
              <a:spcAft>
                <a:spcPts val="0"/>
              </a:spcAft>
              <a:buSzPts val="1800"/>
              <a:buChar char="◦"/>
              <a:defRPr/>
            </a:lvl7pPr>
            <a:lvl8pPr marL="3657600" lvl="7" indent="-342900" algn="l">
              <a:lnSpc>
                <a:spcPct val="90000"/>
              </a:lnSpc>
              <a:spcBef>
                <a:spcPts val="399"/>
              </a:spcBef>
              <a:spcAft>
                <a:spcPts val="0"/>
              </a:spcAft>
              <a:buSzPts val="1800"/>
              <a:buChar char="◦"/>
              <a:defRPr/>
            </a:lvl8pPr>
            <a:lvl9pPr marL="4114800" lvl="8" indent="-342900" algn="l">
              <a:lnSpc>
                <a:spcPct val="90000"/>
              </a:lnSpc>
              <a:spcBef>
                <a:spcPts val="399"/>
              </a:spcBef>
              <a:spcAft>
                <a:spcPts val="399"/>
              </a:spcAft>
              <a:buSzPts val="1800"/>
              <a:buChar char="◦"/>
              <a:defRPr/>
            </a:lvl9pPr>
          </a:lstStyle>
          <a:p>
            <a:endParaRPr/>
          </a:p>
        </p:txBody>
      </p:sp>
      <p:sp>
        <p:nvSpPr>
          <p:cNvPr id="70" name="Google Shape;70;p160"/>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60"/>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60"/>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73"/>
        <p:cNvGrpSpPr/>
        <p:nvPr/>
      </p:nvGrpSpPr>
      <p:grpSpPr>
        <a:xfrm>
          <a:off x="0" y="0"/>
          <a:ext cx="0" cy="0"/>
          <a:chOff x="0" y="0"/>
          <a:chExt cx="0" cy="0"/>
        </a:xfrm>
      </p:grpSpPr>
      <p:sp>
        <p:nvSpPr>
          <p:cNvPr id="74" name="Google Shape;74;p161"/>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75" name="Google Shape;75;p161"/>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1"/>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1"/>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78"/>
        <p:cNvGrpSpPr/>
        <p:nvPr/>
      </p:nvGrpSpPr>
      <p:grpSpPr>
        <a:xfrm>
          <a:off x="0" y="0"/>
          <a:ext cx="0" cy="0"/>
          <a:chOff x="0" y="0"/>
          <a:chExt cx="0" cy="0"/>
        </a:xfrm>
      </p:grpSpPr>
      <p:sp>
        <p:nvSpPr>
          <p:cNvPr id="79" name="Google Shape;79;p162"/>
          <p:cNvSpPr/>
          <p:nvPr/>
        </p:nvSpPr>
        <p:spPr>
          <a:xfrm>
            <a:off x="3170" y="6553412"/>
            <a:ext cx="12166606" cy="468101"/>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62"/>
          <p:cNvSpPr/>
          <p:nvPr/>
        </p:nvSpPr>
        <p:spPr>
          <a:xfrm>
            <a:off x="0" y="6485147"/>
            <a:ext cx="12166606" cy="6501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1" name="Google Shape;81;p162"/>
          <p:cNvPicPr preferRelativeResize="0"/>
          <p:nvPr/>
        </p:nvPicPr>
        <p:blipFill rotWithShape="1">
          <a:blip r:embed="rId2">
            <a:alphaModFix/>
          </a:blip>
          <a:srcRect/>
          <a:stretch/>
        </p:blipFill>
        <p:spPr>
          <a:xfrm>
            <a:off x="10759475" y="182039"/>
            <a:ext cx="1204301" cy="1243393"/>
          </a:xfrm>
          <a:prstGeom prst="rect">
            <a:avLst/>
          </a:prstGeom>
          <a:noFill/>
          <a:ln>
            <a:noFill/>
          </a:ln>
        </p:spPr>
      </p:pic>
      <p:sp>
        <p:nvSpPr>
          <p:cNvPr id="82" name="Google Shape;82;p162"/>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2"/>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62"/>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85"/>
        <p:cNvGrpSpPr/>
        <p:nvPr/>
      </p:nvGrpSpPr>
      <p:grpSpPr>
        <a:xfrm>
          <a:off x="0" y="0"/>
          <a:ext cx="0" cy="0"/>
          <a:chOff x="0" y="0"/>
          <a:chExt cx="0" cy="0"/>
        </a:xfrm>
      </p:grpSpPr>
      <p:sp>
        <p:nvSpPr>
          <p:cNvPr id="86" name="Google Shape;86;p163"/>
          <p:cNvSpPr/>
          <p:nvPr/>
        </p:nvSpPr>
        <p:spPr>
          <a:xfrm>
            <a:off x="0" y="5071093"/>
            <a:ext cx="12166606" cy="195042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63"/>
          <p:cNvSpPr/>
          <p:nvPr/>
        </p:nvSpPr>
        <p:spPr>
          <a:xfrm>
            <a:off x="0" y="5032084"/>
            <a:ext cx="12166606" cy="6501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3"/>
          <p:cNvSpPr txBox="1">
            <a:spLocks noGrp="1"/>
          </p:cNvSpPr>
          <p:nvPr>
            <p:ph type="title"/>
          </p:nvPr>
        </p:nvSpPr>
        <p:spPr>
          <a:xfrm>
            <a:off x="1095280" y="5195919"/>
            <a:ext cx="10094828" cy="842582"/>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SzPts val="1400"/>
              <a:buNone/>
              <a:defRPr sz="3593" b="0">
                <a:solidFill>
                  <a:srgbClr val="FFFFFF"/>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pic>
        <p:nvPicPr>
          <p:cNvPr id="89" name="Google Shape;89;p163"/>
          <p:cNvPicPr preferRelativeResize="0">
            <a:picLocks noGrp="1"/>
          </p:cNvPicPr>
          <p:nvPr>
            <p:ph type="pic" idx="2"/>
          </p:nvPr>
        </p:nvPicPr>
        <p:blipFill/>
        <p:spPr>
          <a:xfrm>
            <a:off x="15" y="0"/>
            <a:ext cx="12169760" cy="5032265"/>
          </a:xfrm>
          <a:prstGeom prst="rect">
            <a:avLst/>
          </a:prstGeom>
          <a:blipFill rotWithShape="1">
            <a:blip r:embed="rId2">
              <a:alphaModFix/>
            </a:blip>
            <a:stretch>
              <a:fillRect/>
            </a:stretch>
          </a:blipFill>
          <a:ln>
            <a:noFill/>
          </a:ln>
        </p:spPr>
      </p:pic>
      <p:sp>
        <p:nvSpPr>
          <p:cNvPr id="90" name="Google Shape;90;p163"/>
          <p:cNvSpPr txBox="1">
            <a:spLocks noGrp="1"/>
          </p:cNvSpPr>
          <p:nvPr>
            <p:ph type="body" idx="1"/>
          </p:nvPr>
        </p:nvSpPr>
        <p:spPr>
          <a:xfrm>
            <a:off x="1095280" y="6047862"/>
            <a:ext cx="10094828" cy="608531"/>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497"/>
              <a:buNone/>
              <a:defRPr sz="1497">
                <a:solidFill>
                  <a:srgbClr val="FFFFFF"/>
                </a:solidFill>
              </a:defRPr>
            </a:lvl1pPr>
            <a:lvl2pPr marL="914400" lvl="1" indent="-228600" algn="l">
              <a:lnSpc>
                <a:spcPct val="90000"/>
              </a:lnSpc>
              <a:spcBef>
                <a:spcPts val="599"/>
              </a:spcBef>
              <a:spcAft>
                <a:spcPts val="0"/>
              </a:spcAft>
              <a:buSzPts val="1198"/>
              <a:buNone/>
              <a:defRPr sz="1198"/>
            </a:lvl2pPr>
            <a:lvl3pPr marL="1371600" lvl="2" indent="-228600" algn="l">
              <a:lnSpc>
                <a:spcPct val="90000"/>
              </a:lnSpc>
              <a:spcBef>
                <a:spcPts val="399"/>
              </a:spcBef>
              <a:spcAft>
                <a:spcPts val="0"/>
              </a:spcAft>
              <a:buSzPts val="998"/>
              <a:buNone/>
              <a:defRPr sz="997"/>
            </a:lvl3pPr>
            <a:lvl4pPr marL="1828800" lvl="3" indent="-228600" algn="l">
              <a:lnSpc>
                <a:spcPct val="90000"/>
              </a:lnSpc>
              <a:spcBef>
                <a:spcPts val="399"/>
              </a:spcBef>
              <a:spcAft>
                <a:spcPts val="0"/>
              </a:spcAft>
              <a:buSzPts val="898"/>
              <a:buNone/>
              <a:defRPr sz="897"/>
            </a:lvl4pPr>
            <a:lvl5pPr marL="2286000" lvl="4" indent="-228600" algn="l">
              <a:lnSpc>
                <a:spcPct val="90000"/>
              </a:lnSpc>
              <a:spcBef>
                <a:spcPts val="399"/>
              </a:spcBef>
              <a:spcAft>
                <a:spcPts val="0"/>
              </a:spcAft>
              <a:buSzPts val="898"/>
              <a:buNone/>
              <a:defRPr sz="897"/>
            </a:lvl5pPr>
            <a:lvl6pPr marL="2743200" lvl="5" indent="-228600" algn="l">
              <a:lnSpc>
                <a:spcPct val="90000"/>
              </a:lnSpc>
              <a:spcBef>
                <a:spcPts val="399"/>
              </a:spcBef>
              <a:spcAft>
                <a:spcPts val="0"/>
              </a:spcAft>
              <a:buSzPts val="898"/>
              <a:buNone/>
              <a:defRPr sz="897"/>
            </a:lvl6pPr>
            <a:lvl7pPr marL="3200400" lvl="6" indent="-228600" algn="l">
              <a:lnSpc>
                <a:spcPct val="90000"/>
              </a:lnSpc>
              <a:spcBef>
                <a:spcPts val="399"/>
              </a:spcBef>
              <a:spcAft>
                <a:spcPts val="0"/>
              </a:spcAft>
              <a:buSzPts val="898"/>
              <a:buNone/>
              <a:defRPr sz="897"/>
            </a:lvl7pPr>
            <a:lvl8pPr marL="3657600" lvl="7" indent="-228600" algn="l">
              <a:lnSpc>
                <a:spcPct val="90000"/>
              </a:lnSpc>
              <a:spcBef>
                <a:spcPts val="399"/>
              </a:spcBef>
              <a:spcAft>
                <a:spcPts val="0"/>
              </a:spcAft>
              <a:buSzPts val="898"/>
              <a:buNone/>
              <a:defRPr sz="897"/>
            </a:lvl8pPr>
            <a:lvl9pPr marL="4114800" lvl="8" indent="-228600" algn="l">
              <a:lnSpc>
                <a:spcPct val="90000"/>
              </a:lnSpc>
              <a:spcBef>
                <a:spcPts val="399"/>
              </a:spcBef>
              <a:spcAft>
                <a:spcPts val="399"/>
              </a:spcAft>
              <a:buSzPts val="898"/>
              <a:buNone/>
              <a:defRPr sz="897"/>
            </a:lvl9pPr>
          </a:lstStyle>
          <a:p>
            <a:endParaRPr/>
          </a:p>
        </p:txBody>
      </p:sp>
      <p:sp>
        <p:nvSpPr>
          <p:cNvPr id="91" name="Google Shape;91;p163"/>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63"/>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63"/>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94"/>
        <p:cNvGrpSpPr/>
        <p:nvPr/>
      </p:nvGrpSpPr>
      <p:grpSpPr>
        <a:xfrm>
          <a:off x="0" y="0"/>
          <a:ext cx="0" cy="0"/>
          <a:chOff x="0" y="0"/>
          <a:chExt cx="0" cy="0"/>
        </a:xfrm>
      </p:grpSpPr>
      <p:sp>
        <p:nvSpPr>
          <p:cNvPr id="95" name="Google Shape;95;p164"/>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96" name="Google Shape;96;p164"/>
          <p:cNvSpPr txBox="1">
            <a:spLocks noGrp="1"/>
          </p:cNvSpPr>
          <p:nvPr>
            <p:ph type="body" idx="1"/>
          </p:nvPr>
        </p:nvSpPr>
        <p:spPr>
          <a:xfrm rot="5400000">
            <a:off x="4055677" y="-1070429"/>
            <a:ext cx="4118637" cy="10040064"/>
          </a:xfrm>
          <a:prstGeom prst="rect">
            <a:avLst/>
          </a:prstGeom>
          <a:noFill/>
          <a:ln>
            <a:noFill/>
          </a:ln>
        </p:spPr>
        <p:txBody>
          <a:bodyPr spcFirstLastPara="1" wrap="square" lIns="45700" tIns="0" rIns="45700" bIns="0" anchor="t" anchorCtr="0">
            <a:noAutofit/>
          </a:bodyPr>
          <a:lstStyle>
            <a:lvl1pPr marL="457200" lvl="0" indent="-342900" algn="l">
              <a:lnSpc>
                <a:spcPct val="90000"/>
              </a:lnSpc>
              <a:spcBef>
                <a:spcPts val="1198"/>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399"/>
              </a:spcBef>
              <a:spcAft>
                <a:spcPts val="0"/>
              </a:spcAft>
              <a:buSzPts val="1800"/>
              <a:buChar char="◦"/>
              <a:defRPr/>
            </a:lvl3pPr>
            <a:lvl4pPr marL="1828800" lvl="3" indent="-342900" algn="l">
              <a:lnSpc>
                <a:spcPct val="90000"/>
              </a:lnSpc>
              <a:spcBef>
                <a:spcPts val="399"/>
              </a:spcBef>
              <a:spcAft>
                <a:spcPts val="0"/>
              </a:spcAft>
              <a:buSzPts val="1800"/>
              <a:buChar char="◦"/>
              <a:defRPr/>
            </a:lvl4pPr>
            <a:lvl5pPr marL="2286000" lvl="4" indent="-342900" algn="l">
              <a:lnSpc>
                <a:spcPct val="90000"/>
              </a:lnSpc>
              <a:spcBef>
                <a:spcPts val="399"/>
              </a:spcBef>
              <a:spcAft>
                <a:spcPts val="0"/>
              </a:spcAft>
              <a:buSzPts val="1800"/>
              <a:buChar char="◦"/>
              <a:defRPr/>
            </a:lvl5pPr>
            <a:lvl6pPr marL="2743200" lvl="5" indent="-342900" algn="l">
              <a:lnSpc>
                <a:spcPct val="90000"/>
              </a:lnSpc>
              <a:spcBef>
                <a:spcPts val="399"/>
              </a:spcBef>
              <a:spcAft>
                <a:spcPts val="0"/>
              </a:spcAft>
              <a:buSzPts val="1800"/>
              <a:buChar char="◦"/>
              <a:defRPr/>
            </a:lvl6pPr>
            <a:lvl7pPr marL="3200400" lvl="6" indent="-342900" algn="l">
              <a:lnSpc>
                <a:spcPct val="90000"/>
              </a:lnSpc>
              <a:spcBef>
                <a:spcPts val="399"/>
              </a:spcBef>
              <a:spcAft>
                <a:spcPts val="0"/>
              </a:spcAft>
              <a:buSzPts val="1800"/>
              <a:buChar char="◦"/>
              <a:defRPr/>
            </a:lvl7pPr>
            <a:lvl8pPr marL="3657600" lvl="7" indent="-342900" algn="l">
              <a:lnSpc>
                <a:spcPct val="90000"/>
              </a:lnSpc>
              <a:spcBef>
                <a:spcPts val="399"/>
              </a:spcBef>
              <a:spcAft>
                <a:spcPts val="0"/>
              </a:spcAft>
              <a:buSzPts val="1800"/>
              <a:buChar char="◦"/>
              <a:defRPr/>
            </a:lvl8pPr>
            <a:lvl9pPr marL="4114800" lvl="8" indent="-342900" algn="l">
              <a:lnSpc>
                <a:spcPct val="90000"/>
              </a:lnSpc>
              <a:spcBef>
                <a:spcPts val="399"/>
              </a:spcBef>
              <a:spcAft>
                <a:spcPts val="399"/>
              </a:spcAft>
              <a:buSzPts val="1800"/>
              <a:buChar char="◦"/>
              <a:defRPr/>
            </a:lvl9pPr>
          </a:lstStyle>
          <a:p>
            <a:endParaRPr/>
          </a:p>
        </p:txBody>
      </p:sp>
      <p:sp>
        <p:nvSpPr>
          <p:cNvPr id="97" name="Google Shape;97;p164"/>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164"/>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164"/>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100"/>
        <p:cNvGrpSpPr/>
        <p:nvPr/>
      </p:nvGrpSpPr>
      <p:grpSpPr>
        <a:xfrm>
          <a:off x="0" y="0"/>
          <a:ext cx="0" cy="0"/>
          <a:chOff x="0" y="0"/>
          <a:chExt cx="0" cy="0"/>
        </a:xfrm>
      </p:grpSpPr>
      <p:sp>
        <p:nvSpPr>
          <p:cNvPr id="101" name="Google Shape;101;p165"/>
          <p:cNvSpPr/>
          <p:nvPr/>
        </p:nvSpPr>
        <p:spPr>
          <a:xfrm>
            <a:off x="3170" y="6553412"/>
            <a:ext cx="12166606" cy="468101"/>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5"/>
          <p:cNvSpPr/>
          <p:nvPr/>
        </p:nvSpPr>
        <p:spPr>
          <a:xfrm>
            <a:off x="0" y="6485147"/>
            <a:ext cx="12166606" cy="6501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65"/>
          <p:cNvSpPr txBox="1">
            <a:spLocks noGrp="1"/>
          </p:cNvSpPr>
          <p:nvPr>
            <p:ph type="title"/>
          </p:nvPr>
        </p:nvSpPr>
        <p:spPr>
          <a:xfrm rot="5400000">
            <a:off x="7073702" y="2059961"/>
            <a:ext cx="5894693" cy="2624108"/>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104" name="Google Shape;104;p165"/>
          <p:cNvSpPr txBox="1">
            <a:spLocks noGrp="1"/>
          </p:cNvSpPr>
          <p:nvPr>
            <p:ph type="body" idx="1"/>
          </p:nvPr>
        </p:nvSpPr>
        <p:spPr>
          <a:xfrm rot="5400000">
            <a:off x="1749425" y="-488085"/>
            <a:ext cx="5894694" cy="7720201"/>
          </a:xfrm>
          <a:prstGeom prst="rect">
            <a:avLst/>
          </a:prstGeom>
          <a:noFill/>
          <a:ln>
            <a:noFill/>
          </a:ln>
        </p:spPr>
        <p:txBody>
          <a:bodyPr spcFirstLastPara="1" wrap="square" lIns="45700" tIns="0" rIns="45700" bIns="0" anchor="t" anchorCtr="0">
            <a:noAutofit/>
          </a:bodyPr>
          <a:lstStyle>
            <a:lvl1pPr marL="457200" lvl="0" indent="-342900" algn="l">
              <a:lnSpc>
                <a:spcPct val="90000"/>
              </a:lnSpc>
              <a:spcBef>
                <a:spcPts val="1198"/>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399"/>
              </a:spcBef>
              <a:spcAft>
                <a:spcPts val="0"/>
              </a:spcAft>
              <a:buSzPts val="1800"/>
              <a:buChar char="◦"/>
              <a:defRPr/>
            </a:lvl3pPr>
            <a:lvl4pPr marL="1828800" lvl="3" indent="-342900" algn="l">
              <a:lnSpc>
                <a:spcPct val="90000"/>
              </a:lnSpc>
              <a:spcBef>
                <a:spcPts val="399"/>
              </a:spcBef>
              <a:spcAft>
                <a:spcPts val="0"/>
              </a:spcAft>
              <a:buSzPts val="1800"/>
              <a:buChar char="◦"/>
              <a:defRPr/>
            </a:lvl4pPr>
            <a:lvl5pPr marL="2286000" lvl="4" indent="-342900" algn="l">
              <a:lnSpc>
                <a:spcPct val="90000"/>
              </a:lnSpc>
              <a:spcBef>
                <a:spcPts val="399"/>
              </a:spcBef>
              <a:spcAft>
                <a:spcPts val="0"/>
              </a:spcAft>
              <a:buSzPts val="1800"/>
              <a:buChar char="◦"/>
              <a:defRPr/>
            </a:lvl5pPr>
            <a:lvl6pPr marL="2743200" lvl="5" indent="-342900" algn="l">
              <a:lnSpc>
                <a:spcPct val="90000"/>
              </a:lnSpc>
              <a:spcBef>
                <a:spcPts val="399"/>
              </a:spcBef>
              <a:spcAft>
                <a:spcPts val="0"/>
              </a:spcAft>
              <a:buSzPts val="1800"/>
              <a:buChar char="◦"/>
              <a:defRPr/>
            </a:lvl6pPr>
            <a:lvl7pPr marL="3200400" lvl="6" indent="-342900" algn="l">
              <a:lnSpc>
                <a:spcPct val="90000"/>
              </a:lnSpc>
              <a:spcBef>
                <a:spcPts val="399"/>
              </a:spcBef>
              <a:spcAft>
                <a:spcPts val="0"/>
              </a:spcAft>
              <a:buSzPts val="1800"/>
              <a:buChar char="◦"/>
              <a:defRPr/>
            </a:lvl7pPr>
            <a:lvl8pPr marL="3657600" lvl="7" indent="-342900" algn="l">
              <a:lnSpc>
                <a:spcPct val="90000"/>
              </a:lnSpc>
              <a:spcBef>
                <a:spcPts val="399"/>
              </a:spcBef>
              <a:spcAft>
                <a:spcPts val="0"/>
              </a:spcAft>
              <a:buSzPts val="1800"/>
              <a:buChar char="◦"/>
              <a:defRPr/>
            </a:lvl8pPr>
            <a:lvl9pPr marL="4114800" lvl="8" indent="-342900" algn="l">
              <a:lnSpc>
                <a:spcPct val="90000"/>
              </a:lnSpc>
              <a:spcBef>
                <a:spcPts val="399"/>
              </a:spcBef>
              <a:spcAft>
                <a:spcPts val="399"/>
              </a:spcAft>
              <a:buSzPts val="1800"/>
              <a:buChar char="◦"/>
              <a:defRPr/>
            </a:lvl9pPr>
          </a:lstStyle>
          <a:p>
            <a:endParaRPr/>
          </a:p>
        </p:txBody>
      </p:sp>
      <p:sp>
        <p:nvSpPr>
          <p:cNvPr id="105" name="Google Shape;105;p165"/>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65"/>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65"/>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08"/>
        <p:cNvGrpSpPr/>
        <p:nvPr/>
      </p:nvGrpSpPr>
      <p:grpSpPr>
        <a:xfrm>
          <a:off x="0" y="0"/>
          <a:ext cx="0" cy="0"/>
          <a:chOff x="0" y="0"/>
          <a:chExt cx="0" cy="0"/>
        </a:xfrm>
      </p:grpSpPr>
      <p:sp>
        <p:nvSpPr>
          <p:cNvPr id="109" name="Google Shape;109;p166"/>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166"/>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166"/>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112"/>
        <p:cNvGrpSpPr/>
        <p:nvPr/>
      </p:nvGrpSpPr>
      <p:grpSpPr>
        <a:xfrm>
          <a:off x="0" y="0"/>
          <a:ext cx="0" cy="0"/>
          <a:chOff x="0" y="0"/>
          <a:chExt cx="0" cy="0"/>
        </a:xfrm>
      </p:grpSpPr>
      <p:sp>
        <p:nvSpPr>
          <p:cNvPr id="113" name="Google Shape;113;p167"/>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167"/>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167"/>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3"/>
          <p:cNvSpPr/>
          <p:nvPr/>
        </p:nvSpPr>
        <p:spPr>
          <a:xfrm>
            <a:off x="0" y="6553412"/>
            <a:ext cx="12169775" cy="468101"/>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53"/>
          <p:cNvSpPr/>
          <p:nvPr/>
        </p:nvSpPr>
        <p:spPr>
          <a:xfrm>
            <a:off x="0" y="6485148"/>
            <a:ext cx="12169775" cy="68265"/>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53"/>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lvl1pPr marR="0" lvl="0" algn="l" rtl="0">
              <a:lnSpc>
                <a:spcPct val="85000"/>
              </a:lnSpc>
              <a:spcBef>
                <a:spcPts val="0"/>
              </a:spcBef>
              <a:spcAft>
                <a:spcPts val="0"/>
              </a:spcAft>
              <a:buSzPts val="1400"/>
              <a:buNone/>
              <a:defRPr sz="5390" b="0" i="0" u="none" strike="noStrike" cap="none">
                <a:solidFill>
                  <a:schemeClr val="dk1"/>
                </a:solidFill>
                <a:latin typeface="Calibri"/>
                <a:ea typeface="Calibri"/>
                <a:cs typeface="Calibri"/>
                <a:sym typeface="Calibri"/>
              </a:defRPr>
            </a:lvl1pPr>
            <a:lvl2pPr marR="0" lvl="1" algn="l" rtl="0">
              <a:lnSpc>
                <a:spcPct val="85000"/>
              </a:lnSpc>
              <a:spcBef>
                <a:spcPts val="0"/>
              </a:spcBef>
              <a:spcAft>
                <a:spcPts val="0"/>
              </a:spcAft>
              <a:buSzPts val="1400"/>
              <a:buNone/>
              <a:defRPr sz="5390" b="0" i="0" u="none" strike="noStrike" cap="none">
                <a:solidFill>
                  <a:schemeClr val="dk1"/>
                </a:solidFill>
                <a:latin typeface="Calibri"/>
                <a:ea typeface="Calibri"/>
                <a:cs typeface="Calibri"/>
                <a:sym typeface="Calibri"/>
              </a:defRPr>
            </a:lvl2pPr>
            <a:lvl3pPr marR="0" lvl="2" algn="l" rtl="0">
              <a:lnSpc>
                <a:spcPct val="85000"/>
              </a:lnSpc>
              <a:spcBef>
                <a:spcPts val="0"/>
              </a:spcBef>
              <a:spcAft>
                <a:spcPts val="0"/>
              </a:spcAft>
              <a:buSzPts val="1400"/>
              <a:buNone/>
              <a:defRPr sz="5390" b="0" i="0" u="none" strike="noStrike" cap="none">
                <a:solidFill>
                  <a:schemeClr val="dk1"/>
                </a:solidFill>
                <a:latin typeface="Calibri"/>
                <a:ea typeface="Calibri"/>
                <a:cs typeface="Calibri"/>
                <a:sym typeface="Calibri"/>
              </a:defRPr>
            </a:lvl3pPr>
            <a:lvl4pPr marR="0" lvl="3" algn="l" rtl="0">
              <a:lnSpc>
                <a:spcPct val="85000"/>
              </a:lnSpc>
              <a:spcBef>
                <a:spcPts val="0"/>
              </a:spcBef>
              <a:spcAft>
                <a:spcPts val="0"/>
              </a:spcAft>
              <a:buSzPts val="1400"/>
              <a:buNone/>
              <a:defRPr sz="5390" b="0" i="0" u="none" strike="noStrike" cap="none">
                <a:solidFill>
                  <a:schemeClr val="dk1"/>
                </a:solidFill>
                <a:latin typeface="Calibri"/>
                <a:ea typeface="Calibri"/>
                <a:cs typeface="Calibri"/>
                <a:sym typeface="Calibri"/>
              </a:defRPr>
            </a:lvl4pPr>
            <a:lvl5pPr marR="0" lvl="4" algn="l" rtl="0">
              <a:lnSpc>
                <a:spcPct val="85000"/>
              </a:lnSpc>
              <a:spcBef>
                <a:spcPts val="0"/>
              </a:spcBef>
              <a:spcAft>
                <a:spcPts val="0"/>
              </a:spcAft>
              <a:buSzPts val="1400"/>
              <a:buNone/>
              <a:defRPr sz="5390" b="0" i="0" u="none" strike="noStrike" cap="none">
                <a:solidFill>
                  <a:schemeClr val="dk1"/>
                </a:solidFill>
                <a:latin typeface="Calibri"/>
                <a:ea typeface="Calibri"/>
                <a:cs typeface="Calibri"/>
                <a:sym typeface="Calibri"/>
              </a:defRPr>
            </a:lvl5pPr>
            <a:lvl6pPr marR="0" lvl="5" algn="l" rtl="0">
              <a:lnSpc>
                <a:spcPct val="85000"/>
              </a:lnSpc>
              <a:spcBef>
                <a:spcPts val="0"/>
              </a:spcBef>
              <a:spcAft>
                <a:spcPts val="0"/>
              </a:spcAft>
              <a:buSzPts val="1400"/>
              <a:buNone/>
              <a:defRPr sz="5390" b="0" i="0" u="none" strike="noStrike" cap="none">
                <a:solidFill>
                  <a:schemeClr val="dk1"/>
                </a:solidFill>
                <a:latin typeface="Calibri"/>
                <a:ea typeface="Calibri"/>
                <a:cs typeface="Calibri"/>
                <a:sym typeface="Calibri"/>
              </a:defRPr>
            </a:lvl6pPr>
            <a:lvl7pPr marR="0" lvl="6" algn="l" rtl="0">
              <a:lnSpc>
                <a:spcPct val="85000"/>
              </a:lnSpc>
              <a:spcBef>
                <a:spcPts val="0"/>
              </a:spcBef>
              <a:spcAft>
                <a:spcPts val="0"/>
              </a:spcAft>
              <a:buSzPts val="1400"/>
              <a:buNone/>
              <a:defRPr sz="5390" b="0" i="0" u="none" strike="noStrike" cap="none">
                <a:solidFill>
                  <a:schemeClr val="dk1"/>
                </a:solidFill>
                <a:latin typeface="Calibri"/>
                <a:ea typeface="Calibri"/>
                <a:cs typeface="Calibri"/>
                <a:sym typeface="Calibri"/>
              </a:defRPr>
            </a:lvl7pPr>
            <a:lvl8pPr marR="0" lvl="7" algn="l" rtl="0">
              <a:lnSpc>
                <a:spcPct val="85000"/>
              </a:lnSpc>
              <a:spcBef>
                <a:spcPts val="0"/>
              </a:spcBef>
              <a:spcAft>
                <a:spcPts val="0"/>
              </a:spcAft>
              <a:buSzPts val="1400"/>
              <a:buNone/>
              <a:defRPr sz="5390" b="0" i="0" u="none" strike="noStrike" cap="none">
                <a:solidFill>
                  <a:schemeClr val="dk1"/>
                </a:solidFill>
                <a:latin typeface="Calibri"/>
                <a:ea typeface="Calibri"/>
                <a:cs typeface="Calibri"/>
                <a:sym typeface="Calibri"/>
              </a:defRPr>
            </a:lvl8pPr>
            <a:lvl9pPr marR="0" lvl="8" algn="l" rtl="0">
              <a:lnSpc>
                <a:spcPct val="85000"/>
              </a:lnSpc>
              <a:spcBef>
                <a:spcPts val="0"/>
              </a:spcBef>
              <a:spcAft>
                <a:spcPts val="0"/>
              </a:spcAft>
              <a:buSzPts val="1400"/>
              <a:buNone/>
              <a:defRPr sz="5390" b="0" i="0" u="none" strike="noStrike" cap="none">
                <a:solidFill>
                  <a:schemeClr val="dk1"/>
                </a:solidFill>
                <a:latin typeface="Calibri"/>
                <a:ea typeface="Calibri"/>
                <a:cs typeface="Calibri"/>
                <a:sym typeface="Calibri"/>
              </a:defRPr>
            </a:lvl9pPr>
          </a:lstStyle>
          <a:p>
            <a:endParaRPr/>
          </a:p>
        </p:txBody>
      </p:sp>
      <p:sp>
        <p:nvSpPr>
          <p:cNvPr id="13" name="Google Shape;13;p153"/>
          <p:cNvSpPr txBox="1">
            <a:spLocks noGrp="1"/>
          </p:cNvSpPr>
          <p:nvPr>
            <p:ph type="body" idx="1"/>
          </p:nvPr>
        </p:nvSpPr>
        <p:spPr>
          <a:xfrm>
            <a:off x="1094964" y="1890284"/>
            <a:ext cx="10040064" cy="4118637"/>
          </a:xfrm>
          <a:prstGeom prst="rect">
            <a:avLst/>
          </a:prstGeom>
          <a:noFill/>
          <a:ln>
            <a:noFill/>
          </a:ln>
        </p:spPr>
        <p:txBody>
          <a:bodyPr spcFirstLastPara="1" wrap="square" lIns="0" tIns="45700" rIns="0" bIns="45700" anchor="t" anchorCtr="0">
            <a:noAutofit/>
          </a:bodyPr>
          <a:lstStyle>
            <a:lvl1pPr marL="457200" marR="0" lvl="0" indent="-355346" algn="l" rtl="0">
              <a:lnSpc>
                <a:spcPct val="90000"/>
              </a:lnSpc>
              <a:spcBef>
                <a:spcPts val="1198"/>
              </a:spcBef>
              <a:spcAft>
                <a:spcPts val="0"/>
              </a:spcAft>
              <a:buClr>
                <a:schemeClr val="accent1"/>
              </a:buClr>
              <a:buSzPts val="1996"/>
              <a:buFont typeface="Calibri"/>
              <a:buChar char=" "/>
              <a:defRPr sz="1995" b="0" i="0" u="none" strike="noStrike" cap="none">
                <a:solidFill>
                  <a:srgbClr val="404040"/>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404040"/>
                </a:solidFill>
                <a:latin typeface="Calibri"/>
                <a:ea typeface="Calibri"/>
                <a:cs typeface="Calibri"/>
                <a:sym typeface="Calibri"/>
              </a:defRPr>
            </a:lvl2pPr>
            <a:lvl3pPr marL="1371600" marR="0" lvl="2" indent="-317309" algn="l" rtl="0">
              <a:lnSpc>
                <a:spcPct val="90000"/>
              </a:lnSpc>
              <a:spcBef>
                <a:spcPts val="399"/>
              </a:spcBef>
              <a:spcAft>
                <a:spcPts val="0"/>
              </a:spcAft>
              <a:buClr>
                <a:schemeClr val="accent1"/>
              </a:buClr>
              <a:buSzPts val="1397"/>
              <a:buFont typeface="Calibri"/>
              <a:buChar char="◦"/>
              <a:defRPr sz="1397" b="0" i="0" u="none" strike="noStrike" cap="none">
                <a:solidFill>
                  <a:srgbClr val="404040"/>
                </a:solidFill>
                <a:latin typeface="Calibri"/>
                <a:ea typeface="Calibri"/>
                <a:cs typeface="Calibri"/>
                <a:sym typeface="Calibri"/>
              </a:defRPr>
            </a:lvl3pPr>
            <a:lvl4pPr marL="1828800" marR="0" lvl="3" indent="-317309" algn="l" rtl="0">
              <a:lnSpc>
                <a:spcPct val="90000"/>
              </a:lnSpc>
              <a:spcBef>
                <a:spcPts val="399"/>
              </a:spcBef>
              <a:spcAft>
                <a:spcPts val="0"/>
              </a:spcAft>
              <a:buClr>
                <a:schemeClr val="accent1"/>
              </a:buClr>
              <a:buSzPts val="1397"/>
              <a:buFont typeface="Calibri"/>
              <a:buChar char="◦"/>
              <a:defRPr sz="1397" b="0" i="0" u="none" strike="noStrike" cap="none">
                <a:solidFill>
                  <a:srgbClr val="404040"/>
                </a:solidFill>
                <a:latin typeface="Calibri"/>
                <a:ea typeface="Calibri"/>
                <a:cs typeface="Calibri"/>
                <a:sym typeface="Calibri"/>
              </a:defRPr>
            </a:lvl4pPr>
            <a:lvl5pPr marL="2286000" marR="0" lvl="4" indent="-317309" algn="l" rtl="0">
              <a:lnSpc>
                <a:spcPct val="90000"/>
              </a:lnSpc>
              <a:spcBef>
                <a:spcPts val="399"/>
              </a:spcBef>
              <a:spcAft>
                <a:spcPts val="0"/>
              </a:spcAft>
              <a:buClr>
                <a:schemeClr val="accent1"/>
              </a:buClr>
              <a:buSzPts val="1397"/>
              <a:buFont typeface="Calibri"/>
              <a:buChar char="◦"/>
              <a:defRPr sz="1397" b="0" i="0" u="none" strike="noStrike" cap="none">
                <a:solidFill>
                  <a:srgbClr val="404040"/>
                </a:solidFill>
                <a:latin typeface="Calibri"/>
                <a:ea typeface="Calibri"/>
                <a:cs typeface="Calibri"/>
                <a:sym typeface="Calibri"/>
              </a:defRPr>
            </a:lvl5pPr>
            <a:lvl6pPr marL="2743200" marR="0" lvl="5" indent="-317309" algn="l" rtl="0">
              <a:lnSpc>
                <a:spcPct val="90000"/>
              </a:lnSpc>
              <a:spcBef>
                <a:spcPts val="399"/>
              </a:spcBef>
              <a:spcAft>
                <a:spcPts val="0"/>
              </a:spcAft>
              <a:buClr>
                <a:schemeClr val="accent1"/>
              </a:buClr>
              <a:buSzPts val="1397"/>
              <a:buFont typeface="Calibri"/>
              <a:buChar char="◦"/>
              <a:defRPr sz="1397" b="0" i="0" u="none" strike="noStrike" cap="none">
                <a:solidFill>
                  <a:srgbClr val="3F3F3F"/>
                </a:solidFill>
                <a:latin typeface="Calibri"/>
                <a:ea typeface="Calibri"/>
                <a:cs typeface="Calibri"/>
                <a:sym typeface="Calibri"/>
              </a:defRPr>
            </a:lvl6pPr>
            <a:lvl7pPr marL="3200400" marR="0" lvl="6" indent="-317309" algn="l" rtl="0">
              <a:lnSpc>
                <a:spcPct val="90000"/>
              </a:lnSpc>
              <a:spcBef>
                <a:spcPts val="399"/>
              </a:spcBef>
              <a:spcAft>
                <a:spcPts val="0"/>
              </a:spcAft>
              <a:buClr>
                <a:schemeClr val="accent1"/>
              </a:buClr>
              <a:buSzPts val="1397"/>
              <a:buFont typeface="Calibri"/>
              <a:buChar char="◦"/>
              <a:defRPr sz="1397" b="0" i="0" u="none" strike="noStrike" cap="none">
                <a:solidFill>
                  <a:srgbClr val="3F3F3F"/>
                </a:solidFill>
                <a:latin typeface="Calibri"/>
                <a:ea typeface="Calibri"/>
                <a:cs typeface="Calibri"/>
                <a:sym typeface="Calibri"/>
              </a:defRPr>
            </a:lvl7pPr>
            <a:lvl8pPr marL="3657600" marR="0" lvl="7" indent="-317309" algn="l" rtl="0">
              <a:lnSpc>
                <a:spcPct val="90000"/>
              </a:lnSpc>
              <a:spcBef>
                <a:spcPts val="399"/>
              </a:spcBef>
              <a:spcAft>
                <a:spcPts val="0"/>
              </a:spcAft>
              <a:buClr>
                <a:schemeClr val="accent1"/>
              </a:buClr>
              <a:buSzPts val="1397"/>
              <a:buFont typeface="Calibri"/>
              <a:buChar char="◦"/>
              <a:defRPr sz="1397" b="0" i="0" u="none" strike="noStrike" cap="none">
                <a:solidFill>
                  <a:srgbClr val="3F3F3F"/>
                </a:solidFill>
                <a:latin typeface="Calibri"/>
                <a:ea typeface="Calibri"/>
                <a:cs typeface="Calibri"/>
                <a:sym typeface="Calibri"/>
              </a:defRPr>
            </a:lvl8pPr>
            <a:lvl9pPr marL="4114800" marR="0" lvl="8" indent="-317309" algn="l" rtl="0">
              <a:lnSpc>
                <a:spcPct val="90000"/>
              </a:lnSpc>
              <a:spcBef>
                <a:spcPts val="399"/>
              </a:spcBef>
              <a:spcAft>
                <a:spcPts val="399"/>
              </a:spcAft>
              <a:buClr>
                <a:schemeClr val="accent1"/>
              </a:buClr>
              <a:buSzPts val="1397"/>
              <a:buFont typeface="Calibri"/>
              <a:buChar char="◦"/>
              <a:defRPr sz="1397" b="0" i="0" u="none" strike="noStrike" cap="none">
                <a:solidFill>
                  <a:srgbClr val="3F3F3F"/>
                </a:solidFill>
                <a:latin typeface="Calibri"/>
                <a:ea typeface="Calibri"/>
                <a:cs typeface="Calibri"/>
                <a:sym typeface="Calibri"/>
              </a:defRPr>
            </a:lvl9pPr>
          </a:lstStyle>
          <a:p>
            <a:endParaRPr/>
          </a:p>
        </p:txBody>
      </p:sp>
      <p:sp>
        <p:nvSpPr>
          <p:cNvPr id="14" name="Google Shape;14;p153"/>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897"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5" name="Google Shape;15;p153"/>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897"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6" name="Google Shape;16;p153"/>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48"/>
              <a:buFont typeface="Arial"/>
              <a:buNone/>
              <a:defRPr sz="1048"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solidFill>
                <a:srgbClr val="000000"/>
              </a:solidFill>
              <a:latin typeface="Times New Roman"/>
              <a:ea typeface="Times New Roman"/>
              <a:cs typeface="Times New Roman"/>
              <a:sym typeface="Times New Roman"/>
            </a:endParaRPr>
          </a:p>
        </p:txBody>
      </p:sp>
      <p:cxnSp>
        <p:nvCxnSpPr>
          <p:cNvPr id="17" name="Google Shape;17;p153"/>
          <p:cNvCxnSpPr/>
          <p:nvPr/>
        </p:nvCxnSpPr>
        <p:spPr>
          <a:xfrm>
            <a:off x="1191624" y="1779759"/>
            <a:ext cx="9948157" cy="0"/>
          </a:xfrm>
          <a:prstGeom prst="straightConnector1">
            <a:avLst/>
          </a:prstGeom>
          <a:noFill/>
          <a:ln w="9525" cap="flat" cmpd="sng">
            <a:solidFill>
              <a:srgbClr val="7F7F7F"/>
            </a:solidFill>
            <a:prstDash val="solid"/>
            <a:round/>
            <a:headEnd type="none" w="sm" len="sm"/>
            <a:tailEnd type="none" w="sm" len="sm"/>
          </a:ln>
        </p:spPr>
      </p:cxnSp>
      <p:pic>
        <p:nvPicPr>
          <p:cNvPr id="18" name="Google Shape;18;p153"/>
          <p:cNvPicPr preferRelativeResize="0"/>
          <p:nvPr/>
        </p:nvPicPr>
        <p:blipFill rotWithShape="1">
          <a:blip r:embed="rId16">
            <a:alphaModFix/>
          </a:blip>
          <a:srcRect/>
          <a:stretch/>
        </p:blipFill>
        <p:spPr>
          <a:xfrm>
            <a:off x="10759475" y="182039"/>
            <a:ext cx="1204301" cy="124339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nongnu.org/cvs/"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3.jpg"/></Relationships>
</file>

<file path=ppt/slides/_rels/slide22.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5.gi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1"/>
        <p:cNvGrpSpPr/>
        <p:nvPr/>
      </p:nvGrpSpPr>
      <p:grpSpPr>
        <a:xfrm>
          <a:off x="0" y="0"/>
          <a:ext cx="0" cy="0"/>
          <a:chOff x="0" y="0"/>
          <a:chExt cx="0" cy="0"/>
        </a:xfrm>
      </p:grpSpPr>
      <p:sp>
        <p:nvSpPr>
          <p:cNvPr id="122" name="Google Shape;122;p1"/>
          <p:cNvSpPr txBox="1">
            <a:spLocks noGrp="1"/>
          </p:cNvSpPr>
          <p:nvPr>
            <p:ph type="ctrTitle"/>
          </p:nvPr>
        </p:nvSpPr>
        <p:spPr>
          <a:xfrm>
            <a:off x="1095280" y="777047"/>
            <a:ext cx="10040064" cy="365118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None/>
            </a:pPr>
            <a:r>
              <a:rPr lang="es-AR"/>
              <a:t>Ingeniería de Software II</a:t>
            </a:r>
            <a:endParaRPr/>
          </a:p>
        </p:txBody>
      </p:sp>
      <p:sp>
        <p:nvSpPr>
          <p:cNvPr id="123" name="Google Shape;123;p1"/>
          <p:cNvSpPr txBox="1">
            <a:spLocks noGrp="1"/>
          </p:cNvSpPr>
          <p:nvPr>
            <p:ph type="subTitle" idx="1"/>
          </p:nvPr>
        </p:nvSpPr>
        <p:spPr>
          <a:xfrm>
            <a:off x="1098046" y="4561854"/>
            <a:ext cx="10040064" cy="117025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300"/>
              <a:buNone/>
            </a:pPr>
            <a:r>
              <a:rPr lang="es-AR"/>
              <a:t>2026 – CLASE 2</a:t>
            </a:r>
            <a:endParaRPr/>
          </a:p>
        </p:txBody>
      </p:sp>
      <p:sp>
        <p:nvSpPr>
          <p:cNvPr id="124" name="Google Shape;124;p1"/>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25" name="Google Shape;125;p1"/>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26" name="Google Shape;126;p1"/>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2"/>
        <p:cNvGrpSpPr/>
        <p:nvPr/>
      </p:nvGrpSpPr>
      <p:grpSpPr>
        <a:xfrm>
          <a:off x="0" y="0"/>
          <a:ext cx="0" cy="0"/>
          <a:chOff x="0" y="0"/>
          <a:chExt cx="0" cy="0"/>
        </a:xfrm>
      </p:grpSpPr>
      <p:sp>
        <p:nvSpPr>
          <p:cNvPr id="133" name="Google Shape;133;p2"/>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2"/>
          <p:cNvSpPr/>
          <p:nvPr/>
        </p:nvSpPr>
        <p:spPr>
          <a:xfrm>
            <a:off x="5941080" y="6664680"/>
            <a:ext cx="2157840" cy="312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2"/>
          <p:cNvSpPr/>
          <p:nvPr/>
        </p:nvSpPr>
        <p:spPr>
          <a:xfrm>
            <a:off x="1094964" y="1903362"/>
            <a:ext cx="10138174" cy="45849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571680" marR="0" lvl="0" indent="-571680" algn="l" rtl="0">
              <a:lnSpc>
                <a:spcPct val="85000"/>
              </a:lnSpc>
              <a:spcBef>
                <a:spcPts val="0"/>
              </a:spcBef>
              <a:spcAft>
                <a:spcPts val="0"/>
              </a:spcAft>
              <a:buClr>
                <a:srgbClr val="C00000"/>
              </a:buClr>
              <a:buSzPts val="3600"/>
              <a:buFont typeface="Noto Sans Symbols"/>
              <a:buChar char="❖"/>
            </a:pPr>
            <a:r>
              <a:rPr lang="es-AR" sz="3600" b="0" i="0" u="none" strike="noStrike" cap="none">
                <a:solidFill>
                  <a:srgbClr val="000000"/>
                </a:solidFill>
                <a:latin typeface="Calibri"/>
                <a:ea typeface="Calibri"/>
                <a:cs typeface="Calibri"/>
                <a:sym typeface="Calibri"/>
              </a:rPr>
              <a:t>Gestión de la Configuración del Software (GCS)</a:t>
            </a:r>
            <a:endParaRPr sz="3600" b="0" i="0" u="none" strike="noStrike" cap="none">
              <a:solidFill>
                <a:srgbClr val="000000"/>
              </a:solidFill>
              <a:latin typeface="Arial"/>
              <a:ea typeface="Arial"/>
              <a:cs typeface="Arial"/>
              <a:sym typeface="Arial"/>
            </a:endParaRPr>
          </a:p>
          <a:p>
            <a:pPr marL="571680" marR="0" lvl="0" indent="-571680" algn="l" rtl="0">
              <a:lnSpc>
                <a:spcPct val="85000"/>
              </a:lnSpc>
              <a:spcBef>
                <a:spcPts val="1681"/>
              </a:spcBef>
              <a:spcAft>
                <a:spcPts val="0"/>
              </a:spcAft>
              <a:buClr>
                <a:srgbClr val="C00000"/>
              </a:buClr>
              <a:buSzPts val="3600"/>
              <a:buFont typeface="Noto Sans Symbols"/>
              <a:buChar char="❖"/>
            </a:pPr>
            <a:r>
              <a:rPr lang="es-AR" sz="3600" b="0" i="0" u="none" strike="noStrike" cap="none">
                <a:solidFill>
                  <a:srgbClr val="000000"/>
                </a:solidFill>
                <a:latin typeface="Calibri"/>
                <a:ea typeface="Calibri"/>
                <a:cs typeface="Calibri"/>
                <a:sym typeface="Calibri"/>
              </a:rPr>
              <a:t>Gestión de Proyectos</a:t>
            </a:r>
            <a:endParaRPr sz="3600" b="0" i="0" u="none" strike="noStrike" cap="none">
              <a:solidFill>
                <a:srgbClr val="000000"/>
              </a:solidFill>
              <a:latin typeface="Arial"/>
              <a:ea typeface="Arial"/>
              <a:cs typeface="Arial"/>
              <a:sym typeface="Arial"/>
            </a:endParaRPr>
          </a:p>
          <a:p>
            <a:pPr marL="1486080" marR="0" lvl="3" indent="-571680" algn="l" rtl="0">
              <a:lnSpc>
                <a:spcPct val="85000"/>
              </a:lnSpc>
              <a:spcBef>
                <a:spcPts val="774"/>
              </a:spcBef>
              <a:spcAft>
                <a:spcPts val="0"/>
              </a:spcAft>
              <a:buClr>
                <a:srgbClr val="000000"/>
              </a:buClr>
              <a:buSzPts val="3600"/>
              <a:buFont typeface="Arial"/>
              <a:buChar char="•"/>
            </a:pPr>
            <a:r>
              <a:rPr lang="es-AR" sz="3600" b="0" i="0" u="none" strike="noStrike" cap="none">
                <a:solidFill>
                  <a:srgbClr val="000000"/>
                </a:solidFill>
                <a:latin typeface="Calibri"/>
                <a:ea typeface="Calibri"/>
                <a:cs typeface="Calibri"/>
                <a:sym typeface="Calibri"/>
              </a:rPr>
              <a:t>Planificación Organizativa</a:t>
            </a:r>
            <a:endParaRPr sz="3600" b="0" i="0" u="none" strike="noStrike" cap="none">
              <a:solidFill>
                <a:srgbClr val="000000"/>
              </a:solidFill>
              <a:latin typeface="Arial"/>
              <a:ea typeface="Arial"/>
              <a:cs typeface="Arial"/>
              <a:sym typeface="Arial"/>
            </a:endParaRPr>
          </a:p>
          <a:p>
            <a:pPr marL="0" marR="0" lvl="0" indent="0" algn="l" rtl="0">
              <a:lnSpc>
                <a:spcPct val="85000"/>
              </a:lnSpc>
              <a:spcBef>
                <a:spcPts val="1681"/>
              </a:spcBef>
              <a:spcAft>
                <a:spcPts val="0"/>
              </a:spcAft>
              <a:buClr>
                <a:srgbClr val="000000"/>
              </a:buClr>
              <a:buSzPts val="3600"/>
              <a:buFont typeface="Arial"/>
              <a:buNone/>
            </a:pPr>
            <a:endParaRPr sz="3600" b="0" i="0" u="none" strike="noStrike" cap="none">
              <a:solidFill>
                <a:srgbClr val="000000"/>
              </a:solidFill>
              <a:latin typeface="Arial"/>
              <a:ea typeface="Arial"/>
              <a:cs typeface="Arial"/>
              <a:sym typeface="Arial"/>
            </a:endParaRPr>
          </a:p>
        </p:txBody>
      </p:sp>
      <p:sp>
        <p:nvSpPr>
          <p:cNvPr id="136" name="Google Shape;136;p2"/>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Contenidos</a:t>
            </a:r>
            <a:endParaRPr/>
          </a:p>
        </p:txBody>
      </p:sp>
      <p:sp>
        <p:nvSpPr>
          <p:cNvPr id="137" name="Google Shape;137;p2"/>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38" name="Google Shape;138;p2"/>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39" name="Google Shape;139;p2"/>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4"/>
        <p:cNvGrpSpPr/>
        <p:nvPr/>
      </p:nvGrpSpPr>
      <p:grpSpPr>
        <a:xfrm>
          <a:off x="0" y="0"/>
          <a:ext cx="0" cy="0"/>
          <a:chOff x="0" y="0"/>
          <a:chExt cx="0" cy="0"/>
        </a:xfrm>
      </p:grpSpPr>
      <p:sp>
        <p:nvSpPr>
          <p:cNvPr id="145" name="Google Shape;145;p3"/>
          <p:cNvSpPr/>
          <p:nvPr/>
        </p:nvSpPr>
        <p:spPr>
          <a:xfrm>
            <a:off x="5941080" y="6664680"/>
            <a:ext cx="2157840" cy="312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3"/>
          <p:cNvSpPr/>
          <p:nvPr/>
        </p:nvSpPr>
        <p:spPr>
          <a:xfrm>
            <a:off x="5313839" y="3876610"/>
            <a:ext cx="5659483" cy="1622408"/>
          </a:xfrm>
          <a:prstGeom prst="roundRect">
            <a:avLst>
              <a:gd name="adj" fmla="val 16667"/>
            </a:avLst>
          </a:prstGeom>
          <a:solidFill>
            <a:srgbClr val="DF695B"/>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s-AR" sz="3200" b="1" i="0" u="none" strike="noStrike" cap="none">
                <a:solidFill>
                  <a:srgbClr val="000000"/>
                </a:solidFill>
                <a:latin typeface="Calibri"/>
                <a:ea typeface="Calibri"/>
                <a:cs typeface="Calibri"/>
                <a:sym typeface="Calibri"/>
              </a:rPr>
              <a:t>GCS</a:t>
            </a:r>
            <a:endParaRPr sz="2400" b="1"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a:buNone/>
            </a:pPr>
            <a:r>
              <a:rPr lang="es-AR" sz="2400" b="0" i="0" u="none" strike="noStrike" cap="none">
                <a:solidFill>
                  <a:srgbClr val="000000"/>
                </a:solidFill>
                <a:latin typeface="Calibri"/>
                <a:ea typeface="Calibri"/>
                <a:cs typeface="Calibri"/>
                <a:sym typeface="Calibri"/>
              </a:rPr>
              <a:t>Conjunto de actividades orientadas a gestionar el cambio</a:t>
            </a:r>
            <a:endParaRPr sz="2400" b="0"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47" name="Google Shape;147;p3"/>
          <p:cNvSpPr txBox="1">
            <a:spLocks noGrp="1"/>
          </p:cNvSpPr>
          <p:nvPr>
            <p:ph type="title"/>
          </p:nvPr>
        </p:nvSpPr>
        <p:spPr>
          <a:xfrm>
            <a:off x="456367" y="608530"/>
            <a:ext cx="3194566" cy="2340504"/>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None/>
            </a:pPr>
            <a:r>
              <a:rPr lang="es-AR" sz="4200"/>
              <a:t>GCS</a:t>
            </a:r>
            <a:endParaRPr/>
          </a:p>
        </p:txBody>
      </p:sp>
      <p:sp>
        <p:nvSpPr>
          <p:cNvPr id="148" name="Google Shape;148;p3"/>
          <p:cNvSpPr txBox="1">
            <a:spLocks noGrp="1"/>
          </p:cNvSpPr>
          <p:nvPr>
            <p:ph type="body" idx="1"/>
          </p:nvPr>
        </p:nvSpPr>
        <p:spPr>
          <a:xfrm>
            <a:off x="4791849" y="748961"/>
            <a:ext cx="6703465" cy="5383160"/>
          </a:xfrm>
          <a:prstGeom prst="rect">
            <a:avLst/>
          </a:prstGeom>
          <a:noFill/>
          <a:ln>
            <a:noFill/>
          </a:ln>
        </p:spPr>
        <p:txBody>
          <a:bodyPr spcFirstLastPara="1" wrap="square" lIns="0" tIns="45700" rIns="0" bIns="45700" anchor="t" anchorCtr="0">
            <a:noAutofit/>
          </a:bodyPr>
          <a:lstStyle/>
          <a:p>
            <a:pPr marL="571680" lvl="0" indent="-571680" algn="l" rtl="0">
              <a:lnSpc>
                <a:spcPct val="85000"/>
              </a:lnSpc>
              <a:spcBef>
                <a:spcPts val="0"/>
              </a:spcBef>
              <a:spcAft>
                <a:spcPts val="0"/>
              </a:spcAft>
              <a:buClr>
                <a:srgbClr val="C00000"/>
              </a:buClr>
              <a:buSzPts val="3600"/>
              <a:buFont typeface="Noto Sans Symbols"/>
              <a:buChar char="❖"/>
            </a:pPr>
            <a:r>
              <a:rPr lang="es-AR" sz="3600" dirty="0">
                <a:solidFill>
                  <a:schemeClr val="dk1"/>
                </a:solidFill>
              </a:rPr>
              <a:t>Los cambios suceden </a:t>
            </a:r>
            <a:r>
              <a:rPr lang="es-AR" sz="3600" b="1" dirty="0">
                <a:solidFill>
                  <a:schemeClr val="dk1"/>
                </a:solidFill>
                <a:latin typeface="Bookman Old Style"/>
                <a:ea typeface="Bookman Old Style"/>
                <a:cs typeface="Bookman Old Style"/>
                <a:sym typeface="Bookman Old Style"/>
              </a:rPr>
              <a:t>??</a:t>
            </a:r>
            <a:endParaRPr sz="3600" dirty="0">
              <a:solidFill>
                <a:schemeClr val="dk1"/>
              </a:solidFill>
            </a:endParaRPr>
          </a:p>
          <a:p>
            <a:pPr marL="571680" lvl="0" indent="-343079" algn="l" rtl="0">
              <a:lnSpc>
                <a:spcPct val="85000"/>
              </a:lnSpc>
              <a:spcBef>
                <a:spcPts val="200"/>
              </a:spcBef>
              <a:spcAft>
                <a:spcPts val="0"/>
              </a:spcAft>
              <a:buClr>
                <a:srgbClr val="C00000"/>
              </a:buClr>
              <a:buSzPts val="3600"/>
              <a:buFont typeface="Noto Sans Symbols"/>
              <a:buNone/>
            </a:pPr>
            <a:endParaRPr sz="3600" dirty="0">
              <a:solidFill>
                <a:schemeClr val="dk1"/>
              </a:solidFill>
            </a:endParaRPr>
          </a:p>
          <a:p>
            <a:pPr marL="261938" lvl="2" indent="-228600" algn="l" rtl="0">
              <a:lnSpc>
                <a:spcPct val="100000"/>
              </a:lnSpc>
              <a:spcBef>
                <a:spcPts val="200"/>
              </a:spcBef>
              <a:spcAft>
                <a:spcPts val="0"/>
              </a:spcAft>
              <a:buClr>
                <a:srgbClr val="C00000"/>
              </a:buClr>
              <a:buSzPts val="3600"/>
              <a:buFont typeface="Arial"/>
              <a:buChar char="•"/>
            </a:pPr>
            <a:r>
              <a:rPr lang="es-AR" sz="3600" dirty="0">
                <a:solidFill>
                  <a:schemeClr val="dk1"/>
                </a:solidFill>
              </a:rPr>
              <a:t>	</a:t>
            </a:r>
            <a:r>
              <a:rPr lang="es-AR" sz="3200" dirty="0">
                <a:solidFill>
                  <a:schemeClr val="dk1"/>
                </a:solidFill>
              </a:rPr>
              <a:t>Importancia de controlar los cambios</a:t>
            </a:r>
            <a:endParaRPr dirty="0"/>
          </a:p>
          <a:p>
            <a:pPr marL="261938" lvl="2" indent="-228600" algn="l" rtl="0">
              <a:lnSpc>
                <a:spcPct val="100000"/>
              </a:lnSpc>
              <a:spcBef>
                <a:spcPts val="599"/>
              </a:spcBef>
              <a:spcAft>
                <a:spcPts val="0"/>
              </a:spcAft>
              <a:buClr>
                <a:srgbClr val="C00000"/>
              </a:buClr>
              <a:buSzPts val="3600"/>
              <a:buFont typeface="Arial"/>
              <a:buChar char="•"/>
            </a:pPr>
            <a:r>
              <a:rPr lang="es-AR" sz="3200" dirty="0">
                <a:solidFill>
                  <a:schemeClr val="dk1"/>
                </a:solidFill>
              </a:rPr>
              <a:t>	Perjuicio de no lograr el control</a:t>
            </a:r>
            <a:endParaRPr sz="3200" dirty="0">
              <a:solidFill>
                <a:schemeClr val="dk1"/>
              </a:solidFill>
              <a:latin typeface="Arial"/>
              <a:ea typeface="Arial"/>
              <a:cs typeface="Arial"/>
              <a:sym typeface="Arial"/>
            </a:endParaRPr>
          </a:p>
          <a:p>
            <a:pPr marL="90325" lvl="0" indent="0" algn="l" rtl="0">
              <a:lnSpc>
                <a:spcPct val="90000"/>
              </a:lnSpc>
              <a:spcBef>
                <a:spcPts val="1597"/>
              </a:spcBef>
              <a:spcAft>
                <a:spcPts val="0"/>
              </a:spcAft>
              <a:buSzPts val="1996"/>
              <a:buNone/>
            </a:pPr>
            <a:endParaRPr dirty="0">
              <a:solidFill>
                <a:schemeClr val="dk1"/>
              </a:solidFill>
            </a:endParaRPr>
          </a:p>
        </p:txBody>
      </p:sp>
      <p:sp>
        <p:nvSpPr>
          <p:cNvPr id="149" name="Google Shape;149;p3"/>
          <p:cNvSpPr txBox="1">
            <a:spLocks noGrp="1"/>
          </p:cNvSpPr>
          <p:nvPr>
            <p:ph type="body" idx="2"/>
          </p:nvPr>
        </p:nvSpPr>
        <p:spPr>
          <a:xfrm>
            <a:off x="456367" y="2995846"/>
            <a:ext cx="3194566" cy="345969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600"/>
              <a:buNone/>
            </a:pPr>
            <a:r>
              <a:rPr lang="es-AR" sz="1600"/>
              <a:t>Gestión de la Configuración del Software</a:t>
            </a:r>
            <a:endParaRPr/>
          </a:p>
        </p:txBody>
      </p:sp>
      <p:sp>
        <p:nvSpPr>
          <p:cNvPr id="150" name="Google Shape;150;p3"/>
          <p:cNvSpPr txBox="1">
            <a:spLocks noGrp="1"/>
          </p:cNvSpPr>
          <p:nvPr>
            <p:ph type="dt" idx="10"/>
          </p:nvPr>
        </p:nvSpPr>
        <p:spPr>
          <a:xfrm>
            <a:off x="464291" y="6613551"/>
            <a:ext cx="2614600"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51" name="Google Shape;151;p3"/>
          <p:cNvSpPr txBox="1">
            <a:spLocks noGrp="1"/>
          </p:cNvSpPr>
          <p:nvPr>
            <p:ph type="ftr" idx="11"/>
          </p:nvPr>
        </p:nvSpPr>
        <p:spPr>
          <a:xfrm>
            <a:off x="4791849" y="6613551"/>
            <a:ext cx="4639727"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INGENIERÍA DE SOFTWARE II</a:t>
            </a:r>
            <a:endParaRPr/>
          </a:p>
        </p:txBody>
      </p:sp>
      <p:sp>
        <p:nvSpPr>
          <p:cNvPr id="152" name="Google Shape;152;p3"/>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a:t>
            </a:fld>
            <a:endParaRPr>
              <a:solidFill>
                <a:srgbClr val="000000"/>
              </a:solidFill>
              <a:latin typeface="Times New Roman"/>
              <a:ea typeface="Times New Roman"/>
              <a:cs typeface="Times New Roman"/>
              <a:sym typeface="Times New Roman"/>
            </a:endParaRPr>
          </a:p>
        </p:txBody>
      </p:sp>
      <p:sp>
        <p:nvSpPr>
          <p:cNvPr id="153" name="Google Shape;153;p3"/>
          <p:cNvSpPr/>
          <p:nvPr/>
        </p:nvSpPr>
        <p:spPr>
          <a:xfrm>
            <a:off x="1094964" y="1903362"/>
            <a:ext cx="10138174" cy="45849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571680" marR="0" lvl="0" indent="-343079" algn="l" rtl="0">
              <a:lnSpc>
                <a:spcPct val="85000"/>
              </a:lnSpc>
              <a:spcBef>
                <a:spcPts val="0"/>
              </a:spcBef>
              <a:spcAft>
                <a:spcPts val="0"/>
              </a:spcAft>
              <a:buClr>
                <a:srgbClr val="C00000"/>
              </a:buClr>
              <a:buSzPts val="3600"/>
              <a:buFont typeface="Noto Sans Symbols"/>
              <a:buNone/>
            </a:pPr>
            <a:endParaRPr sz="36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8"/>
          <p:cNvSpPr/>
          <p:nvPr/>
        </p:nvSpPr>
        <p:spPr>
          <a:xfrm>
            <a:off x="5941080" y="6664680"/>
            <a:ext cx="2157840" cy="312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128"/>
          <p:cNvSpPr txBox="1">
            <a:spLocks noGrp="1"/>
          </p:cNvSpPr>
          <p:nvPr>
            <p:ph type="title"/>
          </p:nvPr>
        </p:nvSpPr>
        <p:spPr>
          <a:xfrm>
            <a:off x="1094964" y="865560"/>
            <a:ext cx="10040064" cy="91257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sz="4200"/>
              <a:t>Gestión de la Configuración del Software (GCS)</a:t>
            </a:r>
            <a:endParaRPr/>
          </a:p>
        </p:txBody>
      </p:sp>
      <p:sp>
        <p:nvSpPr>
          <p:cNvPr id="161" name="Google Shape;161;p128"/>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62" name="Google Shape;162;p128"/>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63" name="Google Shape;163;p128"/>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a:t>
            </a:fld>
            <a:endParaRPr>
              <a:solidFill>
                <a:srgbClr val="000000"/>
              </a:solidFill>
              <a:latin typeface="Times New Roman"/>
              <a:ea typeface="Times New Roman"/>
              <a:cs typeface="Times New Roman"/>
              <a:sym typeface="Times New Roman"/>
            </a:endParaRPr>
          </a:p>
        </p:txBody>
      </p:sp>
      <p:sp>
        <p:nvSpPr>
          <p:cNvPr id="164" name="Google Shape;164;p128"/>
          <p:cNvSpPr/>
          <p:nvPr/>
        </p:nvSpPr>
        <p:spPr>
          <a:xfrm>
            <a:off x="1094963" y="1903362"/>
            <a:ext cx="10237065" cy="45849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571680" marR="0" lvl="0" indent="-571680" algn="just" rtl="0">
              <a:lnSpc>
                <a:spcPct val="85000"/>
              </a:lnSpc>
              <a:spcBef>
                <a:spcPts val="0"/>
              </a:spcBef>
              <a:spcAft>
                <a:spcPts val="0"/>
              </a:spcAft>
              <a:buClr>
                <a:srgbClr val="C00000"/>
              </a:buClr>
              <a:buSzPts val="3200"/>
              <a:buFont typeface="Noto Sans Symbols"/>
              <a:buChar char="❖"/>
            </a:pPr>
            <a:r>
              <a:rPr lang="es-AR" sz="3200" b="0" i="0" u="none" strike="noStrike" cap="none">
                <a:solidFill>
                  <a:srgbClr val="000000"/>
                </a:solidFill>
                <a:latin typeface="Calibri"/>
                <a:ea typeface="Calibri"/>
                <a:cs typeface="Calibri"/>
                <a:sym typeface="Calibri"/>
              </a:rPr>
              <a:t>Es el proceso de identificar y definir los elementos en el sistema, controlando el cambio de estos elementos a lo largo de su ciclo de vida, registrando y reportando el estado de los elementos y las solicitudes de cambio, y verificando que los elementos estén completos y que sean los correctos.</a:t>
            </a:r>
            <a:endParaRPr/>
          </a:p>
          <a:p>
            <a:pPr marL="441325" marR="0" lvl="2" indent="0" algn="just" rtl="0">
              <a:lnSpc>
                <a:spcPct val="85000"/>
              </a:lnSpc>
              <a:spcBef>
                <a:spcPts val="0"/>
              </a:spcBef>
              <a:spcAft>
                <a:spcPts val="0"/>
              </a:spcAft>
              <a:buNone/>
            </a:pPr>
            <a:endParaRPr sz="3200" b="0" i="0" u="none" strike="noStrike" cap="none">
              <a:solidFill>
                <a:srgbClr val="000000"/>
              </a:solidFill>
              <a:latin typeface="Calibri"/>
              <a:ea typeface="Calibri"/>
              <a:cs typeface="Calibri"/>
              <a:sym typeface="Calibri"/>
            </a:endParaRPr>
          </a:p>
          <a:p>
            <a:pPr marL="0" marR="0" lvl="2" indent="0" algn="ctr" rtl="0">
              <a:lnSpc>
                <a:spcPct val="85000"/>
              </a:lnSpc>
              <a:spcBef>
                <a:spcPts val="0"/>
              </a:spcBef>
              <a:spcAft>
                <a:spcPts val="0"/>
              </a:spcAft>
              <a:buNone/>
            </a:pPr>
            <a:r>
              <a:rPr lang="es-AR" sz="3200" b="0" i="0" u="none" strike="noStrike" cap="none">
                <a:solidFill>
                  <a:srgbClr val="C00000"/>
                </a:solidFill>
                <a:latin typeface="Calibri"/>
                <a:ea typeface="Calibri"/>
                <a:cs typeface="Calibri"/>
                <a:sym typeface="Calibri"/>
              </a:rPr>
              <a:t>Es una actividad de autoprotección que se aplica durante el proceso del software.</a:t>
            </a:r>
            <a:endParaRPr sz="3200" b="0" i="0" u="none" strike="noStrike" cap="none">
              <a:solidFill>
                <a:srgbClr val="C00000"/>
              </a:solidFill>
              <a:latin typeface="Arial"/>
              <a:ea typeface="Arial"/>
              <a:cs typeface="Arial"/>
              <a:sym typeface="Arial"/>
            </a:endParaRPr>
          </a:p>
          <a:p>
            <a:pPr marL="441325" marR="0" lvl="2" indent="0" algn="just" rtl="0">
              <a:lnSpc>
                <a:spcPct val="85000"/>
              </a:lnSpc>
              <a:spcBef>
                <a:spcPts val="0"/>
              </a:spcBef>
              <a:spcAft>
                <a:spcPts val="0"/>
              </a:spcAft>
              <a:buNone/>
            </a:pP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9"/>
        <p:cNvGrpSpPr/>
        <p:nvPr/>
      </p:nvGrpSpPr>
      <p:grpSpPr>
        <a:xfrm>
          <a:off x="0" y="0"/>
          <a:ext cx="0" cy="0"/>
          <a:chOff x="0" y="0"/>
          <a:chExt cx="0" cy="0"/>
        </a:xfrm>
      </p:grpSpPr>
      <p:sp>
        <p:nvSpPr>
          <p:cNvPr id="170" name="Google Shape;170;p5"/>
          <p:cNvSpPr/>
          <p:nvPr/>
        </p:nvSpPr>
        <p:spPr>
          <a:xfrm>
            <a:off x="1023980" y="1926771"/>
            <a:ext cx="10277674" cy="2269071"/>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620713" marR="0" lvl="0" indent="-620713" algn="just" rtl="0">
              <a:lnSpc>
                <a:spcPct val="85000"/>
              </a:lnSpc>
              <a:spcBef>
                <a:spcPts val="0"/>
              </a:spcBef>
              <a:spcAft>
                <a:spcPts val="0"/>
              </a:spcAft>
              <a:buClr>
                <a:srgbClr val="C00000"/>
              </a:buClr>
              <a:buSzPts val="3200"/>
              <a:buFont typeface="Noto Sans Symbols"/>
              <a:buChar char="❖"/>
            </a:pPr>
            <a:r>
              <a:rPr lang="es-AR" sz="3200" b="0" i="0" u="none" strike="noStrike" cap="none">
                <a:solidFill>
                  <a:srgbClr val="000000"/>
                </a:solidFill>
                <a:latin typeface="Calibri"/>
                <a:ea typeface="Calibri"/>
                <a:cs typeface="Calibri"/>
                <a:sym typeface="Calibri"/>
              </a:rPr>
              <a:t>Todos los involucrados en el proceso de software se relacionan en cierta medida con la gestión del cambio, pero en ocasiones se crean posiciones de apoyo especializadas para administrar el proceso de aseguramiento de la calidad del software.</a:t>
            </a:r>
            <a:endParaRPr sz="3200" b="0" i="0" u="none" strike="noStrike" cap="none">
              <a:solidFill>
                <a:srgbClr val="000000"/>
              </a:solidFill>
              <a:latin typeface="Calibri"/>
              <a:ea typeface="Calibri"/>
              <a:cs typeface="Calibri"/>
              <a:sym typeface="Calibri"/>
            </a:endParaRPr>
          </a:p>
        </p:txBody>
      </p:sp>
      <p:sp>
        <p:nvSpPr>
          <p:cNvPr id="171" name="Google Shape;171;p5"/>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¿Quién hace la GCS?</a:t>
            </a:r>
            <a:endParaRPr/>
          </a:p>
        </p:txBody>
      </p:sp>
      <p:sp>
        <p:nvSpPr>
          <p:cNvPr id="172" name="Google Shape;172;p5"/>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73" name="Google Shape;173;p5"/>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74" name="Google Shape;174;p5"/>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sp>
        <p:nvSpPr>
          <p:cNvPr id="180" name="Google Shape;180;p6"/>
          <p:cNvSpPr/>
          <p:nvPr/>
        </p:nvSpPr>
        <p:spPr>
          <a:xfrm>
            <a:off x="5941080" y="6664680"/>
            <a:ext cx="2157840" cy="312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1" name="Google Shape;181;p6" descr="Diagrama&#10;&#10;El contenido generado por IA puede ser incorrecto."/>
          <p:cNvPicPr preferRelativeResize="0"/>
          <p:nvPr/>
        </p:nvPicPr>
        <p:blipFill rotWithShape="1">
          <a:blip r:embed="rId3">
            <a:alphaModFix/>
          </a:blip>
          <a:srcRect t="11245" b="11921"/>
          <a:stretch/>
        </p:blipFill>
        <p:spPr>
          <a:xfrm>
            <a:off x="1879920" y="2026468"/>
            <a:ext cx="8409934" cy="4000501"/>
          </a:xfrm>
          <a:prstGeom prst="rect">
            <a:avLst/>
          </a:prstGeom>
          <a:noFill/>
          <a:ln>
            <a:noFill/>
          </a:ln>
        </p:spPr>
      </p:pic>
      <p:sp>
        <p:nvSpPr>
          <p:cNvPr id="182" name="Google Shape;182;p6"/>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Elementos de la GCS (ECS)</a:t>
            </a:r>
            <a:endParaRPr/>
          </a:p>
        </p:txBody>
      </p:sp>
      <p:sp>
        <p:nvSpPr>
          <p:cNvPr id="183" name="Google Shape;183;p6"/>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84" name="Google Shape;184;p6"/>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85" name="Google Shape;185;p6"/>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6</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0"/>
        <p:cNvGrpSpPr/>
        <p:nvPr/>
      </p:nvGrpSpPr>
      <p:grpSpPr>
        <a:xfrm>
          <a:off x="0" y="0"/>
          <a:ext cx="0" cy="0"/>
          <a:chOff x="0" y="0"/>
          <a:chExt cx="0" cy="0"/>
        </a:xfrm>
      </p:grpSpPr>
      <p:pic>
        <p:nvPicPr>
          <p:cNvPr id="191" name="Google Shape;191;p7"/>
          <p:cNvPicPr preferRelativeResize="0"/>
          <p:nvPr/>
        </p:nvPicPr>
        <p:blipFill rotWithShape="1">
          <a:blip r:embed="rId3">
            <a:alphaModFix/>
          </a:blip>
          <a:srcRect/>
          <a:stretch/>
        </p:blipFill>
        <p:spPr>
          <a:xfrm>
            <a:off x="900359" y="2481943"/>
            <a:ext cx="10708303" cy="3869872"/>
          </a:xfrm>
          <a:prstGeom prst="rect">
            <a:avLst/>
          </a:prstGeom>
          <a:noFill/>
          <a:ln>
            <a:noFill/>
          </a:ln>
        </p:spPr>
      </p:pic>
      <p:sp>
        <p:nvSpPr>
          <p:cNvPr id="192" name="Google Shape;192;p7"/>
          <p:cNvSpPr/>
          <p:nvPr/>
        </p:nvSpPr>
        <p:spPr>
          <a:xfrm>
            <a:off x="5941080" y="6664680"/>
            <a:ext cx="2157840" cy="312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7"/>
          <p:cNvSpPr/>
          <p:nvPr/>
        </p:nvSpPr>
        <p:spPr>
          <a:xfrm>
            <a:off x="900360" y="1926720"/>
            <a:ext cx="10464326" cy="261309"/>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0" indent="0" algn="just" rtl="0">
              <a:lnSpc>
                <a:spcPct val="85000"/>
              </a:lnSpc>
              <a:spcBef>
                <a:spcPts val="0"/>
              </a:spcBef>
              <a:spcAft>
                <a:spcPts val="0"/>
              </a:spcAft>
              <a:buNone/>
            </a:pPr>
            <a:r>
              <a:rPr lang="es-AR" sz="3600" b="0" i="0" u="none" strike="noStrike" cap="none">
                <a:solidFill>
                  <a:srgbClr val="000000"/>
                </a:solidFill>
                <a:latin typeface="Calibri"/>
                <a:ea typeface="Calibri"/>
                <a:cs typeface="Calibri"/>
                <a:sym typeface="Calibri"/>
              </a:rPr>
              <a:t>¿Cuáles podrían ser elementos de la configuración?</a:t>
            </a:r>
            <a:endParaRPr sz="3600" b="0" i="0" u="none" strike="noStrike" cap="none">
              <a:solidFill>
                <a:srgbClr val="000000"/>
              </a:solidFill>
              <a:latin typeface="Calibri"/>
              <a:ea typeface="Calibri"/>
              <a:cs typeface="Calibri"/>
              <a:sym typeface="Calibri"/>
            </a:endParaRPr>
          </a:p>
        </p:txBody>
      </p:sp>
      <p:sp>
        <p:nvSpPr>
          <p:cNvPr id="194" name="Google Shape;194;p7"/>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Elementos de la GCS (ECS)</a:t>
            </a:r>
            <a:endParaRPr/>
          </a:p>
        </p:txBody>
      </p:sp>
      <p:sp>
        <p:nvSpPr>
          <p:cNvPr id="195" name="Google Shape;195;p7"/>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196" name="Google Shape;196;p7"/>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197" name="Google Shape;197;p7"/>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7</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sp>
        <p:nvSpPr>
          <p:cNvPr id="203" name="Google Shape;203;p8"/>
          <p:cNvSpPr/>
          <p:nvPr/>
        </p:nvSpPr>
        <p:spPr>
          <a:xfrm>
            <a:off x="5941080" y="6664680"/>
            <a:ext cx="2157840" cy="312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4" name="Google Shape;204;p8" descr="Diagrama&#10;&#10;Descripción generada automáticamente"/>
          <p:cNvPicPr preferRelativeResize="0"/>
          <p:nvPr/>
        </p:nvPicPr>
        <p:blipFill rotWithShape="1">
          <a:blip r:embed="rId3">
            <a:alphaModFix/>
          </a:blip>
          <a:srcRect b="7087"/>
          <a:stretch/>
        </p:blipFill>
        <p:spPr>
          <a:xfrm>
            <a:off x="2473007" y="1865803"/>
            <a:ext cx="7223760" cy="4594763"/>
          </a:xfrm>
          <a:prstGeom prst="rect">
            <a:avLst/>
          </a:prstGeom>
          <a:noFill/>
          <a:ln>
            <a:noFill/>
          </a:ln>
        </p:spPr>
      </p:pic>
      <p:sp>
        <p:nvSpPr>
          <p:cNvPr id="205" name="Google Shape;205;p8"/>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Organización de un repositorio de ECS</a:t>
            </a:r>
            <a:endParaRPr/>
          </a:p>
        </p:txBody>
      </p:sp>
      <p:sp>
        <p:nvSpPr>
          <p:cNvPr id="206" name="Google Shape;206;p8"/>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07" name="Google Shape;207;p8"/>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08" name="Google Shape;208;p8"/>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8</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3"/>
        <p:cNvGrpSpPr/>
        <p:nvPr/>
      </p:nvGrpSpPr>
      <p:grpSpPr>
        <a:xfrm>
          <a:off x="0" y="0"/>
          <a:ext cx="0" cy="0"/>
          <a:chOff x="0" y="0"/>
          <a:chExt cx="0" cy="0"/>
        </a:xfrm>
      </p:grpSpPr>
      <p:sp>
        <p:nvSpPr>
          <p:cNvPr id="214" name="Google Shape;214;p9"/>
          <p:cNvSpPr/>
          <p:nvPr/>
        </p:nvSpPr>
        <p:spPr>
          <a:xfrm>
            <a:off x="5941080" y="6664680"/>
            <a:ext cx="2157840" cy="312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9"/>
          <p:cNvSpPr/>
          <p:nvPr/>
        </p:nvSpPr>
        <p:spPr>
          <a:xfrm>
            <a:off x="2377620" y="2113992"/>
            <a:ext cx="7126920" cy="5760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s-AR" sz="3600" b="0" i="0" u="none" strike="noStrike" cap="none">
                <a:solidFill>
                  <a:srgbClr val="000000"/>
                </a:solidFill>
                <a:latin typeface="Calibri"/>
                <a:ea typeface="Calibri"/>
                <a:cs typeface="Calibri"/>
                <a:sym typeface="Calibri"/>
              </a:rPr>
              <a:t>Elementos de la configuración  (ECS)</a:t>
            </a:r>
            <a:endParaRPr sz="3600" b="0" i="0" u="none" strike="noStrike" cap="none">
              <a:solidFill>
                <a:srgbClr val="000000"/>
              </a:solidFill>
              <a:latin typeface="Arial"/>
              <a:ea typeface="Arial"/>
              <a:cs typeface="Arial"/>
              <a:sym typeface="Arial"/>
            </a:endParaRPr>
          </a:p>
        </p:txBody>
      </p:sp>
      <p:sp>
        <p:nvSpPr>
          <p:cNvPr id="216" name="Google Shape;216;p9"/>
          <p:cNvSpPr/>
          <p:nvPr/>
        </p:nvSpPr>
        <p:spPr>
          <a:xfrm>
            <a:off x="3433268" y="3896878"/>
            <a:ext cx="5015623" cy="4737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s-AR" sz="2800" b="0" i="0" u="none" strike="noStrike" cap="none">
                <a:solidFill>
                  <a:srgbClr val="000000"/>
                </a:solidFill>
                <a:latin typeface="Calibri"/>
                <a:ea typeface="Calibri"/>
                <a:cs typeface="Calibri"/>
                <a:sym typeface="Calibri"/>
              </a:rPr>
              <a:t>ECS -  Cambian constantemente</a:t>
            </a:r>
            <a:endParaRPr sz="2800" b="0" i="0" u="none" strike="noStrike" cap="none">
              <a:solidFill>
                <a:srgbClr val="000000"/>
              </a:solidFill>
              <a:latin typeface="Arial"/>
              <a:ea typeface="Arial"/>
              <a:cs typeface="Arial"/>
              <a:sym typeface="Arial"/>
            </a:endParaRPr>
          </a:p>
        </p:txBody>
      </p:sp>
      <p:sp>
        <p:nvSpPr>
          <p:cNvPr id="217" name="Google Shape;217;p9"/>
          <p:cNvSpPr/>
          <p:nvPr/>
        </p:nvSpPr>
        <p:spPr>
          <a:xfrm>
            <a:off x="2847303" y="5395958"/>
            <a:ext cx="6187551" cy="71424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ctr" anchorCtr="0">
            <a:noAutofit/>
          </a:bodyPr>
          <a:lstStyle/>
          <a:p>
            <a:pPr marL="0" marR="0" lvl="0" indent="0" algn="l" rtl="0">
              <a:lnSpc>
                <a:spcPct val="100000"/>
              </a:lnSpc>
              <a:spcBef>
                <a:spcPts val="0"/>
              </a:spcBef>
              <a:spcAft>
                <a:spcPts val="0"/>
              </a:spcAft>
              <a:buClr>
                <a:srgbClr val="000000"/>
              </a:buClr>
              <a:buSzPts val="3200"/>
              <a:buFont typeface="Arial"/>
              <a:buNone/>
            </a:pPr>
            <a:r>
              <a:rPr lang="es-AR" sz="2800" b="0" i="0" u="none" strike="noStrike" cap="none">
                <a:solidFill>
                  <a:srgbClr val="000000"/>
                </a:solidFill>
                <a:latin typeface="Calibri"/>
                <a:ea typeface="Calibri"/>
                <a:cs typeface="Calibri"/>
                <a:sym typeface="Calibri"/>
              </a:rPr>
              <a:t>Control muy exhaustivo de esos cambios</a:t>
            </a:r>
            <a:endParaRPr sz="2800" b="0" i="0" u="none" strike="noStrike" cap="none">
              <a:solidFill>
                <a:srgbClr val="000000"/>
              </a:solidFill>
              <a:latin typeface="Arial"/>
              <a:ea typeface="Arial"/>
              <a:cs typeface="Arial"/>
              <a:sym typeface="Arial"/>
            </a:endParaRPr>
          </a:p>
        </p:txBody>
      </p:sp>
      <p:sp>
        <p:nvSpPr>
          <p:cNvPr id="218" name="Google Shape;218;p9"/>
          <p:cNvSpPr/>
          <p:nvPr/>
        </p:nvSpPr>
        <p:spPr>
          <a:xfrm>
            <a:off x="9765000" y="5077358"/>
            <a:ext cx="2083680" cy="103284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1">
            <a:noAutofit/>
          </a:bodyPr>
          <a:lstStyle/>
          <a:p>
            <a:pPr marL="0" marR="0" lvl="0" indent="0" algn="ctr" rtl="0">
              <a:lnSpc>
                <a:spcPct val="100000"/>
              </a:lnSpc>
              <a:spcBef>
                <a:spcPts val="0"/>
              </a:spcBef>
              <a:spcAft>
                <a:spcPts val="0"/>
              </a:spcAft>
              <a:buClr>
                <a:srgbClr val="000000"/>
              </a:buClr>
              <a:buSzPts val="7200"/>
              <a:buFont typeface="Arial"/>
              <a:buNone/>
            </a:pPr>
            <a:r>
              <a:rPr lang="es-AR" sz="7200" b="0" i="0" u="none" strike="noStrike" cap="none">
                <a:solidFill>
                  <a:srgbClr val="000000"/>
                </a:solidFill>
                <a:latin typeface="Calibri"/>
                <a:ea typeface="Calibri"/>
                <a:cs typeface="Calibri"/>
                <a:sym typeface="Calibri"/>
              </a:rPr>
              <a:t>GCS</a:t>
            </a:r>
            <a:endParaRPr sz="7200" b="0" i="0" u="none" strike="noStrike" cap="none">
              <a:solidFill>
                <a:srgbClr val="000000"/>
              </a:solidFill>
              <a:latin typeface="Arial"/>
              <a:ea typeface="Arial"/>
              <a:cs typeface="Arial"/>
              <a:sym typeface="Arial"/>
            </a:endParaRPr>
          </a:p>
        </p:txBody>
      </p:sp>
      <p:sp>
        <p:nvSpPr>
          <p:cNvPr id="219" name="Google Shape;219;p9"/>
          <p:cNvSpPr/>
          <p:nvPr/>
        </p:nvSpPr>
        <p:spPr>
          <a:xfrm>
            <a:off x="5538960" y="2784663"/>
            <a:ext cx="804240" cy="978480"/>
          </a:xfrm>
          <a:custGeom>
            <a:avLst/>
            <a:gdLst/>
            <a:ahLst/>
            <a:cxnLst/>
            <a:rect l="l" t="t" r="r" b="b"/>
            <a:pathLst>
              <a:path w="2236" h="2720" extrusionOk="0">
                <a:moveTo>
                  <a:pt x="1117" y="0"/>
                </a:moveTo>
                <a:lnTo>
                  <a:pt x="1117" y="1601"/>
                </a:lnTo>
                <a:lnTo>
                  <a:pt x="0" y="1601"/>
                </a:lnTo>
                <a:lnTo>
                  <a:pt x="1117" y="2719"/>
                </a:lnTo>
                <a:lnTo>
                  <a:pt x="2235" y="1601"/>
                </a:lnTo>
                <a:lnTo>
                  <a:pt x="1117" y="1601"/>
                </a:lnTo>
                <a:lnTo>
                  <a:pt x="1117" y="0"/>
                </a:lnTo>
              </a:path>
            </a:pathLst>
          </a:custGeom>
          <a:solidFill>
            <a:srgbClr val="9E1616"/>
          </a:solidFill>
          <a:ln w="12600" cap="flat" cmpd="sng">
            <a:solidFill>
              <a:srgbClr val="2F528F"/>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9"/>
          <p:cNvSpPr/>
          <p:nvPr/>
        </p:nvSpPr>
        <p:spPr>
          <a:xfrm>
            <a:off x="5538960" y="4438503"/>
            <a:ext cx="804240" cy="978480"/>
          </a:xfrm>
          <a:custGeom>
            <a:avLst/>
            <a:gdLst/>
            <a:ahLst/>
            <a:cxnLst/>
            <a:rect l="l" t="t" r="r" b="b"/>
            <a:pathLst>
              <a:path w="2236" h="2720" extrusionOk="0">
                <a:moveTo>
                  <a:pt x="1117" y="0"/>
                </a:moveTo>
                <a:lnTo>
                  <a:pt x="1117" y="1601"/>
                </a:lnTo>
                <a:lnTo>
                  <a:pt x="0" y="1601"/>
                </a:lnTo>
                <a:lnTo>
                  <a:pt x="1117" y="2719"/>
                </a:lnTo>
                <a:lnTo>
                  <a:pt x="2235" y="1601"/>
                </a:lnTo>
                <a:lnTo>
                  <a:pt x="1117" y="1601"/>
                </a:lnTo>
                <a:lnTo>
                  <a:pt x="1117" y="0"/>
                </a:lnTo>
              </a:path>
            </a:pathLst>
          </a:custGeom>
          <a:solidFill>
            <a:srgbClr val="9E1616"/>
          </a:solidFill>
          <a:ln w="12600" cap="flat" cmpd="sng">
            <a:solidFill>
              <a:srgbClr val="2F528F"/>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9"/>
          <p:cNvSpPr/>
          <p:nvPr/>
        </p:nvSpPr>
        <p:spPr>
          <a:xfrm rot="-5400000">
            <a:off x="9000081" y="5272324"/>
            <a:ext cx="804240" cy="978480"/>
          </a:xfrm>
          <a:custGeom>
            <a:avLst/>
            <a:gdLst/>
            <a:ahLst/>
            <a:cxnLst/>
            <a:rect l="l" t="t" r="r" b="b"/>
            <a:pathLst>
              <a:path w="2236" h="2720" extrusionOk="0">
                <a:moveTo>
                  <a:pt x="1117" y="0"/>
                </a:moveTo>
                <a:lnTo>
                  <a:pt x="1117" y="1601"/>
                </a:lnTo>
                <a:lnTo>
                  <a:pt x="0" y="1601"/>
                </a:lnTo>
                <a:lnTo>
                  <a:pt x="1117" y="2719"/>
                </a:lnTo>
                <a:lnTo>
                  <a:pt x="2235" y="1601"/>
                </a:lnTo>
                <a:lnTo>
                  <a:pt x="1117" y="1601"/>
                </a:lnTo>
                <a:lnTo>
                  <a:pt x="1117" y="0"/>
                </a:lnTo>
              </a:path>
            </a:pathLst>
          </a:custGeom>
          <a:solidFill>
            <a:srgbClr val="9E1616"/>
          </a:solidFill>
          <a:ln w="12600" cap="flat" cmpd="sng">
            <a:solidFill>
              <a:srgbClr val="2F528F"/>
            </a:solidFill>
            <a:prstDash val="solid"/>
            <a:miter lim="8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9"/>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sz="4200"/>
              <a:t>Gestión de la Configuración del Software (GCS)</a:t>
            </a:r>
            <a:endParaRPr/>
          </a:p>
        </p:txBody>
      </p:sp>
      <p:sp>
        <p:nvSpPr>
          <p:cNvPr id="223" name="Google Shape;223;p9"/>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24" name="Google Shape;224;p9"/>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25" name="Google Shape;225;p9"/>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9</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1"/>
        <p:cNvGrpSpPr/>
        <p:nvPr/>
      </p:nvGrpSpPr>
      <p:grpSpPr>
        <a:xfrm>
          <a:off x="0" y="0"/>
          <a:ext cx="0" cy="0"/>
          <a:chOff x="0" y="0"/>
          <a:chExt cx="0" cy="0"/>
        </a:xfrm>
      </p:grpSpPr>
      <p:sp>
        <p:nvSpPr>
          <p:cNvPr id="232" name="Google Shape;232;p10"/>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10"/>
          <p:cNvSpPr/>
          <p:nvPr/>
        </p:nvSpPr>
        <p:spPr>
          <a:xfrm>
            <a:off x="5941080" y="6664680"/>
            <a:ext cx="2157840" cy="312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34" name="Google Shape;234;p10" descr="Texto&#10;&#10;El contenido generado por IA puede ser incorrecto."/>
          <p:cNvPicPr preferRelativeResize="0"/>
          <p:nvPr/>
        </p:nvPicPr>
        <p:blipFill rotWithShape="1">
          <a:blip r:embed="rId3">
            <a:alphaModFix/>
          </a:blip>
          <a:srcRect t="6832"/>
          <a:stretch/>
        </p:blipFill>
        <p:spPr>
          <a:xfrm>
            <a:off x="863545" y="1855890"/>
            <a:ext cx="10932430" cy="4275179"/>
          </a:xfrm>
          <a:prstGeom prst="rect">
            <a:avLst/>
          </a:prstGeom>
          <a:noFill/>
          <a:ln>
            <a:noFill/>
          </a:ln>
        </p:spPr>
      </p:pic>
      <p:sp>
        <p:nvSpPr>
          <p:cNvPr id="235" name="Google Shape;235;p10"/>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sz="4200"/>
              <a:t>Gestión de la Configuración del Software (GCS)</a:t>
            </a:r>
            <a:endParaRPr/>
          </a:p>
        </p:txBody>
      </p:sp>
      <p:sp>
        <p:nvSpPr>
          <p:cNvPr id="236" name="Google Shape;236;p10"/>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37" name="Google Shape;237;p10"/>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38" name="Google Shape;238;p10"/>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10</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4"/>
        <p:cNvGrpSpPr/>
        <p:nvPr/>
      </p:nvGrpSpPr>
      <p:grpSpPr>
        <a:xfrm>
          <a:off x="0" y="0"/>
          <a:ext cx="0" cy="0"/>
          <a:chOff x="0" y="0"/>
          <a:chExt cx="0" cy="0"/>
        </a:xfrm>
      </p:grpSpPr>
      <p:sp>
        <p:nvSpPr>
          <p:cNvPr id="245" name="Google Shape;245;p11"/>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11"/>
          <p:cNvSpPr/>
          <p:nvPr/>
        </p:nvSpPr>
        <p:spPr>
          <a:xfrm>
            <a:off x="5941080" y="6664680"/>
            <a:ext cx="2157840" cy="312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1"/>
          <p:cNvSpPr/>
          <p:nvPr/>
        </p:nvSpPr>
        <p:spPr>
          <a:xfrm>
            <a:off x="977701" y="1904040"/>
            <a:ext cx="10370656" cy="50727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571680" marR="0" lvl="0" indent="-571680" algn="just" rtl="0">
              <a:lnSpc>
                <a:spcPct val="100000"/>
              </a:lnSpc>
              <a:spcBef>
                <a:spcPts val="0"/>
              </a:spcBef>
              <a:spcAft>
                <a:spcPts val="0"/>
              </a:spcAft>
              <a:buClr>
                <a:srgbClr val="C00000"/>
              </a:buClr>
              <a:buSzPts val="3600"/>
              <a:buFont typeface="Noto Sans Symbols"/>
              <a:buChar char="❖"/>
            </a:pPr>
            <a:r>
              <a:rPr lang="es-AR" sz="3200" b="0" i="0" u="none" strike="noStrike" cap="none">
                <a:solidFill>
                  <a:srgbClr val="000000"/>
                </a:solidFill>
                <a:latin typeface="Calibri"/>
                <a:ea typeface="Calibri"/>
                <a:cs typeface="Calibri"/>
                <a:sym typeface="Calibri"/>
              </a:rPr>
              <a:t>El cambio se puede producir en cualquier momento.</a:t>
            </a:r>
            <a:endParaRPr/>
          </a:p>
          <a:p>
            <a:pPr marL="571680" marR="0" lvl="0" indent="-571680" algn="just" rtl="0">
              <a:lnSpc>
                <a:spcPct val="100000"/>
              </a:lnSpc>
              <a:spcBef>
                <a:spcPts val="0"/>
              </a:spcBef>
              <a:spcAft>
                <a:spcPts val="0"/>
              </a:spcAft>
              <a:buClr>
                <a:srgbClr val="C00000"/>
              </a:buClr>
              <a:buSzPts val="3600"/>
              <a:buFont typeface="Noto Sans Symbols"/>
              <a:buChar char="❖"/>
            </a:pPr>
            <a:r>
              <a:rPr lang="es-AR" sz="3200" b="0" i="0" u="none" strike="noStrike" cap="none">
                <a:solidFill>
                  <a:srgbClr val="000000"/>
                </a:solidFill>
                <a:latin typeface="Calibri"/>
                <a:ea typeface="Calibri"/>
                <a:cs typeface="Calibri"/>
                <a:sym typeface="Calibri"/>
              </a:rPr>
              <a:t>Las actividades de la GCS sirven para:</a:t>
            </a:r>
            <a:endParaRPr sz="3200" b="0" i="0" u="none" strike="noStrike" cap="none">
              <a:solidFill>
                <a:srgbClr val="000000"/>
              </a:solidFill>
              <a:latin typeface="Calibri"/>
              <a:ea typeface="Calibri"/>
              <a:cs typeface="Calibri"/>
              <a:sym typeface="Calibri"/>
            </a:endParaRPr>
          </a:p>
          <a:p>
            <a:pPr marL="898525" marR="0" lvl="2" indent="-457200" algn="just" rtl="0">
              <a:lnSpc>
                <a:spcPct val="100000"/>
              </a:lnSpc>
              <a:spcBef>
                <a:spcPts val="0"/>
              </a:spcBef>
              <a:spcAft>
                <a:spcPts val="0"/>
              </a:spcAft>
              <a:buClr>
                <a:srgbClr val="C00000"/>
              </a:buClr>
              <a:buSzPts val="3600"/>
              <a:buFont typeface="Arial"/>
              <a:buChar char="•"/>
            </a:pPr>
            <a:r>
              <a:rPr lang="es-AR" sz="2800" b="0" i="0" u="none" strike="noStrike" cap="none">
                <a:solidFill>
                  <a:srgbClr val="000000"/>
                </a:solidFill>
                <a:latin typeface="Calibri"/>
                <a:ea typeface="Calibri"/>
                <a:cs typeface="Calibri"/>
                <a:sym typeface="Calibri"/>
              </a:rPr>
              <a:t>Identificar el cambio</a:t>
            </a:r>
            <a:endParaRPr sz="2800" b="0" i="0" u="none" strike="noStrike" cap="none">
              <a:solidFill>
                <a:srgbClr val="000000"/>
              </a:solidFill>
              <a:latin typeface="Calibri"/>
              <a:ea typeface="Calibri"/>
              <a:cs typeface="Calibri"/>
              <a:sym typeface="Calibri"/>
            </a:endParaRPr>
          </a:p>
          <a:p>
            <a:pPr marL="898525" marR="0" lvl="2" indent="-457200" algn="just" rtl="0">
              <a:lnSpc>
                <a:spcPct val="100000"/>
              </a:lnSpc>
              <a:spcBef>
                <a:spcPts val="0"/>
              </a:spcBef>
              <a:spcAft>
                <a:spcPts val="0"/>
              </a:spcAft>
              <a:buClr>
                <a:srgbClr val="C00000"/>
              </a:buClr>
              <a:buSzPts val="3600"/>
              <a:buFont typeface="Arial"/>
              <a:buChar char="•"/>
            </a:pPr>
            <a:r>
              <a:rPr lang="es-AR" sz="2800" b="0" i="0" u="none" strike="noStrike" cap="none">
                <a:solidFill>
                  <a:srgbClr val="000000"/>
                </a:solidFill>
                <a:latin typeface="Calibri"/>
                <a:ea typeface="Calibri"/>
                <a:cs typeface="Calibri"/>
                <a:sym typeface="Calibri"/>
              </a:rPr>
              <a:t>Controlar el cambio</a:t>
            </a:r>
            <a:endParaRPr sz="2800" b="0" i="0" u="none" strike="noStrike" cap="none">
              <a:solidFill>
                <a:srgbClr val="000000"/>
              </a:solidFill>
              <a:latin typeface="Calibri"/>
              <a:ea typeface="Calibri"/>
              <a:cs typeface="Calibri"/>
              <a:sym typeface="Calibri"/>
            </a:endParaRPr>
          </a:p>
          <a:p>
            <a:pPr marL="898525" marR="0" lvl="2" indent="-457200" algn="just" rtl="0">
              <a:lnSpc>
                <a:spcPct val="100000"/>
              </a:lnSpc>
              <a:spcBef>
                <a:spcPts val="0"/>
              </a:spcBef>
              <a:spcAft>
                <a:spcPts val="0"/>
              </a:spcAft>
              <a:buClr>
                <a:srgbClr val="C00000"/>
              </a:buClr>
              <a:buSzPts val="3600"/>
              <a:buFont typeface="Arial"/>
              <a:buChar char="•"/>
            </a:pPr>
            <a:r>
              <a:rPr lang="es-AR" sz="2800" b="0" i="0" u="none" strike="noStrike" cap="none">
                <a:solidFill>
                  <a:srgbClr val="000000"/>
                </a:solidFill>
                <a:latin typeface="Calibri"/>
                <a:ea typeface="Calibri"/>
                <a:cs typeface="Calibri"/>
                <a:sym typeface="Calibri"/>
              </a:rPr>
              <a:t>Garantizar que el cambio se implemente adecuadamente</a:t>
            </a:r>
            <a:endParaRPr sz="2800" b="0" i="0" u="none" strike="noStrike" cap="none">
              <a:solidFill>
                <a:srgbClr val="000000"/>
              </a:solidFill>
              <a:latin typeface="Calibri"/>
              <a:ea typeface="Calibri"/>
              <a:cs typeface="Calibri"/>
              <a:sym typeface="Calibri"/>
            </a:endParaRPr>
          </a:p>
          <a:p>
            <a:pPr marL="898525" marR="0" lvl="2" indent="-457200" algn="just" rtl="0">
              <a:lnSpc>
                <a:spcPct val="100000"/>
              </a:lnSpc>
              <a:spcBef>
                <a:spcPts val="0"/>
              </a:spcBef>
              <a:spcAft>
                <a:spcPts val="0"/>
              </a:spcAft>
              <a:buClr>
                <a:srgbClr val="C00000"/>
              </a:buClr>
              <a:buSzPts val="3600"/>
              <a:buFont typeface="Arial"/>
              <a:buChar char="•"/>
            </a:pPr>
            <a:r>
              <a:rPr lang="es-AR" sz="2800" b="0" i="0" u="none" strike="noStrike" cap="none">
                <a:solidFill>
                  <a:srgbClr val="000000"/>
                </a:solidFill>
                <a:latin typeface="Calibri"/>
                <a:ea typeface="Calibri"/>
                <a:cs typeface="Calibri"/>
                <a:sym typeface="Calibri"/>
              </a:rPr>
              <a:t>Informar del cambio a todos aquellos que  puedan estar afectados</a:t>
            </a:r>
            <a:endParaRPr sz="2800" b="0" i="0" u="none" strike="noStrike" cap="none">
              <a:solidFill>
                <a:srgbClr val="000000"/>
              </a:solidFill>
              <a:latin typeface="Calibri"/>
              <a:ea typeface="Calibri"/>
              <a:cs typeface="Calibri"/>
              <a:sym typeface="Calibri"/>
            </a:endParaRPr>
          </a:p>
          <a:p>
            <a:pPr marL="571680" marR="0" lvl="0" indent="-343079" algn="just" rtl="0">
              <a:lnSpc>
                <a:spcPct val="100000"/>
              </a:lnSpc>
              <a:spcBef>
                <a:spcPts val="0"/>
              </a:spcBef>
              <a:spcAft>
                <a:spcPts val="0"/>
              </a:spcAft>
              <a:buClr>
                <a:srgbClr val="C00000"/>
              </a:buClr>
              <a:buSzPts val="3600"/>
              <a:buFont typeface="Noto Sans Symbols"/>
              <a:buNone/>
            </a:pPr>
            <a:endParaRPr sz="3200" b="0" i="0" u="none" strike="noStrike" cap="none">
              <a:solidFill>
                <a:srgbClr val="000000"/>
              </a:solidFill>
              <a:latin typeface="Calibri"/>
              <a:ea typeface="Calibri"/>
              <a:cs typeface="Calibri"/>
              <a:sym typeface="Calibri"/>
            </a:endParaRPr>
          </a:p>
        </p:txBody>
      </p:sp>
      <p:sp>
        <p:nvSpPr>
          <p:cNvPr id="248" name="Google Shape;248;p11"/>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sz="4200"/>
              <a:t>Gestión de la Configuración del Software (GCS)</a:t>
            </a:r>
            <a:endParaRPr/>
          </a:p>
        </p:txBody>
      </p:sp>
      <p:sp>
        <p:nvSpPr>
          <p:cNvPr id="249" name="Google Shape;249;p11"/>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50" name="Google Shape;250;p11"/>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51" name="Google Shape;251;p11"/>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11</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6"/>
        <p:cNvGrpSpPr/>
        <p:nvPr/>
      </p:nvGrpSpPr>
      <p:grpSpPr>
        <a:xfrm>
          <a:off x="0" y="0"/>
          <a:ext cx="0" cy="0"/>
          <a:chOff x="0" y="0"/>
          <a:chExt cx="0" cy="0"/>
        </a:xfrm>
      </p:grpSpPr>
      <p:sp>
        <p:nvSpPr>
          <p:cNvPr id="257" name="Google Shape;257;p12"/>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12"/>
          <p:cNvSpPr/>
          <p:nvPr/>
        </p:nvSpPr>
        <p:spPr>
          <a:xfrm>
            <a:off x="902723" y="1778134"/>
            <a:ext cx="10424545" cy="45849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571680" marR="0" lvl="1" indent="-571680" algn="just" rtl="0">
              <a:lnSpc>
                <a:spcPct val="100000"/>
              </a:lnSpc>
              <a:spcBef>
                <a:spcPts val="0"/>
              </a:spcBef>
              <a:spcAft>
                <a:spcPts val="0"/>
              </a:spcAft>
              <a:buClr>
                <a:srgbClr val="C00000"/>
              </a:buClr>
              <a:buSzPts val="3200"/>
              <a:buFont typeface="Noto Sans Symbols"/>
              <a:buChar char="❖"/>
            </a:pPr>
            <a:r>
              <a:rPr lang="es-AR" sz="3200" b="0" i="0" u="none" strike="noStrike" cap="none">
                <a:solidFill>
                  <a:srgbClr val="000000"/>
                </a:solidFill>
                <a:latin typeface="Calibri"/>
                <a:ea typeface="Calibri"/>
                <a:cs typeface="Calibri"/>
                <a:sym typeface="Calibri"/>
              </a:rPr>
              <a:t>Una línea base es un concepto de GCS que nos ayuda a controlar los cambios.</a:t>
            </a:r>
            <a:endParaRPr sz="3200" b="0" i="0" u="none" strike="noStrike" cap="none">
              <a:solidFill>
                <a:srgbClr val="000000"/>
              </a:solidFill>
              <a:latin typeface="Calibri"/>
              <a:ea typeface="Calibri"/>
              <a:cs typeface="Calibri"/>
              <a:sym typeface="Calibri"/>
            </a:endParaRPr>
          </a:p>
          <a:p>
            <a:pPr marL="571680" marR="0" lvl="1" indent="-571680" algn="just" rtl="0">
              <a:lnSpc>
                <a:spcPct val="100000"/>
              </a:lnSpc>
              <a:spcBef>
                <a:spcPts val="0"/>
              </a:spcBef>
              <a:spcAft>
                <a:spcPts val="0"/>
              </a:spcAft>
              <a:buClr>
                <a:srgbClr val="C00000"/>
              </a:buClr>
              <a:buSzPts val="3200"/>
              <a:buFont typeface="Noto Sans Symbols"/>
              <a:buChar char="❖"/>
            </a:pPr>
            <a:r>
              <a:rPr lang="es-AR" sz="3200" b="0" i="0" u="none" strike="noStrike" cap="none">
                <a:solidFill>
                  <a:srgbClr val="000000"/>
                </a:solidFill>
                <a:latin typeface="Calibri"/>
                <a:ea typeface="Calibri"/>
                <a:cs typeface="Calibri"/>
                <a:sym typeface="Calibri"/>
              </a:rPr>
              <a:t>Definición de la IEEE:</a:t>
            </a:r>
            <a:endParaRPr sz="3200" b="0" i="0" u="none" strike="noStrike" cap="none">
              <a:solidFill>
                <a:srgbClr val="000000"/>
              </a:solidFill>
              <a:latin typeface="Calibri"/>
              <a:ea typeface="Calibri"/>
              <a:cs typeface="Calibri"/>
              <a:sym typeface="Calibri"/>
            </a:endParaRPr>
          </a:p>
          <a:p>
            <a:pPr marL="898525" marR="0" lvl="2" indent="-457200" algn="just" rtl="0">
              <a:lnSpc>
                <a:spcPct val="100000"/>
              </a:lnSpc>
              <a:spcBef>
                <a:spcPts val="0"/>
              </a:spcBef>
              <a:spcAft>
                <a:spcPts val="0"/>
              </a:spcAft>
              <a:buClr>
                <a:srgbClr val="C00000"/>
              </a:buClr>
              <a:buSzPts val="3600"/>
              <a:buFont typeface="Arial"/>
              <a:buChar char="•"/>
            </a:pPr>
            <a:r>
              <a:rPr lang="es-AR" sz="2800" b="0" i="0" u="none" strike="noStrike" cap="none">
                <a:solidFill>
                  <a:srgbClr val="000000"/>
                </a:solidFill>
                <a:latin typeface="Calibri"/>
                <a:ea typeface="Calibri"/>
                <a:cs typeface="Calibri"/>
                <a:sym typeface="Calibri"/>
              </a:rPr>
              <a:t>Una especificación o producto que se ha revisado formalmente y sobre el que se ha llegado a un acuerdo, y que de ahí en adelante sirve como base para un desarrollo posterior y que puede cambiarse solamente a través de procedimientos formales de control de cambio.</a:t>
            </a:r>
            <a:endParaRPr sz="2800" b="0" i="0" u="none" strike="noStrike" cap="none">
              <a:solidFill>
                <a:srgbClr val="000000"/>
              </a:solidFill>
              <a:latin typeface="Calibri"/>
              <a:ea typeface="Calibri"/>
              <a:cs typeface="Calibri"/>
              <a:sym typeface="Calibri"/>
            </a:endParaRPr>
          </a:p>
          <a:p>
            <a:pPr marL="0" marR="0" lvl="0" indent="0" algn="just" rtl="0">
              <a:lnSpc>
                <a:spcPct val="100000"/>
              </a:lnSpc>
              <a:spcBef>
                <a:spcPts val="0"/>
              </a:spcBef>
              <a:spcAft>
                <a:spcPts val="0"/>
              </a:spcAft>
              <a:buNone/>
            </a:pPr>
            <a:endParaRPr sz="3200" b="0" i="0" u="none" strike="noStrike" cap="none">
              <a:solidFill>
                <a:srgbClr val="000000"/>
              </a:solidFill>
              <a:latin typeface="Calibri"/>
              <a:ea typeface="Calibri"/>
              <a:cs typeface="Calibri"/>
              <a:sym typeface="Calibri"/>
            </a:endParaRPr>
          </a:p>
        </p:txBody>
      </p:sp>
      <p:sp>
        <p:nvSpPr>
          <p:cNvPr id="259" name="Google Shape;259;p12"/>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Línea base</a:t>
            </a:r>
            <a:endParaRPr/>
          </a:p>
        </p:txBody>
      </p:sp>
      <p:sp>
        <p:nvSpPr>
          <p:cNvPr id="260" name="Google Shape;260;p12"/>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61" name="Google Shape;261;p12"/>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62" name="Google Shape;262;p12"/>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7"/>
        <p:cNvGrpSpPr/>
        <p:nvPr/>
      </p:nvGrpSpPr>
      <p:grpSpPr>
        <a:xfrm>
          <a:off x="0" y="0"/>
          <a:ext cx="0" cy="0"/>
          <a:chOff x="0" y="0"/>
          <a:chExt cx="0" cy="0"/>
        </a:xfrm>
      </p:grpSpPr>
      <p:sp>
        <p:nvSpPr>
          <p:cNvPr id="268" name="Google Shape;268;p129"/>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129"/>
          <p:cNvSpPr/>
          <p:nvPr/>
        </p:nvSpPr>
        <p:spPr>
          <a:xfrm>
            <a:off x="902723" y="1778134"/>
            <a:ext cx="10424545" cy="45849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571680" marR="0" lvl="1" indent="-571680" algn="just" rtl="0">
              <a:lnSpc>
                <a:spcPct val="100000"/>
              </a:lnSpc>
              <a:spcBef>
                <a:spcPts val="0"/>
              </a:spcBef>
              <a:spcAft>
                <a:spcPts val="0"/>
              </a:spcAft>
              <a:buClr>
                <a:srgbClr val="C00000"/>
              </a:buClr>
              <a:buSzPts val="3200"/>
              <a:buFont typeface="Noto Sans Symbols"/>
              <a:buChar char="❖"/>
            </a:pPr>
            <a:r>
              <a:rPr lang="es-AR" sz="3200" b="0" i="0" u="none" strike="noStrike" cap="none">
                <a:solidFill>
                  <a:srgbClr val="000000"/>
                </a:solidFill>
                <a:latin typeface="Calibri"/>
                <a:ea typeface="Calibri"/>
                <a:cs typeface="Calibri"/>
                <a:sym typeface="Calibri"/>
              </a:rPr>
              <a:t>En el contexto de la Ingeniería de Software:</a:t>
            </a:r>
            <a:endParaRPr sz="3200" b="0" i="0" u="none" strike="noStrike" cap="none">
              <a:solidFill>
                <a:srgbClr val="000000"/>
              </a:solidFill>
              <a:latin typeface="Calibri"/>
              <a:ea typeface="Calibri"/>
              <a:cs typeface="Calibri"/>
              <a:sym typeface="Calibri"/>
            </a:endParaRPr>
          </a:p>
          <a:p>
            <a:pPr marL="898525" marR="0" lvl="2" indent="-457200" algn="just" rtl="0">
              <a:lnSpc>
                <a:spcPct val="100000"/>
              </a:lnSpc>
              <a:spcBef>
                <a:spcPts val="0"/>
              </a:spcBef>
              <a:spcAft>
                <a:spcPts val="0"/>
              </a:spcAft>
              <a:buClr>
                <a:srgbClr val="C00000"/>
              </a:buClr>
              <a:buSzPts val="3600"/>
              <a:buFont typeface="Arial"/>
              <a:buChar char="•"/>
            </a:pPr>
            <a:r>
              <a:rPr lang="es-AR" sz="2800" b="0" i="0" u="none" strike="noStrike" cap="none">
                <a:solidFill>
                  <a:srgbClr val="000000"/>
                </a:solidFill>
                <a:latin typeface="Calibri"/>
                <a:ea typeface="Calibri"/>
                <a:cs typeface="Calibri"/>
                <a:sym typeface="Calibri"/>
              </a:rPr>
              <a:t>Una línea base es un punto de referencia en el desarrollo del software que queda marcado por el envío de uno o más ECS y su aprobación.</a:t>
            </a:r>
            <a:endParaRPr sz="2800" b="0" i="0" u="none" strike="noStrike" cap="none">
              <a:solidFill>
                <a:srgbClr val="000000"/>
              </a:solidFill>
              <a:latin typeface="Calibri"/>
              <a:ea typeface="Calibri"/>
              <a:cs typeface="Calibri"/>
              <a:sym typeface="Calibri"/>
            </a:endParaRPr>
          </a:p>
          <a:p>
            <a:pPr marL="571680" marR="0" lvl="0" indent="-343079" algn="just" rtl="0">
              <a:lnSpc>
                <a:spcPct val="100000"/>
              </a:lnSpc>
              <a:spcBef>
                <a:spcPts val="0"/>
              </a:spcBef>
              <a:spcAft>
                <a:spcPts val="0"/>
              </a:spcAft>
              <a:buClr>
                <a:srgbClr val="C00000"/>
              </a:buClr>
              <a:buSzPts val="3600"/>
              <a:buFont typeface="Noto Sans Symbols"/>
              <a:buNone/>
            </a:pPr>
            <a:endParaRPr sz="3200" b="0" i="0" u="none" strike="noStrike" cap="none">
              <a:solidFill>
                <a:srgbClr val="000000"/>
              </a:solidFill>
              <a:latin typeface="Calibri"/>
              <a:ea typeface="Calibri"/>
              <a:cs typeface="Calibri"/>
              <a:sym typeface="Calibri"/>
            </a:endParaRPr>
          </a:p>
        </p:txBody>
      </p:sp>
      <p:pic>
        <p:nvPicPr>
          <p:cNvPr id="270" name="Google Shape;270;p129"/>
          <p:cNvPicPr preferRelativeResize="0"/>
          <p:nvPr/>
        </p:nvPicPr>
        <p:blipFill rotWithShape="1">
          <a:blip r:embed="rId3">
            <a:alphaModFix/>
          </a:blip>
          <a:srcRect/>
          <a:stretch/>
        </p:blipFill>
        <p:spPr>
          <a:xfrm>
            <a:off x="1290635" y="3846523"/>
            <a:ext cx="9648720" cy="2189520"/>
          </a:xfrm>
          <a:prstGeom prst="rect">
            <a:avLst/>
          </a:prstGeom>
          <a:noFill/>
          <a:ln w="38150" cap="flat" cmpd="sng">
            <a:solidFill>
              <a:srgbClr val="000000"/>
            </a:solidFill>
            <a:prstDash val="solid"/>
            <a:miter lim="8000"/>
            <a:headEnd type="none" w="sm" len="sm"/>
            <a:tailEnd type="none" w="sm" len="sm"/>
          </a:ln>
        </p:spPr>
      </p:pic>
      <p:sp>
        <p:nvSpPr>
          <p:cNvPr id="271" name="Google Shape;271;p129"/>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Línea base</a:t>
            </a:r>
            <a:endParaRPr/>
          </a:p>
        </p:txBody>
      </p:sp>
      <p:sp>
        <p:nvSpPr>
          <p:cNvPr id="272" name="Google Shape;272;p129"/>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73" name="Google Shape;273;p129"/>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74" name="Google Shape;274;p129"/>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13</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8"/>
        <p:cNvGrpSpPr/>
        <p:nvPr/>
      </p:nvGrpSpPr>
      <p:grpSpPr>
        <a:xfrm>
          <a:off x="0" y="0"/>
          <a:ext cx="0" cy="0"/>
          <a:chOff x="0" y="0"/>
          <a:chExt cx="0" cy="0"/>
        </a:xfrm>
      </p:grpSpPr>
      <p:pic>
        <p:nvPicPr>
          <p:cNvPr id="279" name="Google Shape;279;p13"/>
          <p:cNvPicPr preferRelativeResize="0"/>
          <p:nvPr/>
        </p:nvPicPr>
        <p:blipFill rotWithShape="1">
          <a:blip r:embed="rId3">
            <a:alphaModFix/>
          </a:blip>
          <a:srcRect b="8161"/>
          <a:stretch/>
        </p:blipFill>
        <p:spPr>
          <a:xfrm>
            <a:off x="1962096" y="1892437"/>
            <a:ext cx="8305799" cy="4296095"/>
          </a:xfrm>
          <a:prstGeom prst="rect">
            <a:avLst/>
          </a:prstGeom>
          <a:noFill/>
          <a:ln>
            <a:noFill/>
          </a:ln>
        </p:spPr>
      </p:pic>
      <p:sp>
        <p:nvSpPr>
          <p:cNvPr id="280" name="Google Shape;280;p13"/>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Línea base</a:t>
            </a:r>
            <a:endParaRPr/>
          </a:p>
        </p:txBody>
      </p:sp>
      <p:sp>
        <p:nvSpPr>
          <p:cNvPr id="281" name="Google Shape;281;p13"/>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82" name="Google Shape;282;p13"/>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83" name="Google Shape;283;p13"/>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14</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8"/>
        <p:cNvGrpSpPr/>
        <p:nvPr/>
      </p:nvGrpSpPr>
      <p:grpSpPr>
        <a:xfrm>
          <a:off x="0" y="0"/>
          <a:ext cx="0" cy="0"/>
          <a:chOff x="0" y="0"/>
          <a:chExt cx="0" cy="0"/>
        </a:xfrm>
      </p:grpSpPr>
      <p:sp>
        <p:nvSpPr>
          <p:cNvPr id="289" name="Google Shape;289;p14"/>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14"/>
          <p:cNvSpPr/>
          <p:nvPr/>
        </p:nvSpPr>
        <p:spPr>
          <a:xfrm>
            <a:off x="865414" y="1778134"/>
            <a:ext cx="10569302" cy="45849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441325" marR="0" lvl="1" indent="-441325" algn="just" rtl="0">
              <a:lnSpc>
                <a:spcPct val="100000"/>
              </a:lnSpc>
              <a:spcBef>
                <a:spcPts val="0"/>
              </a:spcBef>
              <a:spcAft>
                <a:spcPts val="0"/>
              </a:spcAft>
              <a:buClr>
                <a:srgbClr val="C00000"/>
              </a:buClr>
              <a:buSzPts val="2800"/>
              <a:buFont typeface="Noto Sans Symbols"/>
              <a:buChar char="❖"/>
            </a:pPr>
            <a:r>
              <a:rPr lang="es-AR" sz="2800" b="0" i="0" u="none" strike="noStrike" cap="none">
                <a:solidFill>
                  <a:srgbClr val="000000"/>
                </a:solidFill>
                <a:latin typeface="Calibri"/>
                <a:ea typeface="Calibri"/>
                <a:cs typeface="Calibri"/>
                <a:sym typeface="Calibri"/>
              </a:rPr>
              <a:t>¿Cómo identifica y gestiona una organización las diferentes versiones existentes de un programa (y su documentación) de forma que se puedan introducir cambios eficientemente?</a:t>
            </a:r>
            <a:endParaRPr sz="2800" b="0" i="0" u="none" strike="noStrike" cap="none">
              <a:solidFill>
                <a:srgbClr val="000000"/>
              </a:solidFill>
              <a:latin typeface="Calibri"/>
              <a:ea typeface="Calibri"/>
              <a:cs typeface="Calibri"/>
              <a:sym typeface="Calibri"/>
            </a:endParaRPr>
          </a:p>
          <a:p>
            <a:pPr marL="441325" marR="0" lvl="1" indent="-441325" algn="just" rtl="0">
              <a:lnSpc>
                <a:spcPct val="100000"/>
              </a:lnSpc>
              <a:spcBef>
                <a:spcPts val="0"/>
              </a:spcBef>
              <a:spcAft>
                <a:spcPts val="0"/>
              </a:spcAft>
              <a:buClr>
                <a:srgbClr val="C00000"/>
              </a:buClr>
              <a:buSzPts val="2800"/>
              <a:buFont typeface="Noto Sans Symbols"/>
              <a:buChar char="❖"/>
            </a:pPr>
            <a:r>
              <a:rPr lang="es-AR" sz="2800" b="0" i="0" u="none" strike="noStrike" cap="none">
                <a:solidFill>
                  <a:srgbClr val="000000"/>
                </a:solidFill>
                <a:latin typeface="Calibri"/>
                <a:ea typeface="Calibri"/>
                <a:cs typeface="Calibri"/>
                <a:sym typeface="Calibri"/>
              </a:rPr>
              <a:t>¿Cómo controla la organización los cambios antes y después de que el software sea distribuido al cliente?</a:t>
            </a:r>
            <a:endParaRPr sz="2800" b="0" i="0" u="none" strike="noStrike" cap="none">
              <a:solidFill>
                <a:srgbClr val="000000"/>
              </a:solidFill>
              <a:latin typeface="Calibri"/>
              <a:ea typeface="Calibri"/>
              <a:cs typeface="Calibri"/>
              <a:sym typeface="Calibri"/>
            </a:endParaRPr>
          </a:p>
          <a:p>
            <a:pPr marL="441325" marR="0" lvl="1" indent="-441325" algn="just" rtl="0">
              <a:lnSpc>
                <a:spcPct val="100000"/>
              </a:lnSpc>
              <a:spcBef>
                <a:spcPts val="0"/>
              </a:spcBef>
              <a:spcAft>
                <a:spcPts val="0"/>
              </a:spcAft>
              <a:buClr>
                <a:srgbClr val="C00000"/>
              </a:buClr>
              <a:buSzPts val="2800"/>
              <a:buFont typeface="Noto Sans Symbols"/>
              <a:buChar char="❖"/>
            </a:pPr>
            <a:r>
              <a:rPr lang="es-AR" sz="2800" b="0" i="0" u="none" strike="noStrike" cap="none">
                <a:solidFill>
                  <a:srgbClr val="000000"/>
                </a:solidFill>
                <a:latin typeface="Calibri"/>
                <a:ea typeface="Calibri"/>
                <a:cs typeface="Calibri"/>
                <a:sym typeface="Calibri"/>
              </a:rPr>
              <a:t>¿Quién tiene la responsabilidad de aprobar y de asignar prioridades a los cambios?</a:t>
            </a:r>
            <a:endParaRPr sz="2800" b="0" i="0" u="none" strike="noStrike" cap="none">
              <a:solidFill>
                <a:srgbClr val="000000"/>
              </a:solidFill>
              <a:latin typeface="Calibri"/>
              <a:ea typeface="Calibri"/>
              <a:cs typeface="Calibri"/>
              <a:sym typeface="Calibri"/>
            </a:endParaRPr>
          </a:p>
          <a:p>
            <a:pPr marL="441325" marR="0" lvl="1" indent="-441325" algn="just" rtl="0">
              <a:lnSpc>
                <a:spcPct val="100000"/>
              </a:lnSpc>
              <a:spcBef>
                <a:spcPts val="0"/>
              </a:spcBef>
              <a:spcAft>
                <a:spcPts val="0"/>
              </a:spcAft>
              <a:buClr>
                <a:srgbClr val="C00000"/>
              </a:buClr>
              <a:buSzPts val="2800"/>
              <a:buFont typeface="Noto Sans Symbols"/>
              <a:buChar char="❖"/>
            </a:pPr>
            <a:r>
              <a:rPr lang="es-AR" sz="2800" b="0" i="0" u="none" strike="noStrike" cap="none">
                <a:solidFill>
                  <a:srgbClr val="000000"/>
                </a:solidFill>
                <a:latin typeface="Calibri"/>
                <a:ea typeface="Calibri"/>
                <a:cs typeface="Calibri"/>
                <a:sym typeface="Calibri"/>
              </a:rPr>
              <a:t>¿Cómo podemos garantizar que los cambios se han llevado a cabo adecuadamente?</a:t>
            </a:r>
            <a:endParaRPr sz="2800" b="0" i="0" u="none" strike="noStrike" cap="none">
              <a:solidFill>
                <a:srgbClr val="000000"/>
              </a:solidFill>
              <a:latin typeface="Calibri"/>
              <a:ea typeface="Calibri"/>
              <a:cs typeface="Calibri"/>
              <a:sym typeface="Calibri"/>
            </a:endParaRPr>
          </a:p>
          <a:p>
            <a:pPr marL="441325" marR="0" lvl="1" indent="-441325" algn="just" rtl="0">
              <a:lnSpc>
                <a:spcPct val="100000"/>
              </a:lnSpc>
              <a:spcBef>
                <a:spcPts val="0"/>
              </a:spcBef>
              <a:spcAft>
                <a:spcPts val="0"/>
              </a:spcAft>
              <a:buClr>
                <a:srgbClr val="C00000"/>
              </a:buClr>
              <a:buSzPts val="2800"/>
              <a:buFont typeface="Noto Sans Symbols"/>
              <a:buChar char="❖"/>
            </a:pPr>
            <a:r>
              <a:rPr lang="es-AR" sz="2800" b="0" i="0" u="none" strike="noStrike" cap="none">
                <a:solidFill>
                  <a:srgbClr val="000000"/>
                </a:solidFill>
                <a:latin typeface="Calibri"/>
                <a:ea typeface="Calibri"/>
                <a:cs typeface="Calibri"/>
                <a:sym typeface="Calibri"/>
              </a:rPr>
              <a:t>¿Qué mecanismo se usa para avisar a otros de los cambios realizados?</a:t>
            </a:r>
            <a:endParaRPr sz="2800" b="0" i="0" u="none" strike="noStrike" cap="none">
              <a:solidFill>
                <a:srgbClr val="000000"/>
              </a:solidFill>
              <a:latin typeface="Calibri"/>
              <a:ea typeface="Calibri"/>
              <a:cs typeface="Calibri"/>
              <a:sym typeface="Calibri"/>
            </a:endParaRPr>
          </a:p>
        </p:txBody>
      </p:sp>
      <p:sp>
        <p:nvSpPr>
          <p:cNvPr id="291" name="Google Shape;291;p14"/>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Importancia</a:t>
            </a:r>
            <a:endParaRPr/>
          </a:p>
        </p:txBody>
      </p:sp>
      <p:sp>
        <p:nvSpPr>
          <p:cNvPr id="292" name="Google Shape;292;p14"/>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293" name="Google Shape;293;p14"/>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294" name="Google Shape;294;p14"/>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15</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
        <p:cNvGrpSpPr/>
        <p:nvPr/>
      </p:nvGrpSpPr>
      <p:grpSpPr>
        <a:xfrm>
          <a:off x="0" y="0"/>
          <a:ext cx="0" cy="0"/>
          <a:chOff x="0" y="0"/>
          <a:chExt cx="0" cy="0"/>
        </a:xfrm>
      </p:grpSpPr>
      <p:sp>
        <p:nvSpPr>
          <p:cNvPr id="300" name="Google Shape;300;p15"/>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1" name="Google Shape;301;p15" descr="Diagrama&#10;&#10;El contenido generado por IA puede ser incorrecto."/>
          <p:cNvPicPr preferRelativeResize="0"/>
          <p:nvPr/>
        </p:nvPicPr>
        <p:blipFill rotWithShape="1">
          <a:blip r:embed="rId3">
            <a:alphaModFix/>
          </a:blip>
          <a:srcRect t="21261"/>
          <a:stretch/>
        </p:blipFill>
        <p:spPr>
          <a:xfrm>
            <a:off x="775155" y="2079428"/>
            <a:ext cx="10679681" cy="3828103"/>
          </a:xfrm>
          <a:prstGeom prst="rect">
            <a:avLst/>
          </a:prstGeom>
          <a:noFill/>
          <a:ln>
            <a:noFill/>
          </a:ln>
        </p:spPr>
      </p:pic>
      <p:sp>
        <p:nvSpPr>
          <p:cNvPr id="302" name="Google Shape;302;p15"/>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303" name="Google Shape;303;p15"/>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304" name="Google Shape;304;p15"/>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305" name="Google Shape;305;p15"/>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16</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0"/>
        <p:cNvGrpSpPr/>
        <p:nvPr/>
      </p:nvGrpSpPr>
      <p:grpSpPr>
        <a:xfrm>
          <a:off x="0" y="0"/>
          <a:ext cx="0" cy="0"/>
          <a:chOff x="0" y="0"/>
          <a:chExt cx="0" cy="0"/>
        </a:xfrm>
      </p:grpSpPr>
      <p:sp>
        <p:nvSpPr>
          <p:cNvPr id="311" name="Google Shape;311;p16"/>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16"/>
          <p:cNvSpPr/>
          <p:nvPr/>
        </p:nvSpPr>
        <p:spPr>
          <a:xfrm>
            <a:off x="1034747" y="1866245"/>
            <a:ext cx="10512947" cy="290664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l"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1- </a:t>
            </a:r>
            <a:r>
              <a:rPr lang="es-AR" sz="2800" b="1" i="0" u="none" strike="noStrike" cap="none">
                <a:solidFill>
                  <a:srgbClr val="000000"/>
                </a:solidFill>
                <a:latin typeface="Calibri"/>
                <a:ea typeface="Calibri"/>
                <a:cs typeface="Calibri"/>
                <a:sym typeface="Calibri"/>
              </a:rPr>
              <a:t>Identificación de los </a:t>
            </a:r>
            <a:r>
              <a:rPr lang="es-AR" sz="2800" b="1" i="0" u="sng" strike="noStrike" cap="none">
                <a:solidFill>
                  <a:srgbClr val="000000"/>
                </a:solidFill>
                <a:latin typeface="Calibri"/>
                <a:ea typeface="Calibri"/>
                <a:cs typeface="Calibri"/>
                <a:sym typeface="Calibri"/>
              </a:rPr>
              <a:t>elementos</a:t>
            </a:r>
            <a:r>
              <a:rPr lang="es-AR" sz="2800" b="1" i="0" u="none" strike="noStrike" cap="none">
                <a:solidFill>
                  <a:srgbClr val="000000"/>
                </a:solidFill>
                <a:latin typeface="Calibri"/>
                <a:ea typeface="Calibri"/>
                <a:cs typeface="Calibri"/>
                <a:sym typeface="Calibri"/>
              </a:rPr>
              <a:t> en la GCS</a:t>
            </a:r>
            <a:endParaRPr sz="2800" b="0" i="0" u="none" strike="noStrike" cap="none">
              <a:solidFill>
                <a:srgbClr val="000000"/>
              </a:solidFill>
              <a:latin typeface="Arial"/>
              <a:ea typeface="Arial"/>
              <a:cs typeface="Arial"/>
              <a:sym typeface="Arial"/>
            </a:endParaRPr>
          </a:p>
          <a:p>
            <a:pPr marL="457200" marR="0" lvl="3" indent="-177800" algn="l" rtl="0">
              <a:lnSpc>
                <a:spcPct val="85000"/>
              </a:lnSpc>
              <a:spcBef>
                <a:spcPts val="774"/>
              </a:spcBef>
              <a:spcAft>
                <a:spcPts val="0"/>
              </a:spcAft>
              <a:buClr>
                <a:srgbClr val="262626"/>
              </a:buClr>
              <a:buSzPts val="2800"/>
              <a:buFont typeface="Arial"/>
              <a:buChar char=" "/>
            </a:pPr>
            <a:r>
              <a:rPr lang="es-AR" sz="2800" b="0" i="1" u="none" strike="noStrike" cap="none">
                <a:solidFill>
                  <a:srgbClr val="000000"/>
                </a:solidFill>
                <a:latin typeface="Calibri"/>
                <a:ea typeface="Calibri"/>
                <a:cs typeface="Calibri"/>
                <a:sym typeface="Calibri"/>
              </a:rPr>
              <a:t>Nombre: cadena de caracteres sin ambigüedad</a:t>
            </a:r>
            <a:endParaRPr sz="2800" b="0" i="0" u="none" strike="noStrike" cap="none">
              <a:solidFill>
                <a:srgbClr val="000000"/>
              </a:solidFill>
              <a:latin typeface="Arial"/>
              <a:ea typeface="Arial"/>
              <a:cs typeface="Arial"/>
              <a:sym typeface="Arial"/>
            </a:endParaRPr>
          </a:p>
          <a:p>
            <a:pPr marL="457200" marR="0" lvl="3" indent="-177800" algn="l" rtl="0">
              <a:lnSpc>
                <a:spcPct val="85000"/>
              </a:lnSpc>
              <a:spcBef>
                <a:spcPts val="774"/>
              </a:spcBef>
              <a:spcAft>
                <a:spcPts val="0"/>
              </a:spcAft>
              <a:buClr>
                <a:srgbClr val="262626"/>
              </a:buClr>
              <a:buSzPts val="2800"/>
              <a:buFont typeface="Arial"/>
              <a:buChar char=" "/>
            </a:pPr>
            <a:r>
              <a:rPr lang="es-AR" sz="2800" b="0" i="1" u="none" strike="noStrike" cap="none">
                <a:solidFill>
                  <a:srgbClr val="000000"/>
                </a:solidFill>
                <a:latin typeface="Calibri"/>
                <a:ea typeface="Calibri"/>
                <a:cs typeface="Calibri"/>
                <a:sym typeface="Calibri"/>
              </a:rPr>
              <a:t>Descripción:  lista de elementos de datos que identifican:</a:t>
            </a:r>
            <a:endParaRPr sz="2800" b="0" i="0" u="none" strike="noStrike" cap="none">
              <a:solidFill>
                <a:srgbClr val="000000"/>
              </a:solidFill>
              <a:latin typeface="Arial"/>
              <a:ea typeface="Arial"/>
              <a:cs typeface="Arial"/>
              <a:sym typeface="Arial"/>
            </a:endParaRPr>
          </a:p>
          <a:p>
            <a:pPr marL="736600" marR="0" lvl="4" indent="-295275" algn="l" rtl="0">
              <a:lnSpc>
                <a:spcPct val="85000"/>
              </a:lnSpc>
              <a:spcBef>
                <a:spcPts val="774"/>
              </a:spcBef>
              <a:spcAft>
                <a:spcPts val="0"/>
              </a:spcAft>
              <a:buClr>
                <a:srgbClr val="C00000"/>
              </a:buClr>
              <a:buSzPts val="2800"/>
              <a:buFont typeface="Arial"/>
              <a:buChar char="•"/>
            </a:pPr>
            <a:r>
              <a:rPr lang="es-AR" sz="2800" b="0" i="0" u="none" strike="noStrike" cap="none">
                <a:solidFill>
                  <a:srgbClr val="000000"/>
                </a:solidFill>
                <a:latin typeface="Calibri"/>
                <a:ea typeface="Calibri"/>
                <a:cs typeface="Calibri"/>
                <a:sym typeface="Calibri"/>
              </a:rPr>
              <a:t>Tipo de ECS (documento, código fuente, datos)</a:t>
            </a:r>
            <a:endParaRPr sz="2800" b="0" i="0" u="none" strike="noStrike" cap="none">
              <a:solidFill>
                <a:srgbClr val="000000"/>
              </a:solidFill>
              <a:latin typeface="Arial"/>
              <a:ea typeface="Arial"/>
              <a:cs typeface="Arial"/>
              <a:sym typeface="Arial"/>
            </a:endParaRPr>
          </a:p>
          <a:p>
            <a:pPr marL="736600" marR="0" lvl="4" indent="-295275" algn="l" rtl="0">
              <a:lnSpc>
                <a:spcPct val="85000"/>
              </a:lnSpc>
              <a:spcBef>
                <a:spcPts val="774"/>
              </a:spcBef>
              <a:spcAft>
                <a:spcPts val="0"/>
              </a:spcAft>
              <a:buClr>
                <a:srgbClr val="C00000"/>
              </a:buClr>
              <a:buSzPts val="2800"/>
              <a:buFont typeface="Arial"/>
              <a:buChar char="•"/>
            </a:pPr>
            <a:r>
              <a:rPr lang="es-AR" sz="2800" b="0" i="0" u="none" strike="noStrike" cap="none">
                <a:solidFill>
                  <a:srgbClr val="000000"/>
                </a:solidFill>
                <a:latin typeface="Calibri"/>
                <a:ea typeface="Calibri"/>
                <a:cs typeface="Calibri"/>
                <a:sym typeface="Calibri"/>
              </a:rPr>
              <a:t>Identificador del proyecto</a:t>
            </a:r>
            <a:endParaRPr sz="2800" b="0" i="0" u="none" strike="noStrike" cap="none">
              <a:solidFill>
                <a:srgbClr val="000000"/>
              </a:solidFill>
              <a:latin typeface="Arial"/>
              <a:ea typeface="Arial"/>
              <a:cs typeface="Arial"/>
              <a:sym typeface="Arial"/>
            </a:endParaRPr>
          </a:p>
          <a:p>
            <a:pPr marL="736600" marR="0" lvl="4" indent="-295275" algn="l" rtl="0">
              <a:lnSpc>
                <a:spcPct val="85000"/>
              </a:lnSpc>
              <a:spcBef>
                <a:spcPts val="774"/>
              </a:spcBef>
              <a:spcAft>
                <a:spcPts val="0"/>
              </a:spcAft>
              <a:buClr>
                <a:srgbClr val="C00000"/>
              </a:buClr>
              <a:buSzPts val="2800"/>
              <a:buFont typeface="Arial"/>
              <a:buChar char="•"/>
            </a:pPr>
            <a:r>
              <a:rPr lang="es-AR" sz="2800" b="0" i="0" u="none" strike="noStrike" cap="none">
                <a:solidFill>
                  <a:srgbClr val="000000"/>
                </a:solidFill>
                <a:latin typeface="Calibri"/>
                <a:ea typeface="Calibri"/>
                <a:cs typeface="Calibri"/>
                <a:sym typeface="Calibri"/>
              </a:rPr>
              <a:t>Información de la versión y/o cambio</a:t>
            </a:r>
            <a:endParaRPr sz="2800" b="0" i="0" u="none" strike="noStrike" cap="none">
              <a:solidFill>
                <a:srgbClr val="000000"/>
              </a:solidFill>
              <a:latin typeface="Arial"/>
              <a:ea typeface="Arial"/>
              <a:cs typeface="Arial"/>
              <a:sym typeface="Arial"/>
            </a:endParaRPr>
          </a:p>
          <a:p>
            <a:pPr marL="0" marR="0" lvl="0" indent="0" algn="l" rtl="0">
              <a:lnSpc>
                <a:spcPct val="85000"/>
              </a:lnSpc>
              <a:spcBef>
                <a:spcPts val="1681"/>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313" name="Google Shape;313;p16"/>
          <p:cNvSpPr/>
          <p:nvPr/>
        </p:nvSpPr>
        <p:spPr>
          <a:xfrm>
            <a:off x="3810986" y="4560601"/>
            <a:ext cx="3952440" cy="93564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ctr" anchorCtr="0">
            <a:noAutofit/>
          </a:bodyPr>
          <a:lstStyle/>
          <a:p>
            <a:pPr marL="0" marR="0" lvl="0" indent="0" algn="l" rtl="0">
              <a:lnSpc>
                <a:spcPct val="100000"/>
              </a:lnSpc>
              <a:spcBef>
                <a:spcPts val="0"/>
              </a:spcBef>
              <a:spcAft>
                <a:spcPts val="0"/>
              </a:spcAft>
              <a:buClr>
                <a:srgbClr val="000000"/>
              </a:buClr>
              <a:buSzPts val="3100"/>
              <a:buFont typeface="Arial"/>
              <a:buNone/>
            </a:pPr>
            <a:r>
              <a:rPr lang="es-AR" sz="3100" b="0" i="0" u="none" strike="noStrike" cap="none">
                <a:solidFill>
                  <a:srgbClr val="000000"/>
                </a:solidFill>
                <a:latin typeface="Calibri"/>
                <a:ea typeface="Calibri"/>
                <a:cs typeface="Calibri"/>
                <a:sym typeface="Calibri"/>
              </a:rPr>
              <a:t>ING II – Clase n - 2026</a:t>
            </a:r>
            <a:endParaRPr sz="3100" b="0" i="0" u="none" strike="noStrike" cap="none">
              <a:solidFill>
                <a:srgbClr val="000000"/>
              </a:solidFill>
              <a:latin typeface="Arial"/>
              <a:ea typeface="Arial"/>
              <a:cs typeface="Arial"/>
              <a:sym typeface="Arial"/>
            </a:endParaRPr>
          </a:p>
        </p:txBody>
      </p:sp>
      <p:sp>
        <p:nvSpPr>
          <p:cNvPr id="314" name="Google Shape;314;p16"/>
          <p:cNvSpPr/>
          <p:nvPr/>
        </p:nvSpPr>
        <p:spPr>
          <a:xfrm>
            <a:off x="3209760" y="5353920"/>
            <a:ext cx="911880" cy="93564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16"/>
          <p:cNvSpPr/>
          <p:nvPr/>
        </p:nvSpPr>
        <p:spPr>
          <a:xfrm>
            <a:off x="531856" y="5657293"/>
            <a:ext cx="2588220" cy="498578"/>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62072" y="-28061"/>
                </a:moveTo>
                <a:lnTo>
                  <a:pt x="153258" y="-91192"/>
                </a:lnTo>
              </a:path>
            </a:pathLst>
          </a:custGeom>
          <a:solidFill>
            <a:srgbClr val="DF695B"/>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chemeClr val="lt1"/>
                </a:solidFill>
                <a:latin typeface="Arial"/>
                <a:ea typeface="Arial"/>
                <a:cs typeface="Arial"/>
                <a:sym typeface="Arial"/>
              </a:rPr>
              <a:t>Identificación unívoca</a:t>
            </a:r>
            <a:endParaRPr sz="1400" b="0" i="0" u="none" strike="noStrike" cap="none">
              <a:solidFill>
                <a:srgbClr val="000000"/>
              </a:solidFill>
              <a:latin typeface="Arial"/>
              <a:ea typeface="Arial"/>
              <a:cs typeface="Arial"/>
              <a:sym typeface="Arial"/>
            </a:endParaRPr>
          </a:p>
        </p:txBody>
      </p:sp>
      <p:sp>
        <p:nvSpPr>
          <p:cNvPr id="316" name="Google Shape;316;p16"/>
          <p:cNvSpPr/>
          <p:nvPr/>
        </p:nvSpPr>
        <p:spPr>
          <a:xfrm>
            <a:off x="3305228" y="5890195"/>
            <a:ext cx="1914060" cy="552741"/>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35862" y="-20972"/>
                </a:moveTo>
                <a:lnTo>
                  <a:pt x="64834" y="-156882"/>
                </a:lnTo>
              </a:path>
            </a:pathLst>
          </a:custGeom>
          <a:solidFill>
            <a:srgbClr val="DF695B"/>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chemeClr val="lt1"/>
                </a:solidFill>
                <a:latin typeface="Arial"/>
                <a:ea typeface="Arial"/>
                <a:cs typeface="Arial"/>
                <a:sym typeface="Arial"/>
              </a:rPr>
              <a:t>Asignatura</a:t>
            </a:r>
            <a:endParaRPr sz="1400" b="0" i="0" u="none" strike="noStrike" cap="none">
              <a:solidFill>
                <a:srgbClr val="000000"/>
              </a:solidFill>
              <a:latin typeface="Arial"/>
              <a:ea typeface="Arial"/>
              <a:cs typeface="Arial"/>
              <a:sym typeface="Arial"/>
            </a:endParaRPr>
          </a:p>
        </p:txBody>
      </p:sp>
      <p:sp>
        <p:nvSpPr>
          <p:cNvPr id="317" name="Google Shape;317;p16"/>
          <p:cNvSpPr/>
          <p:nvPr/>
        </p:nvSpPr>
        <p:spPr>
          <a:xfrm>
            <a:off x="7536459" y="5906582"/>
            <a:ext cx="1914060" cy="552741"/>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35862" y="-20972"/>
                </a:moveTo>
                <a:lnTo>
                  <a:pt x="-78485" y="-178618"/>
                </a:lnTo>
              </a:path>
            </a:pathLst>
          </a:custGeom>
          <a:solidFill>
            <a:srgbClr val="DF695B"/>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chemeClr val="lt1"/>
                </a:solidFill>
                <a:latin typeface="Arial"/>
                <a:ea typeface="Arial"/>
                <a:cs typeface="Arial"/>
                <a:sym typeface="Arial"/>
              </a:rPr>
              <a:t>Número de clase</a:t>
            </a:r>
            <a:endParaRPr sz="1400" b="0" i="0" u="none" strike="noStrike" cap="none">
              <a:solidFill>
                <a:srgbClr val="000000"/>
              </a:solidFill>
              <a:latin typeface="Arial"/>
              <a:ea typeface="Arial"/>
              <a:cs typeface="Arial"/>
              <a:sym typeface="Arial"/>
            </a:endParaRPr>
          </a:p>
        </p:txBody>
      </p:sp>
      <p:sp>
        <p:nvSpPr>
          <p:cNvPr id="318" name="Google Shape;318;p16"/>
          <p:cNvSpPr/>
          <p:nvPr/>
        </p:nvSpPr>
        <p:spPr>
          <a:xfrm>
            <a:off x="9619588" y="5047915"/>
            <a:ext cx="1438200" cy="46165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8089" y="62866"/>
                </a:moveTo>
                <a:lnTo>
                  <a:pt x="-182208" y="17005"/>
                </a:lnTo>
              </a:path>
            </a:pathLst>
          </a:custGeom>
          <a:solidFill>
            <a:srgbClr val="DF695B"/>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AR" sz="1800" b="0" i="0" u="none" strike="noStrike" cap="none">
                <a:solidFill>
                  <a:schemeClr val="lt1"/>
                </a:solidFill>
                <a:latin typeface="Arial"/>
                <a:ea typeface="Arial"/>
                <a:cs typeface="Arial"/>
                <a:sym typeface="Arial"/>
              </a:rPr>
              <a:t>Año</a:t>
            </a:r>
            <a:endParaRPr sz="1400" b="0" i="0" u="none" strike="noStrike" cap="none">
              <a:solidFill>
                <a:srgbClr val="000000"/>
              </a:solidFill>
              <a:latin typeface="Arial"/>
              <a:ea typeface="Arial"/>
              <a:cs typeface="Arial"/>
              <a:sym typeface="Arial"/>
            </a:endParaRPr>
          </a:p>
        </p:txBody>
      </p:sp>
      <p:sp>
        <p:nvSpPr>
          <p:cNvPr id="319" name="Google Shape;319;p16"/>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320" name="Google Shape;320;p16"/>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321" name="Google Shape;321;p16"/>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322" name="Google Shape;322;p16"/>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17</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7"/>
        <p:cNvGrpSpPr/>
        <p:nvPr/>
      </p:nvGrpSpPr>
      <p:grpSpPr>
        <a:xfrm>
          <a:off x="0" y="0"/>
          <a:ext cx="0" cy="0"/>
          <a:chOff x="0" y="0"/>
          <a:chExt cx="0" cy="0"/>
        </a:xfrm>
      </p:grpSpPr>
      <p:sp>
        <p:nvSpPr>
          <p:cNvPr id="328" name="Google Shape;328;p17"/>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17"/>
          <p:cNvSpPr/>
          <p:nvPr/>
        </p:nvSpPr>
        <p:spPr>
          <a:xfrm>
            <a:off x="1034747" y="1778134"/>
            <a:ext cx="10157328" cy="4584506"/>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2 - </a:t>
            </a:r>
            <a:r>
              <a:rPr lang="es-AR" sz="2800" b="1" i="0" u="none" strike="noStrike" cap="none">
                <a:solidFill>
                  <a:srgbClr val="000000"/>
                </a:solidFill>
                <a:latin typeface="Calibri"/>
                <a:ea typeface="Calibri"/>
                <a:cs typeface="Calibri"/>
                <a:sym typeface="Calibri"/>
              </a:rPr>
              <a:t>Control de versiones</a:t>
            </a:r>
            <a:endParaRPr sz="2800" b="0" i="0" u="none" strike="noStrike" cap="none">
              <a:solidFill>
                <a:srgbClr val="000000"/>
              </a:solidFill>
              <a:latin typeface="Arial"/>
              <a:ea typeface="Arial"/>
              <a:cs typeface="Arial"/>
              <a:sym typeface="Arial"/>
            </a:endParaRPr>
          </a:p>
          <a:p>
            <a:pPr marL="457200" marR="0" lvl="3" indent="-177800" algn="just" rtl="0">
              <a:lnSpc>
                <a:spcPct val="85000"/>
              </a:lnSpc>
              <a:spcBef>
                <a:spcPts val="774"/>
              </a:spcBef>
              <a:spcAft>
                <a:spcPts val="0"/>
              </a:spcAft>
              <a:buClr>
                <a:srgbClr val="262626"/>
              </a:buClr>
              <a:buSzPts val="2800"/>
              <a:buFont typeface="Arial"/>
              <a:buChar char=" "/>
            </a:pPr>
            <a:r>
              <a:rPr lang="es-AR" sz="2800" b="0" i="1" u="none" strike="noStrike" cap="none">
                <a:solidFill>
                  <a:srgbClr val="000000"/>
                </a:solidFill>
                <a:latin typeface="Calibri"/>
                <a:ea typeface="Calibri"/>
                <a:cs typeface="Calibri"/>
                <a:sym typeface="Calibri"/>
              </a:rPr>
              <a:t>Combinación de procedimientos y herramientas para gestionar las versiones de los ECS que se crean a lo largo del proceso de software.</a:t>
            </a:r>
            <a:endParaRPr sz="2800" b="0" i="0" u="none" strike="noStrike" cap="none">
              <a:solidFill>
                <a:srgbClr val="000000"/>
              </a:solidFill>
              <a:latin typeface="Arial"/>
              <a:ea typeface="Arial"/>
              <a:cs typeface="Arial"/>
              <a:sym typeface="Arial"/>
            </a:endParaRPr>
          </a:p>
          <a:p>
            <a:pPr marL="457200" marR="0" lvl="3" indent="-177800" algn="just" rtl="0">
              <a:lnSpc>
                <a:spcPct val="85000"/>
              </a:lnSpc>
              <a:spcBef>
                <a:spcPts val="774"/>
              </a:spcBef>
              <a:spcAft>
                <a:spcPts val="0"/>
              </a:spcAft>
              <a:buClr>
                <a:srgbClr val="262626"/>
              </a:buClr>
              <a:buSzPts val="2800"/>
              <a:buFont typeface="Arial"/>
              <a:buChar char=" "/>
            </a:pPr>
            <a:r>
              <a:rPr lang="es-AR" sz="2800" b="0" i="1" u="sng" strike="noStrike" cap="none">
                <a:solidFill>
                  <a:srgbClr val="000000"/>
                </a:solidFill>
                <a:latin typeface="Calibri"/>
                <a:ea typeface="Calibri"/>
                <a:cs typeface="Calibri"/>
                <a:sym typeface="Calibri"/>
              </a:rPr>
              <a:t>Ejemplo de versiones</a:t>
            </a:r>
            <a:endParaRPr sz="2800" b="0" i="0" u="none" strike="noStrike" cap="none">
              <a:solidFill>
                <a:srgbClr val="000000"/>
              </a:solidFill>
              <a:latin typeface="Arial"/>
              <a:ea typeface="Arial"/>
              <a:cs typeface="Arial"/>
              <a:sym typeface="Arial"/>
            </a:endParaRPr>
          </a:p>
          <a:p>
            <a:pPr marL="457200" marR="0" lvl="4" indent="-177800" algn="just" rtl="0">
              <a:lnSpc>
                <a:spcPct val="85000"/>
              </a:lnSpc>
              <a:spcBef>
                <a:spcPts val="774"/>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Un programa puede contener los módulos 1-2-3-4-5</a:t>
            </a:r>
            <a:endParaRPr sz="2800" b="0" i="0" u="none" strike="noStrike" cap="none">
              <a:solidFill>
                <a:srgbClr val="000000"/>
              </a:solidFill>
              <a:latin typeface="Arial"/>
              <a:ea typeface="Arial"/>
              <a:cs typeface="Arial"/>
              <a:sym typeface="Arial"/>
            </a:endParaRPr>
          </a:p>
          <a:p>
            <a:pPr marL="457200" marR="0" lvl="4" indent="-177800" algn="just" rtl="0">
              <a:lnSpc>
                <a:spcPct val="85000"/>
              </a:lnSpc>
              <a:spcBef>
                <a:spcPts val="774"/>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Una versión puede utilizar los módulos 1-2-3-5</a:t>
            </a:r>
            <a:endParaRPr sz="2800" b="0" i="0" u="none" strike="noStrike" cap="none">
              <a:solidFill>
                <a:srgbClr val="000000"/>
              </a:solidFill>
              <a:latin typeface="Arial"/>
              <a:ea typeface="Arial"/>
              <a:cs typeface="Arial"/>
              <a:sym typeface="Arial"/>
            </a:endParaRPr>
          </a:p>
          <a:p>
            <a:pPr marL="457200" marR="0" lvl="4" indent="-177800" algn="just" rtl="0">
              <a:lnSpc>
                <a:spcPct val="85000"/>
              </a:lnSpc>
              <a:spcBef>
                <a:spcPts val="774"/>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Otra versión puede utilizar los módulos 1-2-4-5</a:t>
            </a:r>
            <a:endParaRPr sz="2800" b="0" i="0" u="none" strike="noStrike" cap="none">
              <a:solidFill>
                <a:srgbClr val="000000"/>
              </a:solidFill>
              <a:latin typeface="Arial"/>
              <a:ea typeface="Arial"/>
              <a:cs typeface="Arial"/>
              <a:sym typeface="Arial"/>
            </a:endParaRPr>
          </a:p>
          <a:p>
            <a:pPr marL="1519920" marR="0" lvl="1" indent="-884160" algn="just" rtl="0">
              <a:lnSpc>
                <a:spcPct val="85000"/>
              </a:lnSpc>
              <a:spcBef>
                <a:spcPts val="774"/>
              </a:spcBef>
              <a:spcAft>
                <a:spcPts val="0"/>
              </a:spcAft>
              <a:buClr>
                <a:srgbClr val="000000"/>
              </a:buClr>
              <a:buSzPts val="2800"/>
              <a:buFont typeface="Arial"/>
              <a:buNone/>
            </a:pPr>
            <a:r>
              <a:rPr lang="es-AR" sz="2800" b="0" i="0" u="none" strike="noStrike" cap="none">
                <a:solidFill>
                  <a:srgbClr val="000000"/>
                </a:solidFill>
                <a:latin typeface="Calibri"/>
                <a:ea typeface="Calibri"/>
                <a:cs typeface="Calibri"/>
                <a:sym typeface="Calibri"/>
              </a:rPr>
              <a:t> </a:t>
            </a:r>
            <a:endParaRPr sz="2800" b="0" i="0" u="none" strike="noStrike" cap="none">
              <a:solidFill>
                <a:srgbClr val="000000"/>
              </a:solidFill>
              <a:latin typeface="Arial"/>
              <a:ea typeface="Arial"/>
              <a:cs typeface="Arial"/>
              <a:sym typeface="Arial"/>
            </a:endParaRPr>
          </a:p>
          <a:p>
            <a:pPr marL="457200" marR="0" lvl="4" indent="-177800" algn="just" rtl="0">
              <a:lnSpc>
                <a:spcPct val="85000"/>
              </a:lnSpc>
              <a:spcBef>
                <a:spcPts val="774"/>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Dos variantes de un mismo programa</a:t>
            </a:r>
            <a:endParaRPr sz="2800" b="0" i="0" u="none" strike="noStrike" cap="none">
              <a:solidFill>
                <a:srgbClr val="000000"/>
              </a:solidFill>
              <a:latin typeface="Arial"/>
              <a:ea typeface="Arial"/>
              <a:cs typeface="Arial"/>
              <a:sym typeface="Arial"/>
            </a:endParaRPr>
          </a:p>
          <a:p>
            <a:pPr marL="0" marR="0" lvl="0" indent="0" algn="just" rtl="0">
              <a:lnSpc>
                <a:spcPct val="85000"/>
              </a:lnSpc>
              <a:spcBef>
                <a:spcPts val="1681"/>
              </a:spcBef>
              <a:spcAft>
                <a:spcPts val="0"/>
              </a:spcAft>
              <a:buClr>
                <a:srgbClr val="000000"/>
              </a:buClr>
              <a:buSzPts val="2800"/>
              <a:buFont typeface="Arial"/>
              <a:buNone/>
            </a:pPr>
            <a:endParaRPr sz="2800" b="0" i="0" u="none" strike="noStrike" cap="none">
              <a:solidFill>
                <a:srgbClr val="000000"/>
              </a:solidFill>
              <a:latin typeface="Arial"/>
              <a:ea typeface="Arial"/>
              <a:cs typeface="Arial"/>
              <a:sym typeface="Arial"/>
            </a:endParaRPr>
          </a:p>
        </p:txBody>
      </p:sp>
      <p:sp>
        <p:nvSpPr>
          <p:cNvPr id="330" name="Google Shape;330;p17"/>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331" name="Google Shape;331;p17"/>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332" name="Google Shape;332;p17"/>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333" name="Google Shape;333;p17"/>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18</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8"/>
        <p:cNvGrpSpPr/>
        <p:nvPr/>
      </p:nvGrpSpPr>
      <p:grpSpPr>
        <a:xfrm>
          <a:off x="0" y="0"/>
          <a:ext cx="0" cy="0"/>
          <a:chOff x="0" y="0"/>
          <a:chExt cx="0" cy="0"/>
        </a:xfrm>
      </p:grpSpPr>
      <p:sp>
        <p:nvSpPr>
          <p:cNvPr id="339" name="Google Shape;339;p18"/>
          <p:cNvSpPr/>
          <p:nvPr/>
        </p:nvSpPr>
        <p:spPr>
          <a:xfrm>
            <a:off x="1034747" y="1844100"/>
            <a:ext cx="9774360" cy="45849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2 - </a:t>
            </a:r>
            <a:r>
              <a:rPr lang="es-AR" sz="2800" b="1" i="0" u="none" strike="noStrike" cap="none">
                <a:solidFill>
                  <a:srgbClr val="000000"/>
                </a:solidFill>
                <a:latin typeface="Calibri"/>
                <a:ea typeface="Calibri"/>
                <a:cs typeface="Calibri"/>
                <a:sym typeface="Calibri"/>
              </a:rPr>
              <a:t>Control de versiones</a:t>
            </a:r>
            <a:endParaRPr sz="28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4100"/>
              <a:buFont typeface="Arial"/>
              <a:buNone/>
            </a:pPr>
            <a:endParaRPr sz="4100" b="0" i="0" u="none" strike="noStrike" cap="none">
              <a:solidFill>
                <a:srgbClr val="000000"/>
              </a:solidFill>
              <a:latin typeface="Arial"/>
              <a:ea typeface="Arial"/>
              <a:cs typeface="Arial"/>
              <a:sym typeface="Arial"/>
            </a:endParaRPr>
          </a:p>
          <a:p>
            <a:pPr marL="0" marR="0" lvl="0" indent="0" algn="l" rtl="0">
              <a:lnSpc>
                <a:spcPct val="85000"/>
              </a:lnSpc>
              <a:spcBef>
                <a:spcPts val="1681"/>
              </a:spcBef>
              <a:spcAft>
                <a:spcPts val="0"/>
              </a:spcAft>
              <a:buClr>
                <a:srgbClr val="000000"/>
              </a:buClr>
              <a:buSzPts val="4100"/>
              <a:buFont typeface="Arial"/>
              <a:buNone/>
            </a:pPr>
            <a:endParaRPr sz="4100" b="0" i="0" u="none" strike="noStrike" cap="none">
              <a:solidFill>
                <a:srgbClr val="000000"/>
              </a:solidFill>
              <a:latin typeface="Arial"/>
              <a:ea typeface="Arial"/>
              <a:cs typeface="Arial"/>
              <a:sym typeface="Arial"/>
            </a:endParaRPr>
          </a:p>
        </p:txBody>
      </p:sp>
      <p:sp>
        <p:nvSpPr>
          <p:cNvPr id="340" name="Google Shape;340;p18"/>
          <p:cNvSpPr/>
          <p:nvPr/>
        </p:nvSpPr>
        <p:spPr>
          <a:xfrm>
            <a:off x="1676520" y="-147960"/>
            <a:ext cx="303480" cy="3114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41" name="Google Shape;341;p18"/>
          <p:cNvPicPr preferRelativeResize="0"/>
          <p:nvPr/>
        </p:nvPicPr>
        <p:blipFill rotWithShape="1">
          <a:blip r:embed="rId3">
            <a:alphaModFix/>
          </a:blip>
          <a:srcRect t="4735" b="12980"/>
          <a:stretch/>
        </p:blipFill>
        <p:spPr>
          <a:xfrm>
            <a:off x="635521" y="2443650"/>
            <a:ext cx="7790760" cy="3426746"/>
          </a:xfrm>
          <a:prstGeom prst="rect">
            <a:avLst/>
          </a:prstGeom>
          <a:noFill/>
          <a:ln>
            <a:noFill/>
          </a:ln>
        </p:spPr>
      </p:pic>
      <p:sp>
        <p:nvSpPr>
          <p:cNvPr id="342" name="Google Shape;342;p18"/>
          <p:cNvSpPr/>
          <p:nvPr/>
        </p:nvSpPr>
        <p:spPr>
          <a:xfrm>
            <a:off x="2674921" y="4890647"/>
            <a:ext cx="646200" cy="294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ctr" anchorCtr="0">
            <a:noAutofit/>
          </a:bodyPr>
          <a:lstStyle/>
          <a:p>
            <a:pPr marL="0" marR="0" lvl="0" indent="0" algn="l" rtl="0">
              <a:lnSpc>
                <a:spcPct val="80000"/>
              </a:lnSpc>
              <a:spcBef>
                <a:spcPts val="0"/>
              </a:spcBef>
              <a:spcAft>
                <a:spcPts val="0"/>
              </a:spcAft>
              <a:buClr>
                <a:srgbClr val="000000"/>
              </a:buClr>
              <a:buSzPts val="1240"/>
              <a:buFont typeface="Arial"/>
              <a:buNone/>
            </a:pPr>
            <a:r>
              <a:rPr lang="es-AR" sz="1240" b="0" i="0" u="none" strike="noStrike" cap="none">
                <a:solidFill>
                  <a:srgbClr val="000000"/>
                </a:solidFill>
                <a:latin typeface="Calibri"/>
                <a:ea typeface="Calibri"/>
                <a:cs typeface="Calibri"/>
                <a:sym typeface="Calibri"/>
              </a:rPr>
              <a:t>V1.0</a:t>
            </a:r>
            <a:endParaRPr sz="1240" b="0" i="0" u="none" strike="noStrike" cap="none">
              <a:solidFill>
                <a:srgbClr val="000000"/>
              </a:solidFill>
              <a:latin typeface="Arial"/>
              <a:ea typeface="Arial"/>
              <a:cs typeface="Arial"/>
              <a:sym typeface="Arial"/>
            </a:endParaRPr>
          </a:p>
        </p:txBody>
      </p:sp>
      <p:sp>
        <p:nvSpPr>
          <p:cNvPr id="343" name="Google Shape;343;p18"/>
          <p:cNvSpPr/>
          <p:nvPr/>
        </p:nvSpPr>
        <p:spPr>
          <a:xfrm>
            <a:off x="4877041" y="3379727"/>
            <a:ext cx="646200" cy="294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ctr" anchorCtr="0">
            <a:noAutofit/>
          </a:bodyPr>
          <a:lstStyle/>
          <a:p>
            <a:pPr marL="0" marR="0" lvl="0" indent="0" algn="l" rtl="0">
              <a:lnSpc>
                <a:spcPct val="80000"/>
              </a:lnSpc>
              <a:spcBef>
                <a:spcPts val="0"/>
              </a:spcBef>
              <a:spcAft>
                <a:spcPts val="0"/>
              </a:spcAft>
              <a:buClr>
                <a:srgbClr val="000000"/>
              </a:buClr>
              <a:buSzPts val="1240"/>
              <a:buFont typeface="Arial"/>
              <a:buNone/>
            </a:pPr>
            <a:r>
              <a:rPr lang="es-AR" sz="1240" b="0" i="0" u="none" strike="noStrike" cap="none">
                <a:solidFill>
                  <a:srgbClr val="000000"/>
                </a:solidFill>
                <a:latin typeface="Calibri"/>
                <a:ea typeface="Calibri"/>
                <a:cs typeface="Calibri"/>
                <a:sym typeface="Calibri"/>
              </a:rPr>
              <a:t>V1.1</a:t>
            </a:r>
            <a:endParaRPr sz="1240" b="0" i="0" u="none" strike="noStrike" cap="none">
              <a:solidFill>
                <a:srgbClr val="000000"/>
              </a:solidFill>
              <a:latin typeface="Arial"/>
              <a:ea typeface="Arial"/>
              <a:cs typeface="Arial"/>
              <a:sym typeface="Arial"/>
            </a:endParaRPr>
          </a:p>
        </p:txBody>
      </p:sp>
      <p:sp>
        <p:nvSpPr>
          <p:cNvPr id="344" name="Google Shape;344;p18"/>
          <p:cNvSpPr/>
          <p:nvPr/>
        </p:nvSpPr>
        <p:spPr>
          <a:xfrm>
            <a:off x="5332081" y="3943127"/>
            <a:ext cx="646200" cy="294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ctr" anchorCtr="0">
            <a:noAutofit/>
          </a:bodyPr>
          <a:lstStyle/>
          <a:p>
            <a:pPr marL="0" marR="0" lvl="0" indent="0" algn="l" rtl="0">
              <a:lnSpc>
                <a:spcPct val="80000"/>
              </a:lnSpc>
              <a:spcBef>
                <a:spcPts val="0"/>
              </a:spcBef>
              <a:spcAft>
                <a:spcPts val="0"/>
              </a:spcAft>
              <a:buClr>
                <a:srgbClr val="000000"/>
              </a:buClr>
              <a:buSzPts val="1240"/>
              <a:buFont typeface="Arial"/>
              <a:buNone/>
            </a:pPr>
            <a:r>
              <a:rPr lang="es-AR" sz="1240" b="0" i="0" u="none" strike="noStrike" cap="none">
                <a:solidFill>
                  <a:srgbClr val="000000"/>
                </a:solidFill>
                <a:latin typeface="Calibri"/>
                <a:ea typeface="Calibri"/>
                <a:cs typeface="Calibri"/>
                <a:sym typeface="Calibri"/>
              </a:rPr>
              <a:t>V1.2.1</a:t>
            </a:r>
            <a:endParaRPr sz="1240" b="0" i="0" u="none" strike="noStrike" cap="none">
              <a:solidFill>
                <a:srgbClr val="000000"/>
              </a:solidFill>
              <a:latin typeface="Arial"/>
              <a:ea typeface="Arial"/>
              <a:cs typeface="Arial"/>
              <a:sym typeface="Arial"/>
            </a:endParaRPr>
          </a:p>
        </p:txBody>
      </p:sp>
      <p:sp>
        <p:nvSpPr>
          <p:cNvPr id="345" name="Google Shape;345;p18"/>
          <p:cNvSpPr/>
          <p:nvPr/>
        </p:nvSpPr>
        <p:spPr>
          <a:xfrm>
            <a:off x="6374641" y="3856007"/>
            <a:ext cx="1014840" cy="38124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s-AR" sz="1500" b="0" i="0" u="none" strike="noStrike" cap="none">
                <a:solidFill>
                  <a:srgbClr val="000000"/>
                </a:solidFill>
                <a:latin typeface="Calibri"/>
                <a:ea typeface="Calibri"/>
                <a:cs typeface="Calibri"/>
                <a:sym typeface="Calibri"/>
              </a:rPr>
              <a:t>V1.2.2</a:t>
            </a:r>
            <a:endParaRPr sz="1500" b="0" i="0" u="none" strike="noStrike" cap="none">
              <a:solidFill>
                <a:srgbClr val="000000"/>
              </a:solidFill>
              <a:latin typeface="Arial"/>
              <a:ea typeface="Arial"/>
              <a:cs typeface="Arial"/>
              <a:sym typeface="Arial"/>
            </a:endParaRPr>
          </a:p>
        </p:txBody>
      </p:sp>
      <p:sp>
        <p:nvSpPr>
          <p:cNvPr id="346" name="Google Shape;346;p18"/>
          <p:cNvSpPr/>
          <p:nvPr/>
        </p:nvSpPr>
        <p:spPr>
          <a:xfrm>
            <a:off x="5265481" y="4358927"/>
            <a:ext cx="646200" cy="294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ctr" anchorCtr="0">
            <a:noAutofit/>
          </a:bodyPr>
          <a:lstStyle/>
          <a:p>
            <a:pPr marL="0" marR="0" lvl="0" indent="0" algn="l" rtl="0">
              <a:lnSpc>
                <a:spcPct val="80000"/>
              </a:lnSpc>
              <a:spcBef>
                <a:spcPts val="0"/>
              </a:spcBef>
              <a:spcAft>
                <a:spcPts val="0"/>
              </a:spcAft>
              <a:buClr>
                <a:srgbClr val="000000"/>
              </a:buClr>
              <a:buSzPts val="1240"/>
              <a:buFont typeface="Arial"/>
              <a:buNone/>
            </a:pPr>
            <a:r>
              <a:rPr lang="es-AR" sz="1240" b="0" i="0" u="none" strike="noStrike" cap="none">
                <a:solidFill>
                  <a:srgbClr val="000000"/>
                </a:solidFill>
                <a:latin typeface="Calibri"/>
                <a:ea typeface="Calibri"/>
                <a:cs typeface="Calibri"/>
                <a:sym typeface="Calibri"/>
              </a:rPr>
              <a:t>V1.2</a:t>
            </a:r>
            <a:endParaRPr sz="1240" b="0" i="0" u="none" strike="noStrike" cap="none">
              <a:solidFill>
                <a:srgbClr val="000000"/>
              </a:solidFill>
              <a:latin typeface="Arial"/>
              <a:ea typeface="Arial"/>
              <a:cs typeface="Arial"/>
              <a:sym typeface="Arial"/>
            </a:endParaRPr>
          </a:p>
        </p:txBody>
      </p:sp>
      <p:sp>
        <p:nvSpPr>
          <p:cNvPr id="347" name="Google Shape;347;p18"/>
          <p:cNvSpPr/>
          <p:nvPr/>
        </p:nvSpPr>
        <p:spPr>
          <a:xfrm>
            <a:off x="6882241" y="4715327"/>
            <a:ext cx="646200" cy="29412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ctr" anchorCtr="0">
            <a:noAutofit/>
          </a:bodyPr>
          <a:lstStyle/>
          <a:p>
            <a:pPr marL="0" marR="0" lvl="0" indent="0" algn="l" rtl="0">
              <a:lnSpc>
                <a:spcPct val="80000"/>
              </a:lnSpc>
              <a:spcBef>
                <a:spcPts val="0"/>
              </a:spcBef>
              <a:spcAft>
                <a:spcPts val="0"/>
              </a:spcAft>
              <a:buClr>
                <a:srgbClr val="000000"/>
              </a:buClr>
              <a:buSzPts val="1240"/>
              <a:buFont typeface="Arial"/>
              <a:buNone/>
            </a:pPr>
            <a:r>
              <a:rPr lang="es-AR" sz="1240" b="0" i="0" u="none" strike="noStrike" cap="none">
                <a:solidFill>
                  <a:srgbClr val="000000"/>
                </a:solidFill>
                <a:latin typeface="Calibri"/>
                <a:ea typeface="Calibri"/>
                <a:cs typeface="Calibri"/>
                <a:sym typeface="Calibri"/>
              </a:rPr>
              <a:t>V1.3</a:t>
            </a:r>
            <a:endParaRPr sz="1240" b="0" i="0" u="none" strike="noStrike" cap="none">
              <a:solidFill>
                <a:srgbClr val="000000"/>
              </a:solidFill>
              <a:latin typeface="Arial"/>
              <a:ea typeface="Arial"/>
              <a:cs typeface="Arial"/>
              <a:sym typeface="Arial"/>
            </a:endParaRPr>
          </a:p>
        </p:txBody>
      </p:sp>
      <p:pic>
        <p:nvPicPr>
          <p:cNvPr id="348" name="Google Shape;348;p18"/>
          <p:cNvPicPr preferRelativeResize="0"/>
          <p:nvPr/>
        </p:nvPicPr>
        <p:blipFill rotWithShape="1">
          <a:blip r:embed="rId4">
            <a:alphaModFix/>
          </a:blip>
          <a:srcRect/>
          <a:stretch/>
        </p:blipFill>
        <p:spPr>
          <a:xfrm>
            <a:off x="8129734" y="1890116"/>
            <a:ext cx="3404520" cy="4375491"/>
          </a:xfrm>
          <a:prstGeom prst="rect">
            <a:avLst/>
          </a:prstGeom>
          <a:noFill/>
          <a:ln>
            <a:noFill/>
          </a:ln>
        </p:spPr>
      </p:pic>
      <p:sp>
        <p:nvSpPr>
          <p:cNvPr id="349" name="Google Shape;349;p18"/>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350" name="Google Shape;350;p18"/>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351" name="Google Shape;351;p18"/>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19</a:t>
            </a:fld>
            <a:endParaRPr>
              <a:solidFill>
                <a:srgbClr val="000000"/>
              </a:solidFill>
              <a:latin typeface="Times New Roman"/>
              <a:ea typeface="Times New Roman"/>
              <a:cs typeface="Times New Roman"/>
              <a:sym typeface="Times New Roman"/>
            </a:endParaRPr>
          </a:p>
        </p:txBody>
      </p:sp>
      <p:sp>
        <p:nvSpPr>
          <p:cNvPr id="352" name="Google Shape;352;p18"/>
          <p:cNvSpPr txBox="1"/>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AR" sz="897" b="0" i="0" u="none" strike="noStrike" cap="none">
                <a:solidFill>
                  <a:srgbClr val="FFFFFF"/>
                </a:solidFill>
                <a:latin typeface="Calibri"/>
                <a:ea typeface="Calibri"/>
                <a:cs typeface="Calibri"/>
                <a:sym typeface="Calibri"/>
              </a:rPr>
              <a:t>2026</a:t>
            </a:r>
            <a:endParaRPr sz="897" b="0" i="0" u="none" strike="noStrike" cap="none">
              <a:solidFill>
                <a:srgbClr val="FFFFFF"/>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7"/>
        <p:cNvGrpSpPr/>
        <p:nvPr/>
      </p:nvGrpSpPr>
      <p:grpSpPr>
        <a:xfrm>
          <a:off x="0" y="0"/>
          <a:ext cx="0" cy="0"/>
          <a:chOff x="0" y="0"/>
          <a:chExt cx="0" cy="0"/>
        </a:xfrm>
      </p:grpSpPr>
      <p:sp>
        <p:nvSpPr>
          <p:cNvPr id="358" name="Google Shape;358;p130"/>
          <p:cNvSpPr/>
          <p:nvPr/>
        </p:nvSpPr>
        <p:spPr>
          <a:xfrm>
            <a:off x="1034747" y="1844100"/>
            <a:ext cx="9774360" cy="45849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2 - </a:t>
            </a:r>
            <a:r>
              <a:rPr lang="es-AR" sz="2800" b="1" i="0" u="none" strike="noStrike" cap="none">
                <a:solidFill>
                  <a:srgbClr val="000000"/>
                </a:solidFill>
                <a:latin typeface="Calibri"/>
                <a:ea typeface="Calibri"/>
                <a:cs typeface="Calibri"/>
                <a:sym typeface="Calibri"/>
              </a:rPr>
              <a:t>Control de versiones</a:t>
            </a:r>
            <a:endParaRPr sz="28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4100"/>
              <a:buFont typeface="Arial"/>
              <a:buNone/>
            </a:pPr>
            <a:endParaRPr sz="4100" b="0" i="0" u="none" strike="noStrike" cap="none">
              <a:solidFill>
                <a:srgbClr val="000000"/>
              </a:solidFill>
              <a:latin typeface="Arial"/>
              <a:ea typeface="Arial"/>
              <a:cs typeface="Arial"/>
              <a:sym typeface="Arial"/>
            </a:endParaRPr>
          </a:p>
          <a:p>
            <a:pPr marL="0" marR="0" lvl="0" indent="0" algn="l" rtl="0">
              <a:lnSpc>
                <a:spcPct val="85000"/>
              </a:lnSpc>
              <a:spcBef>
                <a:spcPts val="1681"/>
              </a:spcBef>
              <a:spcAft>
                <a:spcPts val="0"/>
              </a:spcAft>
              <a:buClr>
                <a:srgbClr val="000000"/>
              </a:buClr>
              <a:buSzPts val="4100"/>
              <a:buFont typeface="Arial"/>
              <a:buNone/>
            </a:pPr>
            <a:endParaRPr sz="4100" b="0" i="0" u="none" strike="noStrike" cap="none">
              <a:solidFill>
                <a:srgbClr val="000000"/>
              </a:solidFill>
              <a:latin typeface="Arial"/>
              <a:ea typeface="Arial"/>
              <a:cs typeface="Arial"/>
              <a:sym typeface="Arial"/>
            </a:endParaRPr>
          </a:p>
        </p:txBody>
      </p:sp>
      <p:sp>
        <p:nvSpPr>
          <p:cNvPr id="359" name="Google Shape;359;p130"/>
          <p:cNvSpPr/>
          <p:nvPr/>
        </p:nvSpPr>
        <p:spPr>
          <a:xfrm>
            <a:off x="1676520" y="-147960"/>
            <a:ext cx="303480" cy="3114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130"/>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361" name="Google Shape;361;p130"/>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362" name="Google Shape;362;p130"/>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20</a:t>
            </a:fld>
            <a:endParaRPr>
              <a:solidFill>
                <a:srgbClr val="000000"/>
              </a:solidFill>
              <a:latin typeface="Times New Roman"/>
              <a:ea typeface="Times New Roman"/>
              <a:cs typeface="Times New Roman"/>
              <a:sym typeface="Times New Roman"/>
            </a:endParaRPr>
          </a:p>
        </p:txBody>
      </p:sp>
      <p:sp>
        <p:nvSpPr>
          <p:cNvPr id="363" name="Google Shape;363;p130"/>
          <p:cNvSpPr txBox="1"/>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AR" sz="897" b="0" i="0" u="none" strike="noStrike" cap="none">
                <a:solidFill>
                  <a:srgbClr val="FFFFFF"/>
                </a:solidFill>
                <a:latin typeface="Calibri"/>
                <a:ea typeface="Calibri"/>
                <a:cs typeface="Calibri"/>
                <a:sym typeface="Calibri"/>
              </a:rPr>
              <a:t>2026</a:t>
            </a:r>
            <a:endParaRPr sz="897" b="0" i="0" u="none" strike="noStrike" cap="none">
              <a:solidFill>
                <a:srgbClr val="FFFFFF"/>
              </a:solidFill>
              <a:latin typeface="Calibri"/>
              <a:ea typeface="Calibri"/>
              <a:cs typeface="Calibri"/>
              <a:sym typeface="Calibri"/>
            </a:endParaRPr>
          </a:p>
        </p:txBody>
      </p:sp>
      <p:pic>
        <p:nvPicPr>
          <p:cNvPr id="364" name="Google Shape;364;p130"/>
          <p:cNvPicPr preferRelativeResize="0"/>
          <p:nvPr/>
        </p:nvPicPr>
        <p:blipFill rotWithShape="1">
          <a:blip r:embed="rId3">
            <a:alphaModFix/>
          </a:blip>
          <a:srcRect/>
          <a:stretch/>
        </p:blipFill>
        <p:spPr>
          <a:xfrm>
            <a:off x="1275636" y="2298961"/>
            <a:ext cx="10040064" cy="419606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9"/>
        <p:cNvGrpSpPr/>
        <p:nvPr/>
      </p:nvGrpSpPr>
      <p:grpSpPr>
        <a:xfrm>
          <a:off x="0" y="0"/>
          <a:ext cx="0" cy="0"/>
          <a:chOff x="0" y="0"/>
          <a:chExt cx="0" cy="0"/>
        </a:xfrm>
      </p:grpSpPr>
      <p:sp>
        <p:nvSpPr>
          <p:cNvPr id="370" name="Google Shape;370;p131"/>
          <p:cNvSpPr/>
          <p:nvPr/>
        </p:nvSpPr>
        <p:spPr>
          <a:xfrm>
            <a:off x="1034747" y="1844100"/>
            <a:ext cx="9774360" cy="45849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2 - </a:t>
            </a:r>
            <a:r>
              <a:rPr lang="es-AR" sz="2800" b="1" i="0" u="none" strike="noStrike" cap="none">
                <a:solidFill>
                  <a:srgbClr val="000000"/>
                </a:solidFill>
                <a:latin typeface="Calibri"/>
                <a:ea typeface="Calibri"/>
                <a:cs typeface="Calibri"/>
                <a:sym typeface="Calibri"/>
              </a:rPr>
              <a:t>Control de versiones</a:t>
            </a:r>
            <a:endParaRPr/>
          </a:p>
          <a:p>
            <a:pPr marL="0" marR="0" lvl="1" indent="0" algn="just" rtl="0">
              <a:lnSpc>
                <a:spcPct val="85000"/>
              </a:lnSpc>
              <a:spcBef>
                <a:spcPts val="0"/>
              </a:spcBef>
              <a:spcAft>
                <a:spcPts val="0"/>
              </a:spcAft>
              <a:buClr>
                <a:srgbClr val="262626"/>
              </a:buClr>
              <a:buSzPts val="2800"/>
              <a:buFont typeface="Arial"/>
              <a:buNone/>
            </a:pPr>
            <a:endParaRPr sz="2800" b="1" i="0" u="none" strike="noStrike" cap="none">
              <a:solidFill>
                <a:srgbClr val="000000"/>
              </a:solidFill>
              <a:latin typeface="Calibri"/>
              <a:ea typeface="Calibri"/>
              <a:cs typeface="Calibri"/>
              <a:sym typeface="Calibri"/>
            </a:endParaRPr>
          </a:p>
          <a:p>
            <a:pPr marL="0" marR="0" lvl="1" indent="0" algn="just" rtl="0">
              <a:lnSpc>
                <a:spcPct val="85000"/>
              </a:lnSpc>
              <a:spcBef>
                <a:spcPts val="0"/>
              </a:spcBef>
              <a:spcAft>
                <a:spcPts val="0"/>
              </a:spcAft>
              <a:buClr>
                <a:srgbClr val="262626"/>
              </a:buClr>
              <a:buSzPts val="2800"/>
              <a:buFont typeface="Arial"/>
              <a:buNone/>
            </a:pPr>
            <a:endParaRPr sz="2800" b="1" i="0" u="none" strike="noStrike" cap="none">
              <a:solidFill>
                <a:srgbClr val="000000"/>
              </a:solidFill>
              <a:latin typeface="Calibri"/>
              <a:ea typeface="Calibri"/>
              <a:cs typeface="Calibri"/>
              <a:sym typeface="Calibri"/>
            </a:endParaRPr>
          </a:p>
          <a:p>
            <a:pPr marL="0" marR="0" lvl="1" indent="-152400" algn="l" rtl="0">
              <a:lnSpc>
                <a:spcPct val="85000"/>
              </a:lnSpc>
              <a:spcBef>
                <a:spcPts val="774"/>
              </a:spcBef>
              <a:spcAft>
                <a:spcPts val="0"/>
              </a:spcAft>
              <a:buClr>
                <a:srgbClr val="262626"/>
              </a:buClr>
              <a:buSzPts val="2400"/>
              <a:buFont typeface="Arial"/>
              <a:buChar char=" "/>
            </a:pPr>
            <a:r>
              <a:rPr lang="es-AR" sz="2400" b="0" i="0" u="none" strike="noStrike" cap="none">
                <a:solidFill>
                  <a:srgbClr val="000000"/>
                </a:solidFill>
                <a:latin typeface="Calibri"/>
                <a:ea typeface="Calibri"/>
                <a:cs typeface="Calibri"/>
                <a:sym typeface="Calibri"/>
              </a:rPr>
              <a:t>Puede utilizarse el software</a:t>
            </a:r>
            <a:endParaRPr sz="1400" b="0" i="0" u="none" strike="noStrike" cap="none">
              <a:solidFill>
                <a:srgbClr val="000000"/>
              </a:solidFill>
              <a:latin typeface="Arial"/>
              <a:ea typeface="Arial"/>
              <a:cs typeface="Arial"/>
              <a:sym typeface="Arial"/>
            </a:endParaRPr>
          </a:p>
          <a:p>
            <a:pPr marL="0" marR="0" lvl="3" indent="-152400" algn="l" rtl="0">
              <a:lnSpc>
                <a:spcPct val="85000"/>
              </a:lnSpc>
              <a:spcBef>
                <a:spcPts val="774"/>
              </a:spcBef>
              <a:spcAft>
                <a:spcPts val="0"/>
              </a:spcAft>
              <a:buClr>
                <a:srgbClr val="262626"/>
              </a:buClr>
              <a:buSzPts val="2400"/>
              <a:buFont typeface="Arial"/>
              <a:buChar char=" "/>
            </a:pPr>
            <a:r>
              <a:rPr lang="es-AR" sz="1400" b="0" i="0" u="none" strike="noStrike" cap="none">
                <a:solidFill>
                  <a:srgbClr val="000000"/>
                </a:solidFill>
                <a:latin typeface="Arial"/>
                <a:ea typeface="Arial"/>
                <a:cs typeface="Arial"/>
                <a:sym typeface="Arial"/>
              </a:rPr>
              <a:t>   Concurrent Versions System (CVS)</a:t>
            </a:r>
            <a:endParaRPr/>
          </a:p>
          <a:p>
            <a:pPr marL="0" marR="0" lvl="7" indent="0" algn="l" rtl="0">
              <a:lnSpc>
                <a:spcPct val="85000"/>
              </a:lnSpc>
              <a:spcBef>
                <a:spcPts val="774"/>
              </a:spcBef>
              <a:spcAft>
                <a:spcPts val="0"/>
              </a:spcAft>
              <a:buClr>
                <a:srgbClr val="262626"/>
              </a:buClr>
              <a:buSzPts val="2400"/>
              <a:buFont typeface="Arial"/>
              <a:buNone/>
            </a:pPr>
            <a:endParaRPr sz="1400" b="0" i="0" u="none" strike="noStrike" cap="none">
              <a:solidFill>
                <a:srgbClr val="000000"/>
              </a:solidFill>
              <a:latin typeface="Arial"/>
              <a:ea typeface="Arial"/>
              <a:cs typeface="Arial"/>
              <a:sym typeface="Arial"/>
            </a:endParaRPr>
          </a:p>
          <a:p>
            <a:pPr marL="0" marR="0" lvl="7" indent="-152400" algn="l" rtl="0">
              <a:lnSpc>
                <a:spcPct val="85000"/>
              </a:lnSpc>
              <a:spcBef>
                <a:spcPts val="774"/>
              </a:spcBef>
              <a:spcAft>
                <a:spcPts val="0"/>
              </a:spcAft>
              <a:buClr>
                <a:srgbClr val="262626"/>
              </a:buClr>
              <a:buSzPts val="2400"/>
              <a:buFont typeface="Arial"/>
              <a:buChar char=" "/>
            </a:pPr>
            <a:r>
              <a:rPr lang="es-AR" sz="1800" b="0" i="0" u="sng" strike="noStrike" cap="none">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https://www.nongnu.org/cvs/</a:t>
            </a:r>
            <a:endParaRPr sz="1800" b="0" i="0" u="none" strike="noStrike" cap="none">
              <a:solidFill>
                <a:srgbClr val="000000"/>
              </a:solidFill>
              <a:latin typeface="Arial"/>
              <a:ea typeface="Arial"/>
              <a:cs typeface="Arial"/>
              <a:sym typeface="Arial"/>
            </a:endParaRPr>
          </a:p>
          <a:p>
            <a:pPr marL="0" marR="0" lvl="7" indent="0" algn="l" rtl="0">
              <a:lnSpc>
                <a:spcPct val="85000"/>
              </a:lnSpc>
              <a:spcBef>
                <a:spcPts val="774"/>
              </a:spcBef>
              <a:spcAft>
                <a:spcPts val="0"/>
              </a:spcAft>
              <a:buClr>
                <a:srgbClr val="262626"/>
              </a:buClr>
              <a:buSzPts val="2400"/>
              <a:buFont typeface="Arial"/>
              <a:buNone/>
            </a:pPr>
            <a:endParaRPr sz="1800" b="0" i="0" u="none" strike="noStrike" cap="none">
              <a:solidFill>
                <a:srgbClr val="000000"/>
              </a:solidFill>
              <a:latin typeface="Arial"/>
              <a:ea typeface="Arial"/>
              <a:cs typeface="Arial"/>
              <a:sym typeface="Arial"/>
            </a:endParaRPr>
          </a:p>
          <a:p>
            <a:pPr marL="0" marR="0" lvl="1" indent="0" algn="just" rtl="0">
              <a:lnSpc>
                <a:spcPct val="85000"/>
              </a:lnSpc>
              <a:spcBef>
                <a:spcPts val="0"/>
              </a:spcBef>
              <a:spcAft>
                <a:spcPts val="0"/>
              </a:spcAft>
              <a:buClr>
                <a:srgbClr val="262626"/>
              </a:buClr>
              <a:buSzPts val="2800"/>
              <a:buFont typeface="Arial"/>
              <a:buNone/>
            </a:pPr>
            <a:endParaRPr sz="28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4100"/>
              <a:buFont typeface="Arial"/>
              <a:buNone/>
            </a:pPr>
            <a:endParaRPr sz="4100" b="0" i="0" u="none" strike="noStrike" cap="none">
              <a:solidFill>
                <a:srgbClr val="000000"/>
              </a:solidFill>
              <a:latin typeface="Arial"/>
              <a:ea typeface="Arial"/>
              <a:cs typeface="Arial"/>
              <a:sym typeface="Arial"/>
            </a:endParaRPr>
          </a:p>
          <a:p>
            <a:pPr marL="0" marR="0" lvl="0" indent="0" algn="l" rtl="0">
              <a:lnSpc>
                <a:spcPct val="85000"/>
              </a:lnSpc>
              <a:spcBef>
                <a:spcPts val="1681"/>
              </a:spcBef>
              <a:spcAft>
                <a:spcPts val="0"/>
              </a:spcAft>
              <a:buClr>
                <a:srgbClr val="000000"/>
              </a:buClr>
              <a:buSzPts val="4100"/>
              <a:buFont typeface="Arial"/>
              <a:buNone/>
            </a:pPr>
            <a:endParaRPr sz="4100" b="0" i="0" u="none" strike="noStrike" cap="none">
              <a:solidFill>
                <a:srgbClr val="000000"/>
              </a:solidFill>
              <a:latin typeface="Arial"/>
              <a:ea typeface="Arial"/>
              <a:cs typeface="Arial"/>
              <a:sym typeface="Arial"/>
            </a:endParaRPr>
          </a:p>
        </p:txBody>
      </p:sp>
      <p:sp>
        <p:nvSpPr>
          <p:cNvPr id="371" name="Google Shape;371;p131"/>
          <p:cNvSpPr/>
          <p:nvPr/>
        </p:nvSpPr>
        <p:spPr>
          <a:xfrm>
            <a:off x="1676520" y="-147960"/>
            <a:ext cx="303480" cy="3114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131"/>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373" name="Google Shape;373;p131"/>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374" name="Google Shape;374;p131"/>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21</a:t>
            </a:fld>
            <a:endParaRPr>
              <a:solidFill>
                <a:srgbClr val="000000"/>
              </a:solidFill>
              <a:latin typeface="Times New Roman"/>
              <a:ea typeface="Times New Roman"/>
              <a:cs typeface="Times New Roman"/>
              <a:sym typeface="Times New Roman"/>
            </a:endParaRPr>
          </a:p>
        </p:txBody>
      </p:sp>
      <p:sp>
        <p:nvSpPr>
          <p:cNvPr id="375" name="Google Shape;375;p131"/>
          <p:cNvSpPr txBox="1"/>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AR" sz="897" b="0" i="0" u="none" strike="noStrike" cap="none">
                <a:solidFill>
                  <a:srgbClr val="FFFFFF"/>
                </a:solidFill>
                <a:latin typeface="Calibri"/>
                <a:ea typeface="Calibri"/>
                <a:cs typeface="Calibri"/>
                <a:sym typeface="Calibri"/>
              </a:rPr>
              <a:t>2026</a:t>
            </a:r>
            <a:endParaRPr sz="897" b="0" i="0" u="none" strike="noStrike" cap="none">
              <a:solidFill>
                <a:srgbClr val="FFFFFF"/>
              </a:solidFill>
              <a:latin typeface="Calibri"/>
              <a:ea typeface="Calibri"/>
              <a:cs typeface="Calibri"/>
              <a:sym typeface="Calibri"/>
            </a:endParaRPr>
          </a:p>
        </p:txBody>
      </p:sp>
      <p:pic>
        <p:nvPicPr>
          <p:cNvPr id="376" name="Google Shape;376;p131"/>
          <p:cNvPicPr preferRelativeResize="0"/>
          <p:nvPr/>
        </p:nvPicPr>
        <p:blipFill rotWithShape="1">
          <a:blip r:embed="rId4">
            <a:alphaModFix/>
          </a:blip>
          <a:srcRect/>
          <a:stretch/>
        </p:blipFill>
        <p:spPr>
          <a:xfrm>
            <a:off x="5621852" y="2079066"/>
            <a:ext cx="5743273" cy="434999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1"/>
        <p:cNvGrpSpPr/>
        <p:nvPr/>
      </p:nvGrpSpPr>
      <p:grpSpPr>
        <a:xfrm>
          <a:off x="0" y="0"/>
          <a:ext cx="0" cy="0"/>
          <a:chOff x="0" y="0"/>
          <a:chExt cx="0" cy="0"/>
        </a:xfrm>
      </p:grpSpPr>
      <p:sp>
        <p:nvSpPr>
          <p:cNvPr id="382" name="Google Shape;382;p132"/>
          <p:cNvSpPr/>
          <p:nvPr/>
        </p:nvSpPr>
        <p:spPr>
          <a:xfrm>
            <a:off x="1034747" y="1844100"/>
            <a:ext cx="9774360" cy="458496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2 - </a:t>
            </a:r>
            <a:r>
              <a:rPr lang="es-AR" sz="2800" b="1" i="0" u="none" strike="noStrike" cap="none">
                <a:solidFill>
                  <a:srgbClr val="000000"/>
                </a:solidFill>
                <a:latin typeface="Calibri"/>
                <a:ea typeface="Calibri"/>
                <a:cs typeface="Calibri"/>
                <a:sym typeface="Calibri"/>
              </a:rPr>
              <a:t>Control de versiones</a:t>
            </a:r>
            <a:endParaRPr/>
          </a:p>
          <a:p>
            <a:pPr marL="0" marR="0" lvl="1" indent="0" algn="just" rtl="0">
              <a:lnSpc>
                <a:spcPct val="85000"/>
              </a:lnSpc>
              <a:spcBef>
                <a:spcPts val="0"/>
              </a:spcBef>
              <a:spcAft>
                <a:spcPts val="0"/>
              </a:spcAft>
              <a:buClr>
                <a:srgbClr val="262626"/>
              </a:buClr>
              <a:buSzPts val="2800"/>
              <a:buFont typeface="Arial"/>
              <a:buNone/>
            </a:pPr>
            <a:endParaRPr sz="2800" b="1" i="0" u="none" strike="noStrike" cap="none">
              <a:solidFill>
                <a:srgbClr val="000000"/>
              </a:solidFill>
              <a:latin typeface="Calibri"/>
              <a:ea typeface="Calibri"/>
              <a:cs typeface="Calibri"/>
              <a:sym typeface="Calibri"/>
            </a:endParaRPr>
          </a:p>
          <a:p>
            <a:pPr marL="0" marR="0" lvl="1" indent="0" algn="just" rtl="0">
              <a:lnSpc>
                <a:spcPct val="85000"/>
              </a:lnSpc>
              <a:spcBef>
                <a:spcPts val="0"/>
              </a:spcBef>
              <a:spcAft>
                <a:spcPts val="0"/>
              </a:spcAft>
              <a:buClr>
                <a:srgbClr val="262626"/>
              </a:buClr>
              <a:buSzPts val="2800"/>
              <a:buFont typeface="Arial"/>
              <a:buNone/>
            </a:pPr>
            <a:endParaRPr sz="2800" b="1" i="0" u="none" strike="noStrike" cap="none">
              <a:solidFill>
                <a:srgbClr val="000000"/>
              </a:solidFill>
              <a:latin typeface="Calibri"/>
              <a:ea typeface="Calibri"/>
              <a:cs typeface="Calibri"/>
              <a:sym typeface="Calibri"/>
            </a:endParaRPr>
          </a:p>
          <a:p>
            <a:pPr marL="0" marR="0" lvl="1" indent="0" algn="just" rtl="0">
              <a:lnSpc>
                <a:spcPct val="85000"/>
              </a:lnSpc>
              <a:spcBef>
                <a:spcPts val="0"/>
              </a:spcBef>
              <a:spcAft>
                <a:spcPts val="0"/>
              </a:spcAft>
              <a:buClr>
                <a:srgbClr val="262626"/>
              </a:buClr>
              <a:buSzPts val="2800"/>
              <a:buFont typeface="Arial"/>
              <a:buNone/>
            </a:pPr>
            <a:endParaRPr sz="28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4100"/>
              <a:buFont typeface="Arial"/>
              <a:buNone/>
            </a:pPr>
            <a:endParaRPr sz="4100" b="0" i="0" u="none" strike="noStrike" cap="none">
              <a:solidFill>
                <a:srgbClr val="000000"/>
              </a:solidFill>
              <a:latin typeface="Arial"/>
              <a:ea typeface="Arial"/>
              <a:cs typeface="Arial"/>
              <a:sym typeface="Arial"/>
            </a:endParaRPr>
          </a:p>
          <a:p>
            <a:pPr marL="0" marR="0" lvl="0" indent="0" algn="l" rtl="0">
              <a:lnSpc>
                <a:spcPct val="85000"/>
              </a:lnSpc>
              <a:spcBef>
                <a:spcPts val="1681"/>
              </a:spcBef>
              <a:spcAft>
                <a:spcPts val="0"/>
              </a:spcAft>
              <a:buClr>
                <a:srgbClr val="000000"/>
              </a:buClr>
              <a:buSzPts val="4100"/>
              <a:buFont typeface="Arial"/>
              <a:buNone/>
            </a:pPr>
            <a:endParaRPr sz="4100" b="0" i="0" u="none" strike="noStrike" cap="none">
              <a:solidFill>
                <a:srgbClr val="000000"/>
              </a:solidFill>
              <a:latin typeface="Arial"/>
              <a:ea typeface="Arial"/>
              <a:cs typeface="Arial"/>
              <a:sym typeface="Arial"/>
            </a:endParaRPr>
          </a:p>
        </p:txBody>
      </p:sp>
      <p:sp>
        <p:nvSpPr>
          <p:cNvPr id="383" name="Google Shape;383;p132"/>
          <p:cNvSpPr/>
          <p:nvPr/>
        </p:nvSpPr>
        <p:spPr>
          <a:xfrm>
            <a:off x="1676520" y="-147960"/>
            <a:ext cx="303480" cy="3114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132"/>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385" name="Google Shape;385;p132"/>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386" name="Google Shape;386;p132"/>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22</a:t>
            </a:fld>
            <a:endParaRPr>
              <a:solidFill>
                <a:srgbClr val="000000"/>
              </a:solidFill>
              <a:latin typeface="Times New Roman"/>
              <a:ea typeface="Times New Roman"/>
              <a:cs typeface="Times New Roman"/>
              <a:sym typeface="Times New Roman"/>
            </a:endParaRPr>
          </a:p>
        </p:txBody>
      </p:sp>
      <p:sp>
        <p:nvSpPr>
          <p:cNvPr id="387" name="Google Shape;387;p132"/>
          <p:cNvSpPr txBox="1"/>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AR" sz="897" b="0" i="0" u="none" strike="noStrike" cap="none">
                <a:solidFill>
                  <a:srgbClr val="FFFFFF"/>
                </a:solidFill>
                <a:latin typeface="Calibri"/>
                <a:ea typeface="Calibri"/>
                <a:cs typeface="Calibri"/>
                <a:sym typeface="Calibri"/>
              </a:rPr>
              <a:t>2026</a:t>
            </a:r>
            <a:endParaRPr sz="897" b="0" i="0" u="none" strike="noStrike" cap="none">
              <a:solidFill>
                <a:srgbClr val="FFFFFF"/>
              </a:solidFill>
              <a:latin typeface="Calibri"/>
              <a:ea typeface="Calibri"/>
              <a:cs typeface="Calibri"/>
              <a:sym typeface="Calibri"/>
            </a:endParaRPr>
          </a:p>
        </p:txBody>
      </p:sp>
      <p:pic>
        <p:nvPicPr>
          <p:cNvPr id="388" name="Google Shape;388;p132"/>
          <p:cNvPicPr preferRelativeResize="0"/>
          <p:nvPr/>
        </p:nvPicPr>
        <p:blipFill rotWithShape="1">
          <a:blip r:embed="rId3">
            <a:alphaModFix/>
          </a:blip>
          <a:srcRect l="3085" r="1205" b="7713"/>
          <a:stretch/>
        </p:blipFill>
        <p:spPr>
          <a:xfrm>
            <a:off x="2547257" y="4320982"/>
            <a:ext cx="7168243" cy="2141386"/>
          </a:xfrm>
          <a:prstGeom prst="rect">
            <a:avLst/>
          </a:prstGeom>
          <a:noFill/>
          <a:ln>
            <a:noFill/>
          </a:ln>
        </p:spPr>
      </p:pic>
      <p:pic>
        <p:nvPicPr>
          <p:cNvPr id="389" name="Google Shape;389;p132"/>
          <p:cNvPicPr preferRelativeResize="0"/>
          <p:nvPr/>
        </p:nvPicPr>
        <p:blipFill rotWithShape="1">
          <a:blip r:embed="rId4">
            <a:alphaModFix/>
          </a:blip>
          <a:srcRect l="4412" t="9060" r="3363" b="10468"/>
          <a:stretch/>
        </p:blipFill>
        <p:spPr>
          <a:xfrm>
            <a:off x="2547257" y="2263287"/>
            <a:ext cx="7168243" cy="208556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33"/>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133"/>
          <p:cNvSpPr/>
          <p:nvPr/>
        </p:nvSpPr>
        <p:spPr>
          <a:xfrm>
            <a:off x="1034747" y="1778134"/>
            <a:ext cx="10157328" cy="4584506"/>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3 - </a:t>
            </a:r>
            <a:r>
              <a:rPr lang="es-AR" sz="2800" b="1" i="0" u="none" strike="noStrike" cap="none">
                <a:solidFill>
                  <a:srgbClr val="000000"/>
                </a:solidFill>
                <a:latin typeface="Calibri"/>
                <a:ea typeface="Calibri"/>
                <a:cs typeface="Calibri"/>
                <a:sym typeface="Calibri"/>
              </a:rPr>
              <a:t>Control de cambios</a:t>
            </a:r>
            <a:endParaRPr sz="2800" b="0" i="0" u="none" strike="noStrike" cap="none">
              <a:solidFill>
                <a:srgbClr val="000000"/>
              </a:solidFill>
              <a:latin typeface="Arial"/>
              <a:ea typeface="Arial"/>
              <a:cs typeface="Arial"/>
              <a:sym typeface="Arial"/>
            </a:endParaRPr>
          </a:p>
          <a:p>
            <a:pPr marL="457200" marR="0" lvl="3" indent="-177800" algn="just" rtl="0">
              <a:lnSpc>
                <a:spcPct val="85000"/>
              </a:lnSpc>
              <a:spcBef>
                <a:spcPts val="774"/>
              </a:spcBef>
              <a:spcAft>
                <a:spcPts val="0"/>
              </a:spcAft>
              <a:buClr>
                <a:srgbClr val="262626"/>
              </a:buClr>
              <a:buSzPts val="2800"/>
              <a:buFont typeface="Arial"/>
              <a:buChar char=" "/>
            </a:pPr>
            <a:r>
              <a:rPr lang="es-AR" sz="2800" b="0" i="1" u="none" strike="noStrike" cap="none">
                <a:solidFill>
                  <a:srgbClr val="000000"/>
                </a:solidFill>
                <a:latin typeface="Calibri"/>
                <a:ea typeface="Calibri"/>
                <a:cs typeface="Calibri"/>
                <a:sym typeface="Calibri"/>
              </a:rPr>
              <a:t>A lo largo del proyecto los cambios son inevitables  y el control es vital para el desarrollo del mismo.</a:t>
            </a:r>
            <a:endParaRPr/>
          </a:p>
          <a:p>
            <a:pPr marL="457200" marR="0" lvl="3" indent="-177800" algn="just" rtl="0">
              <a:lnSpc>
                <a:spcPct val="85000"/>
              </a:lnSpc>
              <a:spcBef>
                <a:spcPts val="774"/>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Combina los procedimientos humanos y las herramientas adecuadas para proporcionar un mecanismo para el control del cambio.</a:t>
            </a:r>
            <a:endParaRPr/>
          </a:p>
        </p:txBody>
      </p:sp>
      <p:sp>
        <p:nvSpPr>
          <p:cNvPr id="397" name="Google Shape;397;p133"/>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398" name="Google Shape;398;p133"/>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399" name="Google Shape;399;p133"/>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00" name="Google Shape;400;p133"/>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23</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134"/>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134"/>
          <p:cNvSpPr/>
          <p:nvPr/>
        </p:nvSpPr>
        <p:spPr>
          <a:xfrm>
            <a:off x="1034747" y="1778134"/>
            <a:ext cx="10157328" cy="4584506"/>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3 - </a:t>
            </a:r>
            <a:r>
              <a:rPr lang="es-AR" sz="2800" b="1" i="0" u="none" strike="noStrike" cap="none">
                <a:solidFill>
                  <a:srgbClr val="000000"/>
                </a:solidFill>
                <a:latin typeface="Calibri"/>
                <a:ea typeface="Calibri"/>
                <a:cs typeface="Calibri"/>
                <a:sym typeface="Calibri"/>
              </a:rPr>
              <a:t>Control de cambios</a:t>
            </a:r>
            <a:endParaRPr sz="2800" b="0" i="0" u="none" strike="noStrike" cap="none">
              <a:solidFill>
                <a:srgbClr val="000000"/>
              </a:solidFill>
              <a:latin typeface="Arial"/>
              <a:ea typeface="Arial"/>
              <a:cs typeface="Arial"/>
              <a:sym typeface="Arial"/>
            </a:endParaRPr>
          </a:p>
        </p:txBody>
      </p:sp>
      <p:sp>
        <p:nvSpPr>
          <p:cNvPr id="408" name="Google Shape;408;p134"/>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409" name="Google Shape;409;p134"/>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10" name="Google Shape;410;p134"/>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11" name="Google Shape;411;p134"/>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24</a:t>
            </a:fld>
            <a:endParaRPr>
              <a:solidFill>
                <a:srgbClr val="000000"/>
              </a:solidFill>
              <a:latin typeface="Times New Roman"/>
              <a:ea typeface="Times New Roman"/>
              <a:cs typeface="Times New Roman"/>
              <a:sym typeface="Times New Roman"/>
            </a:endParaRPr>
          </a:p>
        </p:txBody>
      </p:sp>
      <p:pic>
        <p:nvPicPr>
          <p:cNvPr id="412" name="Google Shape;412;p134"/>
          <p:cNvPicPr preferRelativeResize="0"/>
          <p:nvPr/>
        </p:nvPicPr>
        <p:blipFill rotWithShape="1">
          <a:blip r:embed="rId3">
            <a:alphaModFix/>
          </a:blip>
          <a:srcRect l="2814" t="2754" r="2686" b="6940"/>
          <a:stretch/>
        </p:blipFill>
        <p:spPr>
          <a:xfrm>
            <a:off x="4833257" y="1820101"/>
            <a:ext cx="5437415" cy="458450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135"/>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135"/>
          <p:cNvSpPr/>
          <p:nvPr/>
        </p:nvSpPr>
        <p:spPr>
          <a:xfrm>
            <a:off x="1034747" y="1778134"/>
            <a:ext cx="10157328" cy="4584506"/>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3 - </a:t>
            </a:r>
            <a:r>
              <a:rPr lang="es-AR" sz="2800" b="1" i="0" u="none" strike="noStrike" cap="none">
                <a:solidFill>
                  <a:srgbClr val="000000"/>
                </a:solidFill>
                <a:latin typeface="Calibri"/>
                <a:ea typeface="Calibri"/>
                <a:cs typeface="Calibri"/>
                <a:sym typeface="Calibri"/>
              </a:rPr>
              <a:t>Control de cambios</a:t>
            </a:r>
            <a:endParaRPr sz="2800" b="0" i="0" u="none" strike="noStrike" cap="none">
              <a:solidFill>
                <a:srgbClr val="000000"/>
              </a:solidFill>
              <a:latin typeface="Arial"/>
              <a:ea typeface="Arial"/>
              <a:cs typeface="Arial"/>
              <a:sym typeface="Arial"/>
            </a:endParaRPr>
          </a:p>
          <a:p>
            <a:pPr marL="441325" marR="0" lvl="6" indent="-441325" algn="l" rtl="0">
              <a:lnSpc>
                <a:spcPct val="85000"/>
              </a:lnSpc>
              <a:spcBef>
                <a:spcPts val="774"/>
              </a:spcBef>
              <a:spcAft>
                <a:spcPts val="0"/>
              </a:spcAft>
              <a:buClr>
                <a:srgbClr val="262626"/>
              </a:buClr>
              <a:buSzPts val="2800"/>
              <a:buFont typeface="Arial"/>
              <a:buChar char=" "/>
            </a:pPr>
            <a:r>
              <a:rPr lang="es-AR" sz="2800" b="0" i="1" u="none" strike="noStrike" cap="none">
                <a:solidFill>
                  <a:srgbClr val="000000"/>
                </a:solidFill>
                <a:latin typeface="Calibri"/>
                <a:ea typeface="Calibri"/>
                <a:cs typeface="Calibri"/>
                <a:sym typeface="Calibri"/>
              </a:rPr>
              <a:t>La autoridad de control de cambios (ACC) evalúa:</a:t>
            </a:r>
            <a:endParaRPr sz="2800" b="0" i="0" u="none" strike="noStrike" cap="none">
              <a:solidFill>
                <a:srgbClr val="000000"/>
              </a:solidFill>
              <a:latin typeface="Arial"/>
              <a:ea typeface="Arial"/>
              <a:cs typeface="Arial"/>
              <a:sym typeface="Arial"/>
            </a:endParaRPr>
          </a:p>
          <a:p>
            <a:pPr marL="800100" marR="0" lvl="3" indent="-358775" algn="just" rtl="0">
              <a:lnSpc>
                <a:spcPct val="85000"/>
              </a:lnSpc>
              <a:spcBef>
                <a:spcPts val="774"/>
              </a:spcBef>
              <a:spcAft>
                <a:spcPts val="0"/>
              </a:spcAft>
              <a:buClr>
                <a:srgbClr val="C00000"/>
              </a:buClr>
              <a:buSzPts val="2800"/>
              <a:buFont typeface="Arial"/>
              <a:buChar char="•"/>
            </a:pPr>
            <a:r>
              <a:rPr lang="es-AR" sz="2600" b="0" i="0" u="none" strike="noStrike" cap="none">
                <a:solidFill>
                  <a:srgbClr val="000000"/>
                </a:solidFill>
                <a:latin typeface="Calibri"/>
                <a:ea typeface="Calibri"/>
                <a:cs typeface="Calibri"/>
                <a:sym typeface="Calibri"/>
              </a:rPr>
              <a:t>¿Cómo impactará el cambio en el hardware?</a:t>
            </a:r>
            <a:endParaRPr sz="2600" b="0" i="0" u="none" strike="noStrike" cap="none">
              <a:solidFill>
                <a:srgbClr val="000000"/>
              </a:solidFill>
              <a:latin typeface="Calibri"/>
              <a:ea typeface="Calibri"/>
              <a:cs typeface="Calibri"/>
              <a:sym typeface="Calibri"/>
            </a:endParaRPr>
          </a:p>
          <a:p>
            <a:pPr marL="800100" marR="0" lvl="3" indent="-358775" algn="just" rtl="0">
              <a:lnSpc>
                <a:spcPct val="85000"/>
              </a:lnSpc>
              <a:spcBef>
                <a:spcPts val="774"/>
              </a:spcBef>
              <a:spcAft>
                <a:spcPts val="0"/>
              </a:spcAft>
              <a:buClr>
                <a:srgbClr val="C00000"/>
              </a:buClr>
              <a:buSzPts val="2800"/>
              <a:buFont typeface="Arial"/>
              <a:buChar char="•"/>
            </a:pPr>
            <a:r>
              <a:rPr lang="es-AR" sz="2600" b="0" i="0" u="none" strike="noStrike" cap="none">
                <a:solidFill>
                  <a:srgbClr val="000000"/>
                </a:solidFill>
                <a:latin typeface="Calibri"/>
                <a:ea typeface="Calibri"/>
                <a:cs typeface="Calibri"/>
                <a:sym typeface="Calibri"/>
              </a:rPr>
              <a:t>¿Cómo impactará el cambio en el rendimiento?</a:t>
            </a:r>
            <a:endParaRPr sz="2600" b="0" i="0" u="none" strike="noStrike" cap="none">
              <a:solidFill>
                <a:srgbClr val="000000"/>
              </a:solidFill>
              <a:latin typeface="Calibri"/>
              <a:ea typeface="Calibri"/>
              <a:cs typeface="Calibri"/>
              <a:sym typeface="Calibri"/>
            </a:endParaRPr>
          </a:p>
          <a:p>
            <a:pPr marL="800100" marR="0" lvl="3" indent="-358775" algn="just" rtl="0">
              <a:lnSpc>
                <a:spcPct val="85000"/>
              </a:lnSpc>
              <a:spcBef>
                <a:spcPts val="774"/>
              </a:spcBef>
              <a:spcAft>
                <a:spcPts val="0"/>
              </a:spcAft>
              <a:buClr>
                <a:srgbClr val="C00000"/>
              </a:buClr>
              <a:buSzPts val="2800"/>
              <a:buFont typeface="Arial"/>
              <a:buChar char="•"/>
            </a:pPr>
            <a:r>
              <a:rPr lang="es-AR" sz="2600" b="0" i="0" u="none" strike="noStrike" cap="none">
                <a:solidFill>
                  <a:srgbClr val="000000"/>
                </a:solidFill>
                <a:latin typeface="Calibri"/>
                <a:ea typeface="Calibri"/>
                <a:cs typeface="Calibri"/>
                <a:sym typeface="Calibri"/>
              </a:rPr>
              <a:t>¿Cómo alterará el cambio la percepción del cliente sobre el producto?</a:t>
            </a:r>
            <a:endParaRPr sz="2600" b="0" i="0" u="none" strike="noStrike" cap="none">
              <a:solidFill>
                <a:srgbClr val="000000"/>
              </a:solidFill>
              <a:latin typeface="Calibri"/>
              <a:ea typeface="Calibri"/>
              <a:cs typeface="Calibri"/>
              <a:sym typeface="Calibri"/>
            </a:endParaRPr>
          </a:p>
          <a:p>
            <a:pPr marL="800100" marR="0" lvl="3" indent="-358775" algn="just" rtl="0">
              <a:lnSpc>
                <a:spcPct val="85000"/>
              </a:lnSpc>
              <a:spcBef>
                <a:spcPts val="774"/>
              </a:spcBef>
              <a:spcAft>
                <a:spcPts val="0"/>
              </a:spcAft>
              <a:buClr>
                <a:srgbClr val="C00000"/>
              </a:buClr>
              <a:buSzPts val="2800"/>
              <a:buFont typeface="Arial"/>
              <a:buChar char="•"/>
            </a:pPr>
            <a:r>
              <a:rPr lang="es-AR" sz="2600" b="0" i="0" u="none" strike="noStrike" cap="none">
                <a:solidFill>
                  <a:srgbClr val="000000"/>
                </a:solidFill>
                <a:latin typeface="Calibri"/>
                <a:ea typeface="Calibri"/>
                <a:cs typeface="Calibri"/>
                <a:sym typeface="Calibri"/>
              </a:rPr>
              <a:t>¿Cómo afectará el cambio a la calidad y a la fiabilidad?</a:t>
            </a:r>
            <a:endParaRPr sz="2600" b="0" i="0" u="none" strike="noStrike" cap="none">
              <a:solidFill>
                <a:srgbClr val="000000"/>
              </a:solidFill>
              <a:latin typeface="Calibri"/>
              <a:ea typeface="Calibri"/>
              <a:cs typeface="Calibri"/>
              <a:sym typeface="Calibri"/>
            </a:endParaRPr>
          </a:p>
          <a:p>
            <a:pPr marL="800100" marR="0" lvl="3" indent="-358775" algn="just" rtl="0">
              <a:lnSpc>
                <a:spcPct val="85000"/>
              </a:lnSpc>
              <a:spcBef>
                <a:spcPts val="774"/>
              </a:spcBef>
              <a:spcAft>
                <a:spcPts val="0"/>
              </a:spcAft>
              <a:buClr>
                <a:srgbClr val="C00000"/>
              </a:buClr>
              <a:buSzPts val="2800"/>
              <a:buFont typeface="Arial"/>
              <a:buChar char="•"/>
            </a:pPr>
            <a:r>
              <a:rPr lang="es-AR" sz="2600" b="0" i="0" u="none" strike="noStrike" cap="none">
                <a:solidFill>
                  <a:srgbClr val="000000"/>
                </a:solidFill>
                <a:latin typeface="Calibri"/>
                <a:ea typeface="Calibri"/>
                <a:cs typeface="Calibri"/>
                <a:sym typeface="Calibri"/>
              </a:rPr>
              <a:t>…</a:t>
            </a:r>
            <a:endParaRPr sz="2600" b="0" i="0" u="none" strike="noStrike" cap="none">
              <a:solidFill>
                <a:srgbClr val="000000"/>
              </a:solidFill>
              <a:latin typeface="Calibri"/>
              <a:ea typeface="Calibri"/>
              <a:cs typeface="Calibri"/>
              <a:sym typeface="Calibri"/>
            </a:endParaRPr>
          </a:p>
        </p:txBody>
      </p:sp>
      <p:sp>
        <p:nvSpPr>
          <p:cNvPr id="420" name="Google Shape;420;p135"/>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421" name="Google Shape;421;p135"/>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22" name="Google Shape;422;p135"/>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23" name="Google Shape;423;p135"/>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25</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136"/>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p136"/>
          <p:cNvSpPr/>
          <p:nvPr/>
        </p:nvSpPr>
        <p:spPr>
          <a:xfrm>
            <a:off x="1034746" y="1778134"/>
            <a:ext cx="10509553" cy="4584506"/>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4 - </a:t>
            </a:r>
            <a:r>
              <a:rPr lang="es-AR" sz="2800" b="1" i="0" u="none" strike="noStrike" cap="none">
                <a:solidFill>
                  <a:srgbClr val="000000"/>
                </a:solidFill>
                <a:latin typeface="Calibri"/>
                <a:ea typeface="Calibri"/>
                <a:cs typeface="Calibri"/>
                <a:sym typeface="Calibri"/>
              </a:rPr>
              <a:t>Auditoría de la configuración</a:t>
            </a:r>
            <a:endParaRPr sz="2800" b="0" i="0" u="none" strike="noStrike" cap="none">
              <a:solidFill>
                <a:srgbClr val="000000"/>
              </a:solidFill>
              <a:latin typeface="Arial"/>
              <a:ea typeface="Arial"/>
              <a:cs typeface="Arial"/>
              <a:sym typeface="Arial"/>
            </a:endParaRPr>
          </a:p>
          <a:p>
            <a:pPr marL="441325" marR="0" lvl="6" indent="0" algn="just" rtl="0">
              <a:lnSpc>
                <a:spcPct val="85000"/>
              </a:lnSpc>
              <a:spcBef>
                <a:spcPts val="774"/>
              </a:spcBef>
              <a:spcAft>
                <a:spcPts val="0"/>
              </a:spcAft>
              <a:buNone/>
            </a:pPr>
            <a:r>
              <a:rPr lang="es-AR" sz="2800" b="0" i="1" u="none" strike="noStrike" cap="none">
                <a:solidFill>
                  <a:srgbClr val="000000"/>
                </a:solidFill>
                <a:latin typeface="Calibri"/>
                <a:ea typeface="Calibri"/>
                <a:cs typeface="Calibri"/>
                <a:sym typeface="Calibri"/>
              </a:rPr>
              <a:t>La identificación y el control de versiones y el control de cambio, ayudan al equipo de desarrollo de software a mantener un orden, pero sólo se garantiza hasta que se ha generado la orden de cambio.</a:t>
            </a:r>
            <a:endParaRPr/>
          </a:p>
          <a:p>
            <a:pPr marL="441325" marR="0" lvl="4" indent="-177800" algn="l" rtl="0">
              <a:lnSpc>
                <a:spcPct val="85000"/>
              </a:lnSpc>
              <a:spcBef>
                <a:spcPts val="774"/>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¿Cómo aseguramos que el cambio se ha realizado correctamente?</a:t>
            </a:r>
            <a:endParaRPr sz="2800" b="0" i="0" u="none" strike="noStrike" cap="none">
              <a:solidFill>
                <a:srgbClr val="000000"/>
              </a:solidFill>
              <a:latin typeface="Arial"/>
              <a:ea typeface="Arial"/>
              <a:cs typeface="Arial"/>
              <a:sym typeface="Arial"/>
            </a:endParaRPr>
          </a:p>
          <a:p>
            <a:pPr marL="979488" marR="0" lvl="4" indent="-441325" algn="l" rtl="0">
              <a:lnSpc>
                <a:spcPct val="85000"/>
              </a:lnSpc>
              <a:spcBef>
                <a:spcPts val="774"/>
              </a:spcBef>
              <a:spcAft>
                <a:spcPts val="0"/>
              </a:spcAft>
              <a:buClr>
                <a:srgbClr val="C00000"/>
              </a:buClr>
              <a:buSzPts val="2800"/>
              <a:buFont typeface="Arial"/>
              <a:buChar char="•"/>
            </a:pPr>
            <a:r>
              <a:rPr lang="es-AR" sz="2800" b="0" i="0" u="none" strike="noStrike" cap="none">
                <a:solidFill>
                  <a:srgbClr val="000000"/>
                </a:solidFill>
                <a:latin typeface="Calibri"/>
                <a:ea typeface="Calibri"/>
                <a:cs typeface="Calibri"/>
                <a:sym typeface="Calibri"/>
              </a:rPr>
              <a:t>Revisiones técnicas formales</a:t>
            </a:r>
            <a:endParaRPr sz="2800" b="0" i="0" u="none" strike="noStrike" cap="none">
              <a:solidFill>
                <a:srgbClr val="000000"/>
              </a:solidFill>
              <a:latin typeface="Arial"/>
              <a:ea typeface="Arial"/>
              <a:cs typeface="Arial"/>
              <a:sym typeface="Arial"/>
            </a:endParaRPr>
          </a:p>
          <a:p>
            <a:pPr marL="979488" marR="0" lvl="4" indent="-441325" algn="l" rtl="0">
              <a:lnSpc>
                <a:spcPct val="85000"/>
              </a:lnSpc>
              <a:spcBef>
                <a:spcPts val="774"/>
              </a:spcBef>
              <a:spcAft>
                <a:spcPts val="0"/>
              </a:spcAft>
              <a:buClr>
                <a:srgbClr val="C00000"/>
              </a:buClr>
              <a:buSzPts val="2800"/>
              <a:buFont typeface="Arial"/>
              <a:buChar char="•"/>
            </a:pPr>
            <a:r>
              <a:rPr lang="es-AR" sz="2800" b="0" i="0" u="none" strike="noStrike" cap="none">
                <a:solidFill>
                  <a:srgbClr val="000000"/>
                </a:solidFill>
                <a:latin typeface="Calibri"/>
                <a:ea typeface="Calibri"/>
                <a:cs typeface="Calibri"/>
                <a:sym typeface="Calibri"/>
              </a:rPr>
              <a:t>Auditorías de configuración</a:t>
            </a:r>
            <a:endParaRPr sz="2800" b="0" i="0" u="none" strike="noStrike" cap="none">
              <a:solidFill>
                <a:srgbClr val="000000"/>
              </a:solidFill>
              <a:latin typeface="Arial"/>
              <a:ea typeface="Arial"/>
              <a:cs typeface="Arial"/>
              <a:sym typeface="Arial"/>
            </a:endParaRPr>
          </a:p>
          <a:p>
            <a:pPr marL="441325" marR="0" lvl="6" indent="0" algn="just" rtl="0">
              <a:lnSpc>
                <a:spcPct val="85000"/>
              </a:lnSpc>
              <a:spcBef>
                <a:spcPts val="774"/>
              </a:spcBef>
              <a:spcAft>
                <a:spcPts val="0"/>
              </a:spcAft>
              <a:buNone/>
            </a:pPr>
            <a:endParaRPr sz="2800" b="0" i="1" u="none" strike="noStrike" cap="none">
              <a:solidFill>
                <a:srgbClr val="000000"/>
              </a:solidFill>
              <a:latin typeface="Calibri"/>
              <a:ea typeface="Calibri"/>
              <a:cs typeface="Calibri"/>
              <a:sym typeface="Calibri"/>
            </a:endParaRPr>
          </a:p>
        </p:txBody>
      </p:sp>
      <p:sp>
        <p:nvSpPr>
          <p:cNvPr id="431" name="Google Shape;431;p136"/>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432" name="Google Shape;432;p136"/>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33" name="Google Shape;433;p136"/>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34" name="Google Shape;434;p136"/>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26</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137"/>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137"/>
          <p:cNvSpPr/>
          <p:nvPr/>
        </p:nvSpPr>
        <p:spPr>
          <a:xfrm>
            <a:off x="1034746" y="1778134"/>
            <a:ext cx="10427911" cy="4584506"/>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4 - </a:t>
            </a:r>
            <a:r>
              <a:rPr lang="es-AR" sz="2800" b="1" i="0" u="none" strike="noStrike" cap="none">
                <a:solidFill>
                  <a:srgbClr val="000000"/>
                </a:solidFill>
                <a:latin typeface="Calibri"/>
                <a:ea typeface="Calibri"/>
                <a:cs typeface="Calibri"/>
                <a:sym typeface="Calibri"/>
              </a:rPr>
              <a:t>Auditoría de la configuración</a:t>
            </a:r>
            <a:endParaRPr sz="2800" b="0" i="0" u="none" strike="noStrike" cap="none">
              <a:solidFill>
                <a:srgbClr val="000000"/>
              </a:solidFill>
              <a:latin typeface="Arial"/>
              <a:ea typeface="Arial"/>
              <a:cs typeface="Arial"/>
              <a:sym typeface="Arial"/>
            </a:endParaRPr>
          </a:p>
          <a:p>
            <a:pPr marL="441325" marR="0" lvl="6" indent="0" algn="just" rtl="0">
              <a:lnSpc>
                <a:spcPct val="85000"/>
              </a:lnSpc>
              <a:spcBef>
                <a:spcPts val="774"/>
              </a:spcBef>
              <a:spcAft>
                <a:spcPts val="0"/>
              </a:spcAft>
              <a:buNone/>
            </a:pPr>
            <a:r>
              <a:rPr lang="es-AR" sz="2800" b="0" i="1" u="none" strike="noStrike" cap="none">
                <a:solidFill>
                  <a:srgbClr val="000000"/>
                </a:solidFill>
                <a:latin typeface="Calibri"/>
                <a:ea typeface="Calibri"/>
                <a:cs typeface="Calibri"/>
                <a:sym typeface="Calibri"/>
              </a:rPr>
              <a:t>La auditoría de la configuración responde:</a:t>
            </a:r>
            <a:endParaRPr/>
          </a:p>
          <a:p>
            <a:pPr marL="800100" marR="0" lvl="2" indent="-358775" algn="just" rtl="0">
              <a:lnSpc>
                <a:spcPct val="85000"/>
              </a:lnSpc>
              <a:spcBef>
                <a:spcPts val="774"/>
              </a:spcBef>
              <a:spcAft>
                <a:spcPts val="0"/>
              </a:spcAft>
              <a:buClr>
                <a:srgbClr val="C00000"/>
              </a:buClr>
              <a:buSzPts val="2600"/>
              <a:buFont typeface="Arial"/>
              <a:buChar char="•"/>
            </a:pPr>
            <a:r>
              <a:rPr lang="es-AR" sz="2600" b="0" i="0" u="none" strike="noStrike" cap="none">
                <a:solidFill>
                  <a:srgbClr val="000000"/>
                </a:solidFill>
                <a:latin typeface="Calibri"/>
                <a:ea typeface="Calibri"/>
                <a:cs typeface="Calibri"/>
                <a:sym typeface="Calibri"/>
              </a:rPr>
              <a:t>¿Se ha hecho el cambio especificado en la Orden de Cambio?¿Se han incorporado modificaciones adicionales?</a:t>
            </a:r>
            <a:endParaRPr sz="2600" b="0" i="0" u="none" strike="noStrike" cap="none">
              <a:solidFill>
                <a:srgbClr val="000000"/>
              </a:solidFill>
              <a:latin typeface="Calibri"/>
              <a:ea typeface="Calibri"/>
              <a:cs typeface="Calibri"/>
              <a:sym typeface="Calibri"/>
            </a:endParaRPr>
          </a:p>
          <a:p>
            <a:pPr marL="800100" marR="0" lvl="2" indent="-358775" algn="just" rtl="0">
              <a:lnSpc>
                <a:spcPct val="85000"/>
              </a:lnSpc>
              <a:spcBef>
                <a:spcPts val="774"/>
              </a:spcBef>
              <a:spcAft>
                <a:spcPts val="0"/>
              </a:spcAft>
              <a:buClr>
                <a:srgbClr val="C00000"/>
              </a:buClr>
              <a:buSzPts val="2600"/>
              <a:buFont typeface="Arial"/>
              <a:buChar char="•"/>
            </a:pPr>
            <a:r>
              <a:rPr lang="es-AR" sz="2600" b="0" i="0" u="none" strike="noStrike" cap="none">
                <a:solidFill>
                  <a:srgbClr val="000000"/>
                </a:solidFill>
                <a:latin typeface="Calibri"/>
                <a:ea typeface="Calibri"/>
                <a:cs typeface="Calibri"/>
                <a:sym typeface="Calibri"/>
              </a:rPr>
              <a:t>¿Se ha llevado a cabo una RTF para evaluar la corrección técnica?</a:t>
            </a:r>
            <a:endParaRPr sz="2600" b="0" i="0" u="none" strike="noStrike" cap="none">
              <a:solidFill>
                <a:srgbClr val="000000"/>
              </a:solidFill>
              <a:latin typeface="Calibri"/>
              <a:ea typeface="Calibri"/>
              <a:cs typeface="Calibri"/>
              <a:sym typeface="Calibri"/>
            </a:endParaRPr>
          </a:p>
          <a:p>
            <a:pPr marL="800100" marR="0" lvl="2" indent="-358775" algn="just" rtl="0">
              <a:lnSpc>
                <a:spcPct val="85000"/>
              </a:lnSpc>
              <a:spcBef>
                <a:spcPts val="774"/>
              </a:spcBef>
              <a:spcAft>
                <a:spcPts val="0"/>
              </a:spcAft>
              <a:buClr>
                <a:srgbClr val="C00000"/>
              </a:buClr>
              <a:buSzPts val="2600"/>
              <a:buFont typeface="Arial"/>
              <a:buChar char="•"/>
            </a:pPr>
            <a:r>
              <a:rPr lang="es-AR" sz="2600" b="0" i="0" u="none" strike="noStrike" cap="none">
                <a:solidFill>
                  <a:srgbClr val="000000"/>
                </a:solidFill>
                <a:latin typeface="Calibri"/>
                <a:ea typeface="Calibri"/>
                <a:cs typeface="Calibri"/>
                <a:sym typeface="Calibri"/>
              </a:rPr>
              <a:t>¿Se han seguido adecuadamente los estándares de IS?</a:t>
            </a:r>
            <a:endParaRPr sz="2600" b="0" i="0" u="none" strike="noStrike" cap="none">
              <a:solidFill>
                <a:srgbClr val="000000"/>
              </a:solidFill>
              <a:latin typeface="Calibri"/>
              <a:ea typeface="Calibri"/>
              <a:cs typeface="Calibri"/>
              <a:sym typeface="Calibri"/>
            </a:endParaRPr>
          </a:p>
          <a:p>
            <a:pPr marL="800100" marR="0" lvl="2" indent="-358775" algn="just" rtl="0">
              <a:lnSpc>
                <a:spcPct val="85000"/>
              </a:lnSpc>
              <a:spcBef>
                <a:spcPts val="774"/>
              </a:spcBef>
              <a:spcAft>
                <a:spcPts val="0"/>
              </a:spcAft>
              <a:buClr>
                <a:srgbClr val="C00000"/>
              </a:buClr>
              <a:buSzPts val="2600"/>
              <a:buFont typeface="Arial"/>
              <a:buChar char="•"/>
            </a:pPr>
            <a:r>
              <a:rPr lang="es-AR" sz="2600" b="0" i="0" u="none" strike="noStrike" cap="none">
                <a:solidFill>
                  <a:srgbClr val="000000"/>
                </a:solidFill>
                <a:latin typeface="Calibri"/>
                <a:ea typeface="Calibri"/>
                <a:cs typeface="Calibri"/>
                <a:sym typeface="Calibri"/>
              </a:rPr>
              <a:t>¿Se han reflejado los cambios en el ECS: fecha, autor, atributos?</a:t>
            </a:r>
            <a:endParaRPr sz="2600" b="0" i="0" u="none" strike="noStrike" cap="none">
              <a:solidFill>
                <a:srgbClr val="000000"/>
              </a:solidFill>
              <a:latin typeface="Calibri"/>
              <a:ea typeface="Calibri"/>
              <a:cs typeface="Calibri"/>
              <a:sym typeface="Calibri"/>
            </a:endParaRPr>
          </a:p>
          <a:p>
            <a:pPr marL="800100" marR="0" lvl="2" indent="-358775" algn="just" rtl="0">
              <a:lnSpc>
                <a:spcPct val="85000"/>
              </a:lnSpc>
              <a:spcBef>
                <a:spcPts val="774"/>
              </a:spcBef>
              <a:spcAft>
                <a:spcPts val="0"/>
              </a:spcAft>
              <a:buClr>
                <a:srgbClr val="C00000"/>
              </a:buClr>
              <a:buSzPts val="2600"/>
              <a:buFont typeface="Arial"/>
              <a:buChar char="•"/>
            </a:pPr>
            <a:r>
              <a:rPr lang="es-AR" sz="2600" b="0" i="0" u="none" strike="noStrike" cap="none">
                <a:solidFill>
                  <a:srgbClr val="000000"/>
                </a:solidFill>
                <a:latin typeface="Calibri"/>
                <a:ea typeface="Calibri"/>
                <a:cs typeface="Calibri"/>
                <a:sym typeface="Calibri"/>
              </a:rPr>
              <a:t>¿Se han seguido procedimientos de GCS para señalar el cambio, registrarlo y divulgarlo?</a:t>
            </a:r>
            <a:endParaRPr sz="2600" b="0" i="0" u="none" strike="noStrike" cap="none">
              <a:solidFill>
                <a:srgbClr val="000000"/>
              </a:solidFill>
              <a:latin typeface="Calibri"/>
              <a:ea typeface="Calibri"/>
              <a:cs typeface="Calibri"/>
              <a:sym typeface="Calibri"/>
            </a:endParaRPr>
          </a:p>
          <a:p>
            <a:pPr marL="800100" marR="0" lvl="2" indent="-358775" algn="just" rtl="0">
              <a:lnSpc>
                <a:spcPct val="85000"/>
              </a:lnSpc>
              <a:spcBef>
                <a:spcPts val="774"/>
              </a:spcBef>
              <a:spcAft>
                <a:spcPts val="0"/>
              </a:spcAft>
              <a:buClr>
                <a:srgbClr val="C00000"/>
              </a:buClr>
              <a:buSzPts val="2600"/>
              <a:buFont typeface="Arial"/>
              <a:buChar char="•"/>
            </a:pPr>
            <a:r>
              <a:rPr lang="es-AR" sz="2600" b="0" i="0" u="none" strike="noStrike" cap="none">
                <a:solidFill>
                  <a:srgbClr val="000000"/>
                </a:solidFill>
                <a:latin typeface="Calibri"/>
                <a:ea typeface="Calibri"/>
                <a:cs typeface="Calibri"/>
                <a:sym typeface="Calibri"/>
              </a:rPr>
              <a:t>¿Se han actualizado adecuadamente todos los ECS relacionados?</a:t>
            </a:r>
            <a:endParaRPr sz="2600" b="0" i="0" u="none" strike="noStrike" cap="none">
              <a:solidFill>
                <a:srgbClr val="000000"/>
              </a:solidFill>
              <a:latin typeface="Calibri"/>
              <a:ea typeface="Calibri"/>
              <a:cs typeface="Calibri"/>
              <a:sym typeface="Calibri"/>
            </a:endParaRPr>
          </a:p>
          <a:p>
            <a:pPr marL="441325" marR="0" lvl="6" indent="0" algn="just" rtl="0">
              <a:lnSpc>
                <a:spcPct val="85000"/>
              </a:lnSpc>
              <a:spcBef>
                <a:spcPts val="774"/>
              </a:spcBef>
              <a:spcAft>
                <a:spcPts val="0"/>
              </a:spcAft>
              <a:buNone/>
            </a:pPr>
            <a:endParaRPr sz="2800" b="0" i="0" u="none" strike="noStrike" cap="none">
              <a:solidFill>
                <a:srgbClr val="000000"/>
              </a:solidFill>
              <a:latin typeface="Arial"/>
              <a:ea typeface="Arial"/>
              <a:cs typeface="Arial"/>
              <a:sym typeface="Arial"/>
            </a:endParaRPr>
          </a:p>
          <a:p>
            <a:pPr marL="441325" marR="0" lvl="6" indent="0" algn="just" rtl="0">
              <a:lnSpc>
                <a:spcPct val="85000"/>
              </a:lnSpc>
              <a:spcBef>
                <a:spcPts val="774"/>
              </a:spcBef>
              <a:spcAft>
                <a:spcPts val="0"/>
              </a:spcAft>
              <a:buNone/>
            </a:pPr>
            <a:endParaRPr sz="2800" b="0" i="1" u="none" strike="noStrike" cap="none">
              <a:solidFill>
                <a:srgbClr val="000000"/>
              </a:solidFill>
              <a:latin typeface="Calibri"/>
              <a:ea typeface="Calibri"/>
              <a:cs typeface="Calibri"/>
              <a:sym typeface="Calibri"/>
            </a:endParaRPr>
          </a:p>
        </p:txBody>
      </p:sp>
      <p:sp>
        <p:nvSpPr>
          <p:cNvPr id="442" name="Google Shape;442;p137"/>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443" name="Google Shape;443;p137"/>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44" name="Google Shape;444;p137"/>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45" name="Google Shape;445;p137"/>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27</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138"/>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138"/>
          <p:cNvSpPr/>
          <p:nvPr/>
        </p:nvSpPr>
        <p:spPr>
          <a:xfrm>
            <a:off x="1034746" y="1778134"/>
            <a:ext cx="10427911" cy="4584506"/>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8075" tIns="59025" rIns="118075" bIns="59025" anchor="t" anchorCtr="0">
            <a:noAutofit/>
          </a:bodyPr>
          <a:lstStyle/>
          <a:p>
            <a:pPr marL="0" marR="0" lvl="1" indent="-177800" algn="just" rtl="0">
              <a:lnSpc>
                <a:spcPct val="85000"/>
              </a:lnSpc>
              <a:spcBef>
                <a:spcPts val="0"/>
              </a:spcBef>
              <a:spcAft>
                <a:spcPts val="0"/>
              </a:spcAft>
              <a:buClr>
                <a:srgbClr val="262626"/>
              </a:buClr>
              <a:buSzPts val="2800"/>
              <a:buFont typeface="Arial"/>
              <a:buChar char=" "/>
            </a:pPr>
            <a:r>
              <a:rPr lang="es-AR" sz="2800" b="0" i="0" u="none" strike="noStrike" cap="none">
                <a:solidFill>
                  <a:srgbClr val="000000"/>
                </a:solidFill>
                <a:latin typeface="Calibri"/>
                <a:ea typeface="Calibri"/>
                <a:cs typeface="Calibri"/>
                <a:sym typeface="Calibri"/>
              </a:rPr>
              <a:t>5 - </a:t>
            </a:r>
            <a:r>
              <a:rPr lang="es-AR" sz="2800" b="1" i="0" u="none" strike="noStrike" cap="none">
                <a:solidFill>
                  <a:srgbClr val="000000"/>
                </a:solidFill>
                <a:latin typeface="Calibri"/>
                <a:ea typeface="Calibri"/>
                <a:cs typeface="Calibri"/>
                <a:sym typeface="Calibri"/>
              </a:rPr>
              <a:t>Generación de informes de estado de la configuración (auditoría)</a:t>
            </a:r>
            <a:endParaRPr sz="2800" b="0" i="0" u="none" strike="noStrike" cap="none">
              <a:solidFill>
                <a:srgbClr val="000000"/>
              </a:solidFill>
              <a:latin typeface="Arial"/>
              <a:ea typeface="Arial"/>
              <a:cs typeface="Arial"/>
              <a:sym typeface="Arial"/>
            </a:endParaRPr>
          </a:p>
          <a:p>
            <a:pPr marL="441325" marR="0" lvl="6" indent="0" algn="just" rtl="0">
              <a:lnSpc>
                <a:spcPct val="85000"/>
              </a:lnSpc>
              <a:spcBef>
                <a:spcPts val="774"/>
              </a:spcBef>
              <a:spcAft>
                <a:spcPts val="0"/>
              </a:spcAft>
              <a:buNone/>
            </a:pPr>
            <a:r>
              <a:rPr lang="es-AR" sz="2800" b="0" i="1" u="none" strike="noStrike" cap="none">
                <a:solidFill>
                  <a:srgbClr val="000000"/>
                </a:solidFill>
                <a:latin typeface="Calibri"/>
                <a:ea typeface="Calibri"/>
                <a:cs typeface="Calibri"/>
                <a:sym typeface="Calibri"/>
              </a:rPr>
              <a:t>Responde:</a:t>
            </a:r>
            <a:endParaRPr/>
          </a:p>
          <a:p>
            <a:pPr marL="800100" marR="0" lvl="2" indent="-358775" algn="just" rtl="0">
              <a:lnSpc>
                <a:spcPct val="85000"/>
              </a:lnSpc>
              <a:spcBef>
                <a:spcPts val="774"/>
              </a:spcBef>
              <a:spcAft>
                <a:spcPts val="0"/>
              </a:spcAft>
              <a:buClr>
                <a:srgbClr val="C00000"/>
              </a:buClr>
              <a:buSzPts val="2600"/>
              <a:buFont typeface="Arial"/>
              <a:buChar char="•"/>
            </a:pPr>
            <a:r>
              <a:rPr lang="es-AR" sz="2600" b="0" i="0" u="none" strike="noStrike" cap="none">
                <a:solidFill>
                  <a:srgbClr val="000000"/>
                </a:solidFill>
                <a:latin typeface="Calibri"/>
                <a:ea typeface="Calibri"/>
                <a:cs typeface="Calibri"/>
                <a:sym typeface="Calibri"/>
              </a:rPr>
              <a:t>¿Qué pasó?</a:t>
            </a:r>
            <a:endParaRPr/>
          </a:p>
          <a:p>
            <a:pPr marL="800100" marR="0" lvl="2" indent="-358775" algn="just" rtl="0">
              <a:lnSpc>
                <a:spcPct val="85000"/>
              </a:lnSpc>
              <a:spcBef>
                <a:spcPts val="774"/>
              </a:spcBef>
              <a:spcAft>
                <a:spcPts val="0"/>
              </a:spcAft>
              <a:buClr>
                <a:srgbClr val="C00000"/>
              </a:buClr>
              <a:buSzPts val="2600"/>
              <a:buFont typeface="Arial"/>
              <a:buChar char="•"/>
            </a:pPr>
            <a:r>
              <a:rPr lang="es-AR" sz="2600" b="0" i="0" u="none" strike="noStrike" cap="none">
                <a:solidFill>
                  <a:srgbClr val="000000"/>
                </a:solidFill>
                <a:latin typeface="Calibri"/>
                <a:ea typeface="Calibri"/>
                <a:cs typeface="Calibri"/>
                <a:sym typeface="Calibri"/>
              </a:rPr>
              <a:t>¿Quién lo hizo?</a:t>
            </a:r>
            <a:endParaRPr/>
          </a:p>
          <a:p>
            <a:pPr marL="800100" marR="0" lvl="2" indent="-358775" algn="just" rtl="0">
              <a:lnSpc>
                <a:spcPct val="85000"/>
              </a:lnSpc>
              <a:spcBef>
                <a:spcPts val="774"/>
              </a:spcBef>
              <a:spcAft>
                <a:spcPts val="0"/>
              </a:spcAft>
              <a:buClr>
                <a:srgbClr val="C00000"/>
              </a:buClr>
              <a:buSzPts val="2600"/>
              <a:buFont typeface="Arial"/>
              <a:buChar char="•"/>
            </a:pPr>
            <a:r>
              <a:rPr lang="es-AR" sz="2600" b="0" i="0" u="none" strike="noStrike" cap="none">
                <a:solidFill>
                  <a:srgbClr val="000000"/>
                </a:solidFill>
                <a:latin typeface="Calibri"/>
                <a:ea typeface="Calibri"/>
                <a:cs typeface="Calibri"/>
                <a:sym typeface="Calibri"/>
              </a:rPr>
              <a:t>¿Cuándo pasó?</a:t>
            </a:r>
            <a:endParaRPr/>
          </a:p>
          <a:p>
            <a:pPr marL="800100" marR="0" lvl="2" indent="-358775" algn="just" rtl="0">
              <a:lnSpc>
                <a:spcPct val="85000"/>
              </a:lnSpc>
              <a:spcBef>
                <a:spcPts val="774"/>
              </a:spcBef>
              <a:spcAft>
                <a:spcPts val="0"/>
              </a:spcAft>
              <a:buClr>
                <a:srgbClr val="C00000"/>
              </a:buClr>
              <a:buSzPts val="2600"/>
              <a:buFont typeface="Arial"/>
              <a:buChar char="•"/>
            </a:pPr>
            <a:r>
              <a:rPr lang="es-AR" sz="2600" b="0" i="0" u="none" strike="noStrike" cap="none">
                <a:solidFill>
                  <a:srgbClr val="000000"/>
                </a:solidFill>
                <a:latin typeface="Calibri"/>
                <a:ea typeface="Calibri"/>
                <a:cs typeface="Calibri"/>
                <a:sym typeface="Calibri"/>
              </a:rPr>
              <a:t>¿Qué más se vio afectado?</a:t>
            </a:r>
            <a:endParaRPr/>
          </a:p>
          <a:p>
            <a:pPr marL="441325" marR="0" lvl="6" indent="0" algn="just" rtl="0">
              <a:lnSpc>
                <a:spcPct val="85000"/>
              </a:lnSpc>
              <a:spcBef>
                <a:spcPts val="774"/>
              </a:spcBef>
              <a:spcAft>
                <a:spcPts val="0"/>
              </a:spcAft>
              <a:buNone/>
            </a:pPr>
            <a:endParaRPr sz="2800" b="0" i="0" u="none" strike="noStrike" cap="none">
              <a:solidFill>
                <a:srgbClr val="000000"/>
              </a:solidFill>
              <a:latin typeface="Arial"/>
              <a:ea typeface="Arial"/>
              <a:cs typeface="Arial"/>
              <a:sym typeface="Arial"/>
            </a:endParaRPr>
          </a:p>
          <a:p>
            <a:pPr marL="441325" marR="0" lvl="6" indent="0" algn="just" rtl="0">
              <a:lnSpc>
                <a:spcPct val="85000"/>
              </a:lnSpc>
              <a:spcBef>
                <a:spcPts val="774"/>
              </a:spcBef>
              <a:spcAft>
                <a:spcPts val="0"/>
              </a:spcAft>
              <a:buNone/>
            </a:pPr>
            <a:r>
              <a:rPr lang="es-AR" sz="2800" b="0" i="1" u="none" strike="noStrike" cap="none">
                <a:solidFill>
                  <a:srgbClr val="000000"/>
                </a:solidFill>
                <a:latin typeface="Calibri"/>
                <a:ea typeface="Calibri"/>
                <a:cs typeface="Calibri"/>
                <a:sym typeface="Calibri"/>
              </a:rPr>
              <a:t>La generación de informes de estado de la configuración desempeña un papel vital en el éxito del proyecto.</a:t>
            </a:r>
            <a:endParaRPr sz="2800" b="0" i="0" u="none" strike="noStrike" cap="none">
              <a:solidFill>
                <a:srgbClr val="000000"/>
              </a:solidFill>
              <a:latin typeface="Arial"/>
              <a:ea typeface="Arial"/>
              <a:cs typeface="Arial"/>
              <a:sym typeface="Arial"/>
            </a:endParaRPr>
          </a:p>
          <a:p>
            <a:pPr marL="441325" marR="0" lvl="6" indent="0" algn="just" rtl="0">
              <a:lnSpc>
                <a:spcPct val="85000"/>
              </a:lnSpc>
              <a:spcBef>
                <a:spcPts val="774"/>
              </a:spcBef>
              <a:spcAft>
                <a:spcPts val="0"/>
              </a:spcAft>
              <a:buNone/>
            </a:pPr>
            <a:endParaRPr sz="2800" b="0" i="1" u="none" strike="noStrike" cap="none">
              <a:solidFill>
                <a:srgbClr val="000000"/>
              </a:solidFill>
              <a:latin typeface="Calibri"/>
              <a:ea typeface="Calibri"/>
              <a:cs typeface="Calibri"/>
              <a:sym typeface="Calibri"/>
            </a:endParaRPr>
          </a:p>
        </p:txBody>
      </p:sp>
      <p:sp>
        <p:nvSpPr>
          <p:cNvPr id="453" name="Google Shape;453;p138"/>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GCS - Proceso</a:t>
            </a:r>
            <a:endParaRPr/>
          </a:p>
        </p:txBody>
      </p:sp>
      <p:sp>
        <p:nvSpPr>
          <p:cNvPr id="454" name="Google Shape;454;p138"/>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55" name="Google Shape;455;p138"/>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56" name="Google Shape;456;p138"/>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28</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0">
          <a:extLst>
            <a:ext uri="{FF2B5EF4-FFF2-40B4-BE49-F238E27FC236}">
              <a16:creationId xmlns:a16="http://schemas.microsoft.com/office/drawing/2014/main" id="{36522E2A-EBC9-1703-0818-21347702295C}"/>
            </a:ext>
          </a:extLst>
        </p:cNvPr>
        <p:cNvGrpSpPr/>
        <p:nvPr/>
      </p:nvGrpSpPr>
      <p:grpSpPr>
        <a:xfrm>
          <a:off x="0" y="0"/>
          <a:ext cx="0" cy="0"/>
          <a:chOff x="0" y="0"/>
          <a:chExt cx="0" cy="0"/>
        </a:xfrm>
      </p:grpSpPr>
      <p:pic>
        <p:nvPicPr>
          <p:cNvPr id="2" name="Google Shape;464;g3961ff0e647_0_0" title="infografia1.jpg">
            <a:extLst>
              <a:ext uri="{FF2B5EF4-FFF2-40B4-BE49-F238E27FC236}">
                <a16:creationId xmlns:a16="http://schemas.microsoft.com/office/drawing/2014/main" id="{D2984483-B208-33D0-0FE1-EDBFBB555485}"/>
              </a:ext>
            </a:extLst>
          </p:cNvPr>
          <p:cNvPicPr preferRelativeResize="0"/>
          <p:nvPr/>
        </p:nvPicPr>
        <p:blipFill>
          <a:blip r:embed="rId3">
            <a:alphaModFix/>
          </a:blip>
          <a:stretch>
            <a:fillRect/>
          </a:stretch>
        </p:blipFill>
        <p:spPr>
          <a:xfrm>
            <a:off x="201223" y="640088"/>
            <a:ext cx="10491317" cy="5741336"/>
          </a:xfrm>
          <a:prstGeom prst="rect">
            <a:avLst/>
          </a:prstGeom>
          <a:noFill/>
          <a:ln>
            <a:noFill/>
          </a:ln>
        </p:spPr>
      </p:pic>
      <p:sp>
        <p:nvSpPr>
          <p:cNvPr id="451" name="Google Shape;451;p138">
            <a:extLst>
              <a:ext uri="{FF2B5EF4-FFF2-40B4-BE49-F238E27FC236}">
                <a16:creationId xmlns:a16="http://schemas.microsoft.com/office/drawing/2014/main" id="{A9ED99A3-E135-B759-0787-0B9747E6DAC6}"/>
              </a:ext>
            </a:extLst>
          </p:cNvPr>
          <p:cNvSpPr/>
          <p:nvPr/>
        </p:nvSpPr>
        <p:spPr>
          <a:xfrm>
            <a:off x="9232560" y="2920680"/>
            <a:ext cx="2919960" cy="107280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138">
            <a:extLst>
              <a:ext uri="{FF2B5EF4-FFF2-40B4-BE49-F238E27FC236}">
                <a16:creationId xmlns:a16="http://schemas.microsoft.com/office/drawing/2014/main" id="{361F556A-320E-01BA-315E-7EC9B3071FE2}"/>
              </a:ext>
            </a:extLst>
          </p:cNvPr>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55" name="Google Shape;455;p138">
            <a:extLst>
              <a:ext uri="{FF2B5EF4-FFF2-40B4-BE49-F238E27FC236}">
                <a16:creationId xmlns:a16="http://schemas.microsoft.com/office/drawing/2014/main" id="{DFD9B0D5-7227-5FA0-0991-5A7E2E41745B}"/>
              </a:ext>
            </a:extLst>
          </p:cNvPr>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56" name="Google Shape;456;p138">
            <a:extLst>
              <a:ext uri="{FF2B5EF4-FFF2-40B4-BE49-F238E27FC236}">
                <a16:creationId xmlns:a16="http://schemas.microsoft.com/office/drawing/2014/main" id="{A7909DAD-69C9-1EE1-8ABD-3C29983080D9}"/>
              </a:ext>
            </a:extLst>
          </p:cNvPr>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29</a:t>
            </a:fld>
            <a:endParaRPr>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10464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0"/>
        <p:cNvGrpSpPr/>
        <p:nvPr/>
      </p:nvGrpSpPr>
      <p:grpSpPr>
        <a:xfrm>
          <a:off x="0" y="0"/>
          <a:ext cx="0" cy="0"/>
          <a:chOff x="0" y="0"/>
          <a:chExt cx="0" cy="0"/>
        </a:xfrm>
      </p:grpSpPr>
      <p:sp>
        <p:nvSpPr>
          <p:cNvPr id="471" name="Google Shape;471;p28"/>
          <p:cNvSpPr/>
          <p:nvPr/>
        </p:nvSpPr>
        <p:spPr>
          <a:xfrm>
            <a:off x="9249480" y="2864160"/>
            <a:ext cx="2920320" cy="13942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28"/>
          <p:cNvSpPr txBox="1">
            <a:spLocks noGrp="1"/>
          </p:cNvSpPr>
          <p:nvPr>
            <p:ph type="title"/>
          </p:nvPr>
        </p:nvSpPr>
        <p:spPr>
          <a:xfrm>
            <a:off x="384925" y="2520804"/>
            <a:ext cx="3194700" cy="13161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None/>
            </a:pPr>
            <a:r>
              <a:rPr lang="es-AR"/>
              <a:t>Gestión de Proyectos</a:t>
            </a:r>
            <a:endParaRPr/>
          </a:p>
        </p:txBody>
      </p:sp>
      <p:sp>
        <p:nvSpPr>
          <p:cNvPr id="473" name="Google Shape;473;p28"/>
          <p:cNvSpPr txBox="1">
            <a:spLocks noGrp="1"/>
          </p:cNvSpPr>
          <p:nvPr>
            <p:ph type="body" idx="1"/>
          </p:nvPr>
        </p:nvSpPr>
        <p:spPr>
          <a:xfrm>
            <a:off x="4791850" y="326625"/>
            <a:ext cx="6480300" cy="2265600"/>
          </a:xfrm>
          <a:prstGeom prst="rect">
            <a:avLst/>
          </a:prstGeom>
          <a:noFill/>
          <a:ln>
            <a:noFill/>
          </a:ln>
        </p:spPr>
        <p:txBody>
          <a:bodyPr spcFirstLastPara="1" wrap="square" lIns="0" tIns="45700" rIns="0" bIns="45700" anchor="t" anchorCtr="0">
            <a:noAutofit/>
          </a:bodyPr>
          <a:lstStyle/>
          <a:p>
            <a:pPr marL="90325" lvl="0" indent="-228600" algn="just" rtl="0">
              <a:lnSpc>
                <a:spcPct val="90000"/>
              </a:lnSpc>
              <a:spcBef>
                <a:spcPts val="0"/>
              </a:spcBef>
              <a:spcAft>
                <a:spcPts val="0"/>
              </a:spcAft>
              <a:buSzPts val="3600"/>
              <a:buChar char=" "/>
            </a:pPr>
            <a:r>
              <a:rPr lang="es-AR" sz="3600" b="1">
                <a:solidFill>
                  <a:schemeClr val="dk1"/>
                </a:solidFill>
              </a:rPr>
              <a:t>¿Qué es un proyecto?</a:t>
            </a:r>
            <a:endParaRPr/>
          </a:p>
          <a:p>
            <a:pPr marL="90325" lvl="0" indent="-203200" algn="just" rtl="0">
              <a:lnSpc>
                <a:spcPct val="90000"/>
              </a:lnSpc>
              <a:spcBef>
                <a:spcPts val="1398"/>
              </a:spcBef>
              <a:spcAft>
                <a:spcPts val="0"/>
              </a:spcAft>
              <a:buSzPts val="3200"/>
              <a:buChar char=" "/>
            </a:pPr>
            <a:r>
              <a:rPr lang="es-AR" sz="3200">
                <a:solidFill>
                  <a:schemeClr val="dk1"/>
                </a:solidFill>
              </a:rPr>
              <a:t>Un proyecto es un esfuerzo temporal que se lleva a cabo para crear un producto, servicio o resultado único. </a:t>
            </a:r>
            <a:endParaRPr sz="3200">
              <a:solidFill>
                <a:schemeClr val="dk1"/>
              </a:solidFill>
              <a:latin typeface="Arial"/>
              <a:ea typeface="Arial"/>
              <a:cs typeface="Arial"/>
              <a:sym typeface="Arial"/>
            </a:endParaRPr>
          </a:p>
          <a:p>
            <a:pPr marL="90325" lvl="0" indent="0" algn="just" rtl="0">
              <a:lnSpc>
                <a:spcPct val="90000"/>
              </a:lnSpc>
              <a:spcBef>
                <a:spcPts val="1398"/>
              </a:spcBef>
              <a:spcAft>
                <a:spcPts val="0"/>
              </a:spcAft>
              <a:buSzPts val="3600"/>
              <a:buNone/>
            </a:pPr>
            <a:endParaRPr sz="3600">
              <a:solidFill>
                <a:schemeClr val="dk1"/>
              </a:solidFill>
            </a:endParaRPr>
          </a:p>
          <a:p>
            <a:pPr marL="90325" lvl="0" indent="0" algn="l" rtl="0">
              <a:lnSpc>
                <a:spcPct val="90000"/>
              </a:lnSpc>
              <a:spcBef>
                <a:spcPts val="1398"/>
              </a:spcBef>
              <a:spcAft>
                <a:spcPts val="0"/>
              </a:spcAft>
              <a:buSzPts val="1996"/>
              <a:buNone/>
            </a:pPr>
            <a:endParaRPr>
              <a:solidFill>
                <a:schemeClr val="dk1"/>
              </a:solidFill>
            </a:endParaRPr>
          </a:p>
        </p:txBody>
      </p:sp>
      <p:sp>
        <p:nvSpPr>
          <p:cNvPr id="474" name="Google Shape;474;p28"/>
          <p:cNvSpPr txBox="1">
            <a:spLocks noGrp="1"/>
          </p:cNvSpPr>
          <p:nvPr>
            <p:ph type="dt" idx="10"/>
          </p:nvPr>
        </p:nvSpPr>
        <p:spPr>
          <a:xfrm>
            <a:off x="464291" y="6613551"/>
            <a:ext cx="2614600"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75" name="Google Shape;475;p28"/>
          <p:cNvSpPr txBox="1">
            <a:spLocks noGrp="1"/>
          </p:cNvSpPr>
          <p:nvPr>
            <p:ph type="ftr" idx="11"/>
          </p:nvPr>
        </p:nvSpPr>
        <p:spPr>
          <a:xfrm>
            <a:off x="4791849" y="6613551"/>
            <a:ext cx="4639727"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INGENIERÍA DE SOFTWARE II</a:t>
            </a:r>
            <a:endParaRPr/>
          </a:p>
        </p:txBody>
      </p:sp>
      <p:sp>
        <p:nvSpPr>
          <p:cNvPr id="476" name="Google Shape;476;p28"/>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30</a:t>
            </a:fld>
            <a:endParaRPr>
              <a:solidFill>
                <a:srgbClr val="000000"/>
              </a:solidFill>
              <a:latin typeface="Times New Roman"/>
              <a:ea typeface="Times New Roman"/>
              <a:cs typeface="Times New Roman"/>
              <a:sym typeface="Times New Roman"/>
            </a:endParaRPr>
          </a:p>
        </p:txBody>
      </p:sp>
      <p:pic>
        <p:nvPicPr>
          <p:cNvPr id="477" name="Google Shape;477;p28" title="proyecrto.jpg"/>
          <p:cNvPicPr preferRelativeResize="0"/>
          <p:nvPr/>
        </p:nvPicPr>
        <p:blipFill>
          <a:blip r:embed="rId3">
            <a:alphaModFix/>
          </a:blip>
          <a:stretch>
            <a:fillRect/>
          </a:stretch>
        </p:blipFill>
        <p:spPr>
          <a:xfrm>
            <a:off x="4357050" y="2653600"/>
            <a:ext cx="7147374" cy="38985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1"/>
        <p:cNvGrpSpPr/>
        <p:nvPr/>
      </p:nvGrpSpPr>
      <p:grpSpPr>
        <a:xfrm>
          <a:off x="0" y="0"/>
          <a:ext cx="0" cy="0"/>
          <a:chOff x="0" y="0"/>
          <a:chExt cx="0" cy="0"/>
        </a:xfrm>
      </p:grpSpPr>
      <p:sp>
        <p:nvSpPr>
          <p:cNvPr id="482" name="Google Shape;482;p29"/>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29"/>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29"/>
          <p:cNvSpPr/>
          <p:nvPr/>
        </p:nvSpPr>
        <p:spPr>
          <a:xfrm>
            <a:off x="979714" y="1945800"/>
            <a:ext cx="10565846" cy="44694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462600" marR="0" lvl="1" indent="-457200" algn="just" rtl="0">
              <a:lnSpc>
                <a:spcPct val="85000"/>
              </a:lnSpc>
              <a:spcBef>
                <a:spcPts val="601"/>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Temporal </a:t>
            </a:r>
            <a:endParaRPr sz="3200" b="0" i="0" u="none" strike="noStrike" cap="none">
              <a:solidFill>
                <a:schemeClr val="dk1"/>
              </a:solidFill>
              <a:latin typeface="Calibri"/>
              <a:ea typeface="Calibri"/>
              <a:cs typeface="Calibri"/>
              <a:sym typeface="Calibri"/>
            </a:endParaRPr>
          </a:p>
          <a:p>
            <a:pPr marL="1080" marR="0" lvl="2" indent="0" algn="just" rtl="0">
              <a:lnSpc>
                <a:spcPct val="85000"/>
              </a:lnSpc>
              <a:spcBef>
                <a:spcPts val="601"/>
              </a:spcBef>
              <a:spcAft>
                <a:spcPts val="0"/>
              </a:spcAft>
              <a:buNone/>
            </a:pPr>
            <a:r>
              <a:rPr lang="es-AR" sz="3200" b="0" i="1" u="none" strike="noStrike" cap="none">
                <a:solidFill>
                  <a:schemeClr val="dk1"/>
                </a:solidFill>
                <a:latin typeface="Calibri"/>
                <a:ea typeface="Calibri"/>
                <a:cs typeface="Calibri"/>
                <a:sym typeface="Calibri"/>
              </a:rPr>
              <a:t>	</a:t>
            </a:r>
            <a:r>
              <a:rPr lang="es-AR" sz="2800" b="0" i="1" u="none" strike="noStrike" cap="none">
                <a:solidFill>
                  <a:schemeClr val="dk1"/>
                </a:solidFill>
                <a:latin typeface="Calibri"/>
                <a:ea typeface="Calibri"/>
                <a:cs typeface="Calibri"/>
                <a:sym typeface="Calibri"/>
              </a:rPr>
              <a:t>Tiene un comienzo y fin definido.</a:t>
            </a:r>
            <a:endParaRPr sz="2800" b="0" i="0" u="none" strike="noStrike" cap="none">
              <a:solidFill>
                <a:schemeClr val="dk1"/>
              </a:solidFill>
              <a:latin typeface="Calibri"/>
              <a:ea typeface="Calibri"/>
              <a:cs typeface="Calibri"/>
              <a:sym typeface="Calibri"/>
            </a:endParaRPr>
          </a:p>
          <a:p>
            <a:pPr marL="462600" marR="0" lvl="1" indent="-457200" algn="just" rtl="0">
              <a:lnSpc>
                <a:spcPct val="85000"/>
              </a:lnSpc>
              <a:spcBef>
                <a:spcPts val="601"/>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Resultado</a:t>
            </a:r>
            <a:endParaRPr sz="3200" b="0" i="0" u="none" strike="noStrike" cap="none">
              <a:solidFill>
                <a:schemeClr val="dk1"/>
              </a:solidFill>
              <a:latin typeface="Calibri"/>
              <a:ea typeface="Calibri"/>
              <a:cs typeface="Calibri"/>
              <a:sym typeface="Calibri"/>
            </a:endParaRPr>
          </a:p>
          <a:p>
            <a:pPr marL="1080" marR="0" lvl="2" indent="0" algn="just" rtl="0">
              <a:lnSpc>
                <a:spcPct val="85000"/>
              </a:lnSpc>
              <a:spcBef>
                <a:spcPts val="601"/>
              </a:spcBef>
              <a:spcAft>
                <a:spcPts val="0"/>
              </a:spcAft>
              <a:buNone/>
            </a:pPr>
            <a:r>
              <a:rPr lang="es-AR" sz="3200" b="0" i="1" u="none" strike="noStrike" cap="none">
                <a:solidFill>
                  <a:schemeClr val="dk1"/>
                </a:solidFill>
                <a:latin typeface="Calibri"/>
                <a:ea typeface="Calibri"/>
                <a:cs typeface="Calibri"/>
                <a:sym typeface="Calibri"/>
              </a:rPr>
              <a:t>	</a:t>
            </a:r>
            <a:r>
              <a:rPr lang="es-AR" sz="2800" b="0" i="1" u="none" strike="noStrike" cap="none">
                <a:solidFill>
                  <a:schemeClr val="dk1"/>
                </a:solidFill>
                <a:latin typeface="Calibri"/>
                <a:ea typeface="Calibri"/>
                <a:cs typeface="Calibri"/>
                <a:sym typeface="Calibri"/>
              </a:rPr>
              <a:t>Productos, servicios o resultados únicos</a:t>
            </a:r>
            <a:endParaRPr sz="2800" b="0" i="0" u="none" strike="noStrike" cap="none">
              <a:solidFill>
                <a:schemeClr val="dk1"/>
              </a:solidFill>
              <a:latin typeface="Calibri"/>
              <a:ea typeface="Calibri"/>
              <a:cs typeface="Calibri"/>
              <a:sym typeface="Calibri"/>
            </a:endParaRPr>
          </a:p>
          <a:p>
            <a:pPr marL="462600" marR="0" lvl="1" indent="-457200" algn="just" rtl="0">
              <a:lnSpc>
                <a:spcPct val="85000"/>
              </a:lnSpc>
              <a:spcBef>
                <a:spcPts val="601"/>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Elaboración gradual</a:t>
            </a:r>
            <a:endParaRPr sz="3200" b="0" i="0" u="none" strike="noStrike" cap="none">
              <a:solidFill>
                <a:schemeClr val="dk1"/>
              </a:solidFill>
              <a:latin typeface="Calibri"/>
              <a:ea typeface="Calibri"/>
              <a:cs typeface="Calibri"/>
              <a:sym typeface="Calibri"/>
            </a:endParaRPr>
          </a:p>
          <a:p>
            <a:pPr marL="1080" marR="0" lvl="2" indent="0" algn="just" rtl="0">
              <a:lnSpc>
                <a:spcPct val="85000"/>
              </a:lnSpc>
              <a:spcBef>
                <a:spcPts val="601"/>
              </a:spcBef>
              <a:spcAft>
                <a:spcPts val="0"/>
              </a:spcAft>
              <a:buNone/>
            </a:pPr>
            <a:r>
              <a:rPr lang="es-AR" sz="3200" b="0" i="1" u="none" strike="noStrike" cap="none">
                <a:solidFill>
                  <a:schemeClr val="dk1"/>
                </a:solidFill>
                <a:latin typeface="Calibri"/>
                <a:ea typeface="Calibri"/>
                <a:cs typeface="Calibri"/>
                <a:sym typeface="Calibri"/>
              </a:rPr>
              <a:t>	</a:t>
            </a:r>
            <a:r>
              <a:rPr lang="es-AR" sz="2800" b="0" i="1" u="none" strike="noStrike" cap="none">
                <a:solidFill>
                  <a:schemeClr val="dk1"/>
                </a:solidFill>
                <a:latin typeface="Calibri"/>
                <a:ea typeface="Calibri"/>
                <a:cs typeface="Calibri"/>
                <a:sym typeface="Calibri"/>
              </a:rPr>
              <a:t>Desarrollar en pasos e ir aumentando mediante incrementos</a:t>
            </a:r>
            <a:endParaRPr sz="2800" b="0" i="0" u="none" strike="noStrike" cap="none">
              <a:solidFill>
                <a:schemeClr val="dk1"/>
              </a:solidFill>
              <a:latin typeface="Calibri"/>
              <a:ea typeface="Calibri"/>
              <a:cs typeface="Calibri"/>
              <a:sym typeface="Calibri"/>
            </a:endParaRPr>
          </a:p>
        </p:txBody>
      </p:sp>
      <p:sp>
        <p:nvSpPr>
          <p:cNvPr id="485" name="Google Shape;485;p29"/>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Proyecto - Características</a:t>
            </a:r>
            <a:endParaRPr/>
          </a:p>
        </p:txBody>
      </p:sp>
      <p:sp>
        <p:nvSpPr>
          <p:cNvPr id="486" name="Google Shape;486;p29"/>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87" name="Google Shape;487;p29"/>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88" name="Google Shape;488;p29"/>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31</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2"/>
        <p:cNvGrpSpPr/>
        <p:nvPr/>
      </p:nvGrpSpPr>
      <p:grpSpPr>
        <a:xfrm>
          <a:off x="0" y="0"/>
          <a:ext cx="0" cy="0"/>
          <a:chOff x="0" y="0"/>
          <a:chExt cx="0" cy="0"/>
        </a:xfrm>
      </p:grpSpPr>
      <p:pic>
        <p:nvPicPr>
          <p:cNvPr id="493" name="Google Shape;493;p30" descr="Diagrama&#10;&#10;El contenido generado por IA puede ser incorrecto."/>
          <p:cNvPicPr preferRelativeResize="0"/>
          <p:nvPr/>
        </p:nvPicPr>
        <p:blipFill rotWithShape="1">
          <a:blip r:embed="rId3">
            <a:alphaModFix/>
          </a:blip>
          <a:srcRect t="17057" b="11433"/>
          <a:stretch/>
        </p:blipFill>
        <p:spPr>
          <a:xfrm>
            <a:off x="2445770" y="1827121"/>
            <a:ext cx="7278233" cy="4527463"/>
          </a:xfrm>
          <a:prstGeom prst="rect">
            <a:avLst/>
          </a:prstGeom>
          <a:noFill/>
          <a:ln>
            <a:noFill/>
          </a:ln>
        </p:spPr>
      </p:pic>
      <p:sp>
        <p:nvSpPr>
          <p:cNvPr id="494" name="Google Shape;494;p30"/>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sz="4100"/>
              <a:t>Las 4 P de la Gestión de Proyectos de Software</a:t>
            </a:r>
            <a:endParaRPr/>
          </a:p>
        </p:txBody>
      </p:sp>
      <p:sp>
        <p:nvSpPr>
          <p:cNvPr id="495" name="Google Shape;495;p30"/>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496" name="Google Shape;496;p30"/>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497" name="Google Shape;497;p30"/>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1"/>
        <p:cNvGrpSpPr/>
        <p:nvPr/>
      </p:nvGrpSpPr>
      <p:grpSpPr>
        <a:xfrm>
          <a:off x="0" y="0"/>
          <a:ext cx="0" cy="0"/>
          <a:chOff x="0" y="0"/>
          <a:chExt cx="0" cy="0"/>
        </a:xfrm>
      </p:grpSpPr>
      <p:sp>
        <p:nvSpPr>
          <p:cNvPr id="502" name="Google Shape;502;p31"/>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p31"/>
          <p:cNvSpPr/>
          <p:nvPr/>
        </p:nvSpPr>
        <p:spPr>
          <a:xfrm>
            <a:off x="1054080" y="1961142"/>
            <a:ext cx="9774000" cy="44694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457200" marR="0" lvl="0" indent="-457200" algn="l" rtl="0">
              <a:lnSpc>
                <a:spcPct val="85000"/>
              </a:lnSpc>
              <a:spcBef>
                <a:spcPts val="0"/>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Incumplimiento de plazos</a:t>
            </a:r>
            <a:endParaRPr sz="3200" b="0" i="0" u="none" strike="noStrike" cap="none">
              <a:solidFill>
                <a:schemeClr val="dk1"/>
              </a:solidFill>
              <a:latin typeface="Arial"/>
              <a:ea typeface="Arial"/>
              <a:cs typeface="Arial"/>
              <a:sym typeface="Arial"/>
            </a:endParaRPr>
          </a:p>
          <a:p>
            <a:pPr marL="457200" marR="0" lvl="0" indent="-457200" algn="l" rtl="0">
              <a:lnSpc>
                <a:spcPct val="85000"/>
              </a:lnSpc>
              <a:spcBef>
                <a:spcPts val="1301"/>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Incremento de los costos </a:t>
            </a:r>
            <a:endParaRPr sz="3200" b="0" i="0" u="none" strike="noStrike" cap="none">
              <a:solidFill>
                <a:schemeClr val="dk1"/>
              </a:solidFill>
              <a:latin typeface="Arial"/>
              <a:ea typeface="Arial"/>
              <a:cs typeface="Arial"/>
              <a:sym typeface="Arial"/>
            </a:endParaRPr>
          </a:p>
          <a:p>
            <a:pPr marL="457200" marR="0" lvl="0" indent="-457200" algn="l" rtl="0">
              <a:lnSpc>
                <a:spcPct val="85000"/>
              </a:lnSpc>
              <a:spcBef>
                <a:spcPts val="1301"/>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Entrega de productos de mala calidad </a:t>
            </a:r>
            <a:endParaRPr sz="3200" b="0" i="0" u="none" strike="noStrike" cap="none">
              <a:solidFill>
                <a:schemeClr val="dk1"/>
              </a:solidFill>
              <a:latin typeface="Arial"/>
              <a:ea typeface="Arial"/>
              <a:cs typeface="Arial"/>
              <a:sym typeface="Arial"/>
            </a:endParaRPr>
          </a:p>
        </p:txBody>
      </p:sp>
      <p:sp>
        <p:nvSpPr>
          <p:cNvPr id="504" name="Google Shape;504;p31"/>
          <p:cNvSpPr/>
          <p:nvPr/>
        </p:nvSpPr>
        <p:spPr>
          <a:xfrm>
            <a:off x="2957759" y="4435920"/>
            <a:ext cx="1414800" cy="854640"/>
          </a:xfrm>
          <a:custGeom>
            <a:avLst/>
            <a:gdLst/>
            <a:ahLst/>
            <a:cxnLst/>
            <a:rect l="l" t="t" r="r" b="b"/>
            <a:pathLst>
              <a:path w="3932" h="2376" extrusionOk="0">
                <a:moveTo>
                  <a:pt x="0" y="593"/>
                </a:moveTo>
                <a:lnTo>
                  <a:pt x="2743" y="593"/>
                </a:lnTo>
                <a:lnTo>
                  <a:pt x="2743" y="0"/>
                </a:lnTo>
                <a:lnTo>
                  <a:pt x="3931" y="1187"/>
                </a:lnTo>
                <a:lnTo>
                  <a:pt x="2743" y="2375"/>
                </a:lnTo>
                <a:lnTo>
                  <a:pt x="2743" y="1781"/>
                </a:lnTo>
                <a:lnTo>
                  <a:pt x="0" y="1781"/>
                </a:lnTo>
                <a:lnTo>
                  <a:pt x="0" y="593"/>
                </a:lnTo>
              </a:path>
            </a:pathLst>
          </a:custGeom>
          <a:solidFill>
            <a:srgbClr val="DF695B"/>
          </a:solidFill>
          <a:ln w="12600" cap="flat" cmpd="sng">
            <a:solidFill>
              <a:srgbClr val="2F528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31"/>
          <p:cNvSpPr/>
          <p:nvPr/>
        </p:nvSpPr>
        <p:spPr>
          <a:xfrm>
            <a:off x="4600978" y="4605120"/>
            <a:ext cx="3350520" cy="51624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s-AR" sz="2800" b="0" i="0" u="none" strike="noStrike" cap="none">
                <a:solidFill>
                  <a:srgbClr val="000000"/>
                </a:solidFill>
                <a:latin typeface="Twentieth Century"/>
                <a:ea typeface="Twentieth Century"/>
                <a:cs typeface="Twentieth Century"/>
                <a:sym typeface="Twentieth Century"/>
              </a:rPr>
              <a:t>Perjuicio económico</a:t>
            </a:r>
            <a:endParaRPr sz="2800" b="0" i="0" u="none" strike="noStrike" cap="none">
              <a:solidFill>
                <a:srgbClr val="000000"/>
              </a:solidFill>
              <a:latin typeface="Arial"/>
              <a:ea typeface="Arial"/>
              <a:cs typeface="Arial"/>
              <a:sym typeface="Arial"/>
            </a:endParaRPr>
          </a:p>
        </p:txBody>
      </p:sp>
      <p:sp>
        <p:nvSpPr>
          <p:cNvPr id="506" name="Google Shape;506;p31"/>
          <p:cNvSpPr/>
          <p:nvPr/>
        </p:nvSpPr>
        <p:spPr>
          <a:xfrm>
            <a:off x="1676520" y="-56160"/>
            <a:ext cx="303120" cy="30312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31"/>
          <p:cNvSpPr/>
          <p:nvPr/>
        </p:nvSpPr>
        <p:spPr>
          <a:xfrm>
            <a:off x="1828800" y="95760"/>
            <a:ext cx="303120" cy="30312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8" name="Google Shape;508;p31"/>
          <p:cNvPicPr preferRelativeResize="0"/>
          <p:nvPr/>
        </p:nvPicPr>
        <p:blipFill rotWithShape="1">
          <a:blip r:embed="rId3">
            <a:alphaModFix/>
          </a:blip>
          <a:srcRect/>
          <a:stretch/>
        </p:blipFill>
        <p:spPr>
          <a:xfrm>
            <a:off x="7951498" y="3891198"/>
            <a:ext cx="2138040" cy="2128680"/>
          </a:xfrm>
          <a:prstGeom prst="rect">
            <a:avLst/>
          </a:prstGeom>
          <a:noFill/>
          <a:ln>
            <a:noFill/>
          </a:ln>
        </p:spPr>
      </p:pic>
      <p:sp>
        <p:nvSpPr>
          <p:cNvPr id="509" name="Google Shape;509;p31"/>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sz="4000"/>
              <a:t>Manifestación de una mala gestión de proyectos</a:t>
            </a:r>
            <a:endParaRPr/>
          </a:p>
        </p:txBody>
      </p:sp>
      <p:sp>
        <p:nvSpPr>
          <p:cNvPr id="510" name="Google Shape;510;p31"/>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11" name="Google Shape;511;p31"/>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12" name="Google Shape;512;p31"/>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33</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16"/>
        <p:cNvGrpSpPr/>
        <p:nvPr/>
      </p:nvGrpSpPr>
      <p:grpSpPr>
        <a:xfrm>
          <a:off x="0" y="0"/>
          <a:ext cx="0" cy="0"/>
          <a:chOff x="0" y="0"/>
          <a:chExt cx="0" cy="0"/>
        </a:xfrm>
      </p:grpSpPr>
      <p:sp>
        <p:nvSpPr>
          <p:cNvPr id="517" name="Google Shape;517;p32"/>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32"/>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32"/>
          <p:cNvSpPr/>
          <p:nvPr/>
        </p:nvSpPr>
        <p:spPr>
          <a:xfrm>
            <a:off x="919440" y="1933432"/>
            <a:ext cx="9774000" cy="44694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457200" marR="0" lvl="0" indent="-457200" algn="l" rtl="0">
              <a:lnSpc>
                <a:spcPct val="85000"/>
              </a:lnSpc>
              <a:spcBef>
                <a:spcPts val="0"/>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Métricas</a:t>
            </a:r>
            <a:endParaRPr sz="3200" b="0" i="0" u="none" strike="noStrike" cap="none">
              <a:solidFill>
                <a:schemeClr val="dk1"/>
              </a:solidFill>
              <a:latin typeface="Arial"/>
              <a:ea typeface="Arial"/>
              <a:cs typeface="Arial"/>
              <a:sym typeface="Arial"/>
            </a:endParaRPr>
          </a:p>
          <a:p>
            <a:pPr marL="457200" marR="0" lvl="0" indent="-457200" algn="l" rtl="0">
              <a:lnSpc>
                <a:spcPct val="85000"/>
              </a:lnSpc>
              <a:spcBef>
                <a:spcPts val="1301"/>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Estimaciones</a:t>
            </a:r>
            <a:endParaRPr sz="3200" b="0" i="0" u="none" strike="noStrike" cap="none">
              <a:solidFill>
                <a:schemeClr val="dk1"/>
              </a:solidFill>
              <a:latin typeface="Arial"/>
              <a:ea typeface="Arial"/>
              <a:cs typeface="Arial"/>
              <a:sym typeface="Arial"/>
            </a:endParaRPr>
          </a:p>
          <a:p>
            <a:pPr marL="457200" marR="0" lvl="0" indent="-457200" algn="l" rtl="0">
              <a:lnSpc>
                <a:spcPct val="85000"/>
              </a:lnSpc>
              <a:spcBef>
                <a:spcPts val="1301"/>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Calendario temporal</a:t>
            </a:r>
            <a:endParaRPr sz="3200" b="0" i="0" u="none" strike="noStrike" cap="none">
              <a:solidFill>
                <a:schemeClr val="dk1"/>
              </a:solidFill>
              <a:latin typeface="Arial"/>
              <a:ea typeface="Arial"/>
              <a:cs typeface="Arial"/>
              <a:sym typeface="Arial"/>
            </a:endParaRPr>
          </a:p>
          <a:p>
            <a:pPr marL="457200" marR="0" lvl="0" indent="-457200" algn="l" rtl="0">
              <a:lnSpc>
                <a:spcPct val="85000"/>
              </a:lnSpc>
              <a:spcBef>
                <a:spcPts val="1301"/>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Organización del personal</a:t>
            </a:r>
            <a:endParaRPr sz="3200" b="0" i="0" u="none" strike="noStrike" cap="none">
              <a:solidFill>
                <a:schemeClr val="dk1"/>
              </a:solidFill>
              <a:latin typeface="Arial"/>
              <a:ea typeface="Arial"/>
              <a:cs typeface="Arial"/>
              <a:sym typeface="Arial"/>
            </a:endParaRPr>
          </a:p>
          <a:p>
            <a:pPr marL="457200" marR="0" lvl="0" indent="-457200" algn="l" rtl="0">
              <a:lnSpc>
                <a:spcPct val="85000"/>
              </a:lnSpc>
              <a:spcBef>
                <a:spcPts val="1301"/>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Análisis de riesgos</a:t>
            </a:r>
            <a:endParaRPr sz="3200" b="0" i="0" u="none" strike="noStrike" cap="none">
              <a:solidFill>
                <a:schemeClr val="dk1"/>
              </a:solidFill>
              <a:latin typeface="Arial"/>
              <a:ea typeface="Arial"/>
              <a:cs typeface="Arial"/>
              <a:sym typeface="Arial"/>
            </a:endParaRPr>
          </a:p>
          <a:p>
            <a:pPr marL="457200" marR="0" lvl="0" indent="-457200" algn="l" rtl="0">
              <a:lnSpc>
                <a:spcPct val="85000"/>
              </a:lnSpc>
              <a:spcBef>
                <a:spcPts val="1301"/>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Seguimiento y control</a:t>
            </a:r>
            <a:endParaRPr sz="3200" b="0" i="0" u="none" strike="noStrike" cap="none">
              <a:solidFill>
                <a:schemeClr val="dk1"/>
              </a:solidFill>
              <a:latin typeface="Arial"/>
              <a:ea typeface="Arial"/>
              <a:cs typeface="Arial"/>
              <a:sym typeface="Arial"/>
            </a:endParaRPr>
          </a:p>
          <a:p>
            <a:pPr marL="0" marR="0" lvl="0" indent="0" algn="l" rtl="0">
              <a:lnSpc>
                <a:spcPct val="85000"/>
              </a:lnSpc>
              <a:spcBef>
                <a:spcPts val="1301"/>
              </a:spcBef>
              <a:spcAft>
                <a:spcPts val="0"/>
              </a:spcAft>
              <a:buClr>
                <a:srgbClr val="000000"/>
              </a:buClr>
              <a:buSzPts val="3200"/>
              <a:buFont typeface="Arial"/>
              <a:buNone/>
            </a:pPr>
            <a:endParaRPr sz="3200" b="0" i="0" u="none" strike="noStrike" cap="none">
              <a:solidFill>
                <a:schemeClr val="dk1"/>
              </a:solidFill>
              <a:latin typeface="Arial"/>
              <a:ea typeface="Arial"/>
              <a:cs typeface="Arial"/>
              <a:sym typeface="Arial"/>
            </a:endParaRPr>
          </a:p>
        </p:txBody>
      </p:sp>
      <p:sp>
        <p:nvSpPr>
          <p:cNvPr id="520" name="Google Shape;520;p32"/>
          <p:cNvSpPr/>
          <p:nvPr/>
        </p:nvSpPr>
        <p:spPr>
          <a:xfrm>
            <a:off x="1216561" y="5647304"/>
            <a:ext cx="10290418" cy="910826"/>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1">
            <a:noAutofit/>
          </a:bodyPr>
          <a:lstStyle/>
          <a:p>
            <a:pPr marL="0" marR="0" lvl="0" indent="0" algn="ctr" rtl="0">
              <a:lnSpc>
                <a:spcPct val="100000"/>
              </a:lnSpc>
              <a:spcBef>
                <a:spcPts val="0"/>
              </a:spcBef>
              <a:spcAft>
                <a:spcPts val="0"/>
              </a:spcAft>
              <a:buClr>
                <a:srgbClr val="000000"/>
              </a:buClr>
              <a:buSzPts val="3200"/>
              <a:buFont typeface="Arial"/>
              <a:buNone/>
            </a:pPr>
            <a:r>
              <a:rPr lang="es-AR" sz="3200" b="0" i="1" u="none" strike="noStrike" cap="none">
                <a:solidFill>
                  <a:srgbClr val="000000"/>
                </a:solidFill>
                <a:latin typeface="Calibri"/>
                <a:ea typeface="Calibri"/>
                <a:cs typeface="Calibri"/>
                <a:sym typeface="Calibri"/>
              </a:rPr>
              <a:t> La gestión de proyectos cubre todo el proceso de desarrollo</a:t>
            </a:r>
            <a:r>
              <a:rPr lang="es-AR" sz="3200" b="1" i="0" u="none" strike="noStrike" cap="none">
                <a:solidFill>
                  <a:srgbClr val="000000"/>
                </a:solidFill>
                <a:latin typeface="Calibri"/>
                <a:ea typeface="Calibri"/>
                <a:cs typeface="Calibri"/>
                <a:sym typeface="Calibri"/>
              </a:rPr>
              <a:t>  </a:t>
            </a:r>
            <a:endParaRPr sz="3200" b="0" i="0" u="none" strike="noStrike" cap="none">
              <a:solidFill>
                <a:srgbClr val="000000"/>
              </a:solidFill>
              <a:latin typeface="Calibri"/>
              <a:ea typeface="Calibri"/>
              <a:cs typeface="Calibri"/>
              <a:sym typeface="Calibri"/>
            </a:endParaRPr>
          </a:p>
        </p:txBody>
      </p:sp>
      <p:sp>
        <p:nvSpPr>
          <p:cNvPr id="521" name="Google Shape;521;p32"/>
          <p:cNvSpPr/>
          <p:nvPr/>
        </p:nvSpPr>
        <p:spPr>
          <a:xfrm>
            <a:off x="6361770" y="3222216"/>
            <a:ext cx="3374020" cy="5770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s-AR" sz="3200" b="0" i="0" u="none" strike="noStrike" cap="none">
                <a:solidFill>
                  <a:srgbClr val="000000"/>
                </a:solidFill>
                <a:latin typeface="Twentieth Century"/>
                <a:ea typeface="Twentieth Century"/>
                <a:cs typeface="Twentieth Century"/>
                <a:sym typeface="Twentieth Century"/>
              </a:rPr>
              <a:t>PLANIFICACIÓN</a:t>
            </a:r>
            <a:endParaRPr sz="3200" b="0" i="0" u="none" strike="noStrike" cap="none">
              <a:solidFill>
                <a:srgbClr val="000000"/>
              </a:solidFill>
              <a:latin typeface="Arial"/>
              <a:ea typeface="Arial"/>
              <a:cs typeface="Arial"/>
              <a:sym typeface="Arial"/>
            </a:endParaRPr>
          </a:p>
        </p:txBody>
      </p:sp>
      <p:sp>
        <p:nvSpPr>
          <p:cNvPr id="522" name="Google Shape;522;p32"/>
          <p:cNvSpPr/>
          <p:nvPr/>
        </p:nvSpPr>
        <p:spPr>
          <a:xfrm>
            <a:off x="6000724" y="2853026"/>
            <a:ext cx="278447" cy="1316520"/>
          </a:xfrm>
          <a:prstGeom prst="rightBrace">
            <a:avLst>
              <a:gd name="adj1" fmla="val 8333"/>
              <a:gd name="adj2" fmla="val 50000"/>
            </a:avLst>
          </a:prstGeom>
          <a:noFill/>
          <a:ln w="2857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3" name="Google Shape;523;p32"/>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Elementos clave de la gestión de proyectos</a:t>
            </a:r>
            <a:endParaRPr/>
          </a:p>
        </p:txBody>
      </p:sp>
      <p:sp>
        <p:nvSpPr>
          <p:cNvPr id="524" name="Google Shape;524;p32"/>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25" name="Google Shape;525;p32"/>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26" name="Google Shape;526;p32"/>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34</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1"/>
        <p:cNvGrpSpPr/>
        <p:nvPr/>
      </p:nvGrpSpPr>
      <p:grpSpPr>
        <a:xfrm>
          <a:off x="0" y="0"/>
          <a:ext cx="0" cy="0"/>
          <a:chOff x="0" y="0"/>
          <a:chExt cx="0" cy="0"/>
        </a:xfrm>
      </p:grpSpPr>
      <p:sp>
        <p:nvSpPr>
          <p:cNvPr id="532" name="Google Shape;532;p33"/>
          <p:cNvSpPr/>
          <p:nvPr/>
        </p:nvSpPr>
        <p:spPr>
          <a:xfrm>
            <a:off x="652680" y="4718880"/>
            <a:ext cx="9211320" cy="53136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33"/>
          <p:cNvSpPr/>
          <p:nvPr/>
        </p:nvSpPr>
        <p:spPr>
          <a:xfrm>
            <a:off x="9249120" y="2863800"/>
            <a:ext cx="2919600" cy="139356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34" name="Google Shape;534;p33"/>
          <p:cNvPicPr preferRelativeResize="0"/>
          <p:nvPr/>
        </p:nvPicPr>
        <p:blipFill rotWithShape="1">
          <a:blip r:embed="rId3">
            <a:alphaModFix/>
          </a:blip>
          <a:srcRect l="1970" r="1969"/>
          <a:stretch/>
        </p:blipFill>
        <p:spPr>
          <a:xfrm>
            <a:off x="7952014" y="3902529"/>
            <a:ext cx="3915429" cy="2687133"/>
          </a:xfrm>
          <a:prstGeom prst="rect">
            <a:avLst/>
          </a:prstGeom>
          <a:noFill/>
          <a:ln>
            <a:noFill/>
          </a:ln>
        </p:spPr>
      </p:pic>
      <p:sp>
        <p:nvSpPr>
          <p:cNvPr id="535" name="Google Shape;535;p33"/>
          <p:cNvSpPr txBox="1">
            <a:spLocks noGrp="1"/>
          </p:cNvSpPr>
          <p:nvPr>
            <p:ph type="title"/>
          </p:nvPr>
        </p:nvSpPr>
        <p:spPr>
          <a:xfrm>
            <a:off x="456367" y="608530"/>
            <a:ext cx="3194566" cy="2340504"/>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None/>
            </a:pPr>
            <a:r>
              <a:rPr lang="es-AR"/>
              <a:t>Gestión de Proyectos</a:t>
            </a:r>
            <a:endParaRPr/>
          </a:p>
        </p:txBody>
      </p:sp>
      <p:sp>
        <p:nvSpPr>
          <p:cNvPr id="536" name="Google Shape;536;p33"/>
          <p:cNvSpPr txBox="1">
            <a:spLocks noGrp="1"/>
          </p:cNvSpPr>
          <p:nvPr>
            <p:ph type="body" idx="1"/>
          </p:nvPr>
        </p:nvSpPr>
        <p:spPr>
          <a:xfrm>
            <a:off x="4791849" y="748961"/>
            <a:ext cx="6480405" cy="5383160"/>
          </a:xfrm>
          <a:prstGeom prst="rect">
            <a:avLst/>
          </a:prstGeom>
          <a:noFill/>
          <a:ln>
            <a:noFill/>
          </a:ln>
        </p:spPr>
        <p:txBody>
          <a:bodyPr spcFirstLastPara="1" wrap="square" lIns="0" tIns="45700" rIns="0" bIns="45700" anchor="t" anchorCtr="0">
            <a:noAutofit/>
          </a:bodyPr>
          <a:lstStyle/>
          <a:p>
            <a:pPr marL="0" lvl="0" indent="0" algn="l" rtl="0">
              <a:lnSpc>
                <a:spcPct val="85000"/>
              </a:lnSpc>
              <a:spcBef>
                <a:spcPts val="0"/>
              </a:spcBef>
              <a:spcAft>
                <a:spcPts val="0"/>
              </a:spcAft>
              <a:buClr>
                <a:srgbClr val="C00000"/>
              </a:buClr>
              <a:buSzPts val="3200"/>
              <a:buNone/>
            </a:pPr>
            <a:r>
              <a:rPr lang="es-AR" sz="3200">
                <a:solidFill>
                  <a:schemeClr val="dk1"/>
                </a:solidFill>
              </a:rPr>
              <a:t>La planificación especifica:</a:t>
            </a:r>
            <a:endParaRPr sz="3200">
              <a:solidFill>
                <a:schemeClr val="dk1"/>
              </a:solidFill>
              <a:latin typeface="Arial"/>
              <a:ea typeface="Arial"/>
              <a:cs typeface="Arial"/>
              <a:sym typeface="Arial"/>
            </a:endParaRPr>
          </a:p>
          <a:p>
            <a:pPr marL="837000" lvl="1" indent="-512279" algn="l" rtl="0">
              <a:lnSpc>
                <a:spcPct val="85000"/>
              </a:lnSpc>
              <a:spcBef>
                <a:spcPts val="601"/>
              </a:spcBef>
              <a:spcAft>
                <a:spcPts val="0"/>
              </a:spcAft>
              <a:buClr>
                <a:srgbClr val="262626"/>
              </a:buClr>
              <a:buSzPts val="2800"/>
              <a:buFont typeface="Noto Sans Symbols"/>
              <a:buAutoNum type="arabicPeriod"/>
            </a:pPr>
            <a:r>
              <a:rPr lang="es-AR" sz="2800">
                <a:solidFill>
                  <a:schemeClr val="dk1"/>
                </a:solidFill>
              </a:rPr>
              <a:t>qué debe hacerse, </a:t>
            </a:r>
            <a:endParaRPr sz="2800">
              <a:solidFill>
                <a:schemeClr val="dk1"/>
              </a:solidFill>
              <a:latin typeface="Arial"/>
              <a:ea typeface="Arial"/>
              <a:cs typeface="Arial"/>
              <a:sym typeface="Arial"/>
            </a:endParaRPr>
          </a:p>
          <a:p>
            <a:pPr marL="837000" lvl="1" indent="-512279" algn="l" rtl="0">
              <a:lnSpc>
                <a:spcPct val="85000"/>
              </a:lnSpc>
              <a:spcBef>
                <a:spcPts val="601"/>
              </a:spcBef>
              <a:spcAft>
                <a:spcPts val="0"/>
              </a:spcAft>
              <a:buClr>
                <a:srgbClr val="262626"/>
              </a:buClr>
              <a:buSzPts val="2800"/>
              <a:buFont typeface="Noto Sans Symbols"/>
              <a:buAutoNum type="arabicPeriod"/>
            </a:pPr>
            <a:r>
              <a:rPr lang="es-AR" sz="2800">
                <a:solidFill>
                  <a:schemeClr val="dk1"/>
                </a:solidFill>
              </a:rPr>
              <a:t>con qué recursos </a:t>
            </a:r>
            <a:endParaRPr sz="2800">
              <a:solidFill>
                <a:schemeClr val="dk1"/>
              </a:solidFill>
              <a:latin typeface="Arial"/>
              <a:ea typeface="Arial"/>
              <a:cs typeface="Arial"/>
              <a:sym typeface="Arial"/>
            </a:endParaRPr>
          </a:p>
          <a:p>
            <a:pPr marL="837000" lvl="1" indent="-512279" algn="l" rtl="0">
              <a:lnSpc>
                <a:spcPct val="85000"/>
              </a:lnSpc>
              <a:spcBef>
                <a:spcPts val="601"/>
              </a:spcBef>
              <a:spcAft>
                <a:spcPts val="0"/>
              </a:spcAft>
              <a:buClr>
                <a:srgbClr val="262626"/>
              </a:buClr>
              <a:buSzPts val="2800"/>
              <a:buFont typeface="Noto Sans Symbols"/>
              <a:buAutoNum type="arabicPeriod"/>
            </a:pPr>
            <a:r>
              <a:rPr lang="es-AR" sz="2800">
                <a:solidFill>
                  <a:schemeClr val="dk1"/>
                </a:solidFill>
              </a:rPr>
              <a:t>y en qué orden.</a:t>
            </a:r>
            <a:endParaRPr/>
          </a:p>
          <a:p>
            <a:pPr marL="324721" lvl="1" indent="0" algn="l" rtl="0">
              <a:lnSpc>
                <a:spcPct val="85000"/>
              </a:lnSpc>
              <a:spcBef>
                <a:spcPts val="601"/>
              </a:spcBef>
              <a:spcAft>
                <a:spcPts val="0"/>
              </a:spcAft>
              <a:buClr>
                <a:srgbClr val="262626"/>
              </a:buClr>
              <a:buSzPts val="3200"/>
              <a:buNone/>
            </a:pPr>
            <a:r>
              <a:rPr lang="es-AR" sz="3200">
                <a:solidFill>
                  <a:schemeClr val="dk1"/>
                </a:solidFill>
              </a:rPr>
              <a:t> </a:t>
            </a:r>
            <a:endParaRPr sz="3200">
              <a:solidFill>
                <a:schemeClr val="dk1"/>
              </a:solidFill>
              <a:latin typeface="Arial"/>
              <a:ea typeface="Arial"/>
              <a:cs typeface="Arial"/>
              <a:sym typeface="Arial"/>
            </a:endParaRPr>
          </a:p>
          <a:p>
            <a:pPr marL="0" lvl="0" indent="0" algn="l" rtl="0">
              <a:lnSpc>
                <a:spcPct val="85000"/>
              </a:lnSpc>
              <a:spcBef>
                <a:spcPts val="1301"/>
              </a:spcBef>
              <a:spcAft>
                <a:spcPts val="0"/>
              </a:spcAft>
              <a:buClr>
                <a:srgbClr val="000000"/>
              </a:buClr>
              <a:buSzPts val="3200"/>
              <a:buNone/>
            </a:pPr>
            <a:r>
              <a:rPr lang="es-AR" sz="3200">
                <a:solidFill>
                  <a:schemeClr val="dk1"/>
                </a:solidFill>
              </a:rPr>
              <a:t> Establece una secuencia operativa.</a:t>
            </a:r>
            <a:endParaRPr sz="3200">
              <a:solidFill>
                <a:schemeClr val="dk1"/>
              </a:solidFill>
              <a:latin typeface="Arial"/>
              <a:ea typeface="Arial"/>
              <a:cs typeface="Arial"/>
              <a:sym typeface="Arial"/>
            </a:endParaRPr>
          </a:p>
          <a:p>
            <a:pPr marL="90325" lvl="0" indent="0" algn="l" rtl="0">
              <a:lnSpc>
                <a:spcPct val="90000"/>
              </a:lnSpc>
              <a:spcBef>
                <a:spcPts val="1198"/>
              </a:spcBef>
              <a:spcAft>
                <a:spcPts val="0"/>
              </a:spcAft>
              <a:buSzPts val="1996"/>
              <a:buNone/>
            </a:pPr>
            <a:endParaRPr>
              <a:solidFill>
                <a:schemeClr val="dk1"/>
              </a:solidFill>
            </a:endParaRPr>
          </a:p>
        </p:txBody>
      </p:sp>
      <p:sp>
        <p:nvSpPr>
          <p:cNvPr id="537" name="Google Shape;537;p33"/>
          <p:cNvSpPr txBox="1">
            <a:spLocks noGrp="1"/>
          </p:cNvSpPr>
          <p:nvPr>
            <p:ph type="body" idx="2"/>
          </p:nvPr>
        </p:nvSpPr>
        <p:spPr>
          <a:xfrm>
            <a:off x="456367" y="2995846"/>
            <a:ext cx="3194566" cy="345969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400"/>
              <a:buNone/>
            </a:pPr>
            <a:r>
              <a:rPr lang="es-AR"/>
              <a:t>Planificación</a:t>
            </a:r>
            <a:endParaRPr/>
          </a:p>
          <a:p>
            <a:pPr marL="0" lvl="0" indent="0" algn="l" rtl="0">
              <a:lnSpc>
                <a:spcPct val="90000"/>
              </a:lnSpc>
              <a:spcBef>
                <a:spcPts val="1398"/>
              </a:spcBef>
              <a:spcAft>
                <a:spcPts val="0"/>
              </a:spcAft>
              <a:buSzPts val="1497"/>
              <a:buNone/>
            </a:pPr>
            <a:endParaRPr/>
          </a:p>
        </p:txBody>
      </p:sp>
      <p:sp>
        <p:nvSpPr>
          <p:cNvPr id="538" name="Google Shape;538;p33"/>
          <p:cNvSpPr txBox="1">
            <a:spLocks noGrp="1"/>
          </p:cNvSpPr>
          <p:nvPr>
            <p:ph type="dt" idx="10"/>
          </p:nvPr>
        </p:nvSpPr>
        <p:spPr>
          <a:xfrm>
            <a:off x="464291" y="6613551"/>
            <a:ext cx="2614600"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39" name="Google Shape;539;p33"/>
          <p:cNvSpPr txBox="1">
            <a:spLocks noGrp="1"/>
          </p:cNvSpPr>
          <p:nvPr>
            <p:ph type="ftr" idx="11"/>
          </p:nvPr>
        </p:nvSpPr>
        <p:spPr>
          <a:xfrm>
            <a:off x="4791849" y="6613551"/>
            <a:ext cx="4639727"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INGENIERÍA DE SOFTWARE II</a:t>
            </a:r>
            <a:endParaRPr/>
          </a:p>
        </p:txBody>
      </p:sp>
      <p:sp>
        <p:nvSpPr>
          <p:cNvPr id="540" name="Google Shape;540;p33"/>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35</a:t>
            </a:fld>
            <a:endParaRPr>
              <a:solidFill>
                <a:srgbClr val="000000"/>
              </a:solidFill>
              <a:latin typeface="Times New Roman"/>
              <a:ea typeface="Times New Roman"/>
              <a:cs typeface="Times New Roman"/>
              <a:sym typeface="Times New Roman"/>
            </a:endParaRPr>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4"/>
        <p:cNvGrpSpPr/>
        <p:nvPr/>
      </p:nvGrpSpPr>
      <p:grpSpPr>
        <a:xfrm>
          <a:off x="0" y="0"/>
          <a:ext cx="0" cy="0"/>
          <a:chOff x="0" y="0"/>
          <a:chExt cx="0" cy="0"/>
        </a:xfrm>
      </p:grpSpPr>
      <p:sp>
        <p:nvSpPr>
          <p:cNvPr id="545" name="Google Shape;545;p35"/>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p35"/>
          <p:cNvSpPr/>
          <p:nvPr/>
        </p:nvSpPr>
        <p:spPr>
          <a:xfrm>
            <a:off x="920147" y="1856160"/>
            <a:ext cx="10428210" cy="44694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85000"/>
              </a:lnSpc>
              <a:spcBef>
                <a:spcPts val="0"/>
              </a:spcBef>
              <a:spcAft>
                <a:spcPts val="0"/>
              </a:spcAft>
              <a:buClr>
                <a:srgbClr val="C00000"/>
              </a:buClr>
              <a:buSzPts val="3200"/>
              <a:buFont typeface="Noto Sans Symbols"/>
              <a:buChar char="❖"/>
            </a:pPr>
            <a:r>
              <a:rPr lang="es-AR" sz="3200" b="0" i="0" u="none" strike="noStrike" cap="none" dirty="0">
                <a:solidFill>
                  <a:schemeClr val="dk1"/>
                </a:solidFill>
                <a:latin typeface="Calibri"/>
                <a:ea typeface="Calibri"/>
                <a:cs typeface="Calibri"/>
                <a:sym typeface="Calibri"/>
              </a:rPr>
              <a:t>El personal que trabaja en una organización de software es el activo más grande, representa el capital intelectual.</a:t>
            </a:r>
            <a:endParaRPr sz="3200" b="0" i="0" u="none" strike="noStrike" cap="none" dirty="0">
              <a:solidFill>
                <a:schemeClr val="dk1"/>
              </a:solidFill>
              <a:latin typeface="Arial"/>
              <a:ea typeface="Arial"/>
              <a:cs typeface="Arial"/>
              <a:sym typeface="Arial"/>
            </a:endParaRPr>
          </a:p>
          <a:p>
            <a:pPr marL="538163" marR="0" lvl="0" indent="-538163" algn="just" rtl="0">
              <a:lnSpc>
                <a:spcPct val="85000"/>
              </a:lnSpc>
              <a:spcBef>
                <a:spcPts val="1301"/>
              </a:spcBef>
              <a:spcAft>
                <a:spcPts val="0"/>
              </a:spcAft>
              <a:buClr>
                <a:srgbClr val="C00000"/>
              </a:buClr>
              <a:buSzPts val="3200"/>
              <a:buFont typeface="Noto Sans Symbols"/>
              <a:buChar char="❖"/>
            </a:pPr>
            <a:r>
              <a:rPr lang="es-AR" sz="3200" b="0" i="0" u="none" strike="noStrike" cap="none" dirty="0">
                <a:solidFill>
                  <a:schemeClr val="dk1"/>
                </a:solidFill>
                <a:latin typeface="Calibri"/>
                <a:ea typeface="Calibri"/>
                <a:cs typeface="Calibri"/>
                <a:sym typeface="Calibri"/>
              </a:rPr>
              <a:t>Una mala administración del personal es uno de los factores principales para el fracaso de los proyectos</a:t>
            </a:r>
            <a:endParaRPr sz="3200" b="0" i="0" u="none" strike="noStrike" cap="none" dirty="0">
              <a:solidFill>
                <a:schemeClr val="dk1"/>
              </a:solidFill>
              <a:latin typeface="Arial"/>
              <a:ea typeface="Arial"/>
              <a:cs typeface="Arial"/>
              <a:sym typeface="Arial"/>
            </a:endParaRPr>
          </a:p>
          <a:p>
            <a:pPr marL="538163" marR="0" lvl="0" indent="-538163" algn="just" rtl="0">
              <a:lnSpc>
                <a:spcPct val="85000"/>
              </a:lnSpc>
              <a:spcBef>
                <a:spcPts val="1301"/>
              </a:spcBef>
              <a:spcAft>
                <a:spcPts val="0"/>
              </a:spcAft>
              <a:buClr>
                <a:srgbClr val="C00000"/>
              </a:buClr>
              <a:buSzPts val="3200"/>
              <a:buFont typeface="Noto Sans Symbols"/>
              <a:buChar char="❖"/>
            </a:pPr>
            <a:r>
              <a:rPr lang="es-AR" sz="3200" b="0" i="0" u="none" strike="noStrike" cap="none" dirty="0">
                <a:solidFill>
                  <a:schemeClr val="dk1"/>
                </a:solidFill>
                <a:latin typeface="Calibri"/>
                <a:ea typeface="Calibri"/>
                <a:cs typeface="Calibri"/>
                <a:sym typeface="Calibri"/>
              </a:rPr>
              <a:t>Debido a su importancia, se creó el Modelo de madurez de capacidades de personal (P-CMM). </a:t>
            </a:r>
          </a:p>
          <a:p>
            <a:pPr marL="538163" marR="0" lvl="0" indent="-538163" algn="just" rtl="0">
              <a:lnSpc>
                <a:spcPct val="85000"/>
              </a:lnSpc>
              <a:spcBef>
                <a:spcPts val="1301"/>
              </a:spcBef>
              <a:spcAft>
                <a:spcPts val="0"/>
              </a:spcAft>
              <a:buClr>
                <a:srgbClr val="C00000"/>
              </a:buClr>
              <a:buSzPts val="3200"/>
              <a:buFont typeface="Noto Sans Symbols"/>
              <a:buChar char="❖"/>
            </a:pPr>
            <a:r>
              <a:rPr lang="es-AR" sz="3200" b="0" i="0" u="none" strike="noStrike" cap="none" dirty="0">
                <a:solidFill>
                  <a:schemeClr val="dk1"/>
                </a:solidFill>
                <a:latin typeface="Calibri"/>
                <a:ea typeface="Calibri"/>
                <a:cs typeface="Calibri"/>
                <a:sym typeface="Calibri"/>
              </a:rPr>
              <a:t>Se reconoce que toda organización debe mejorar de manera continua su habilidad de atraer, desarrollar, motivar, organizar y conservar el personal.</a:t>
            </a:r>
            <a:endParaRPr sz="3200" b="0" i="0" u="none" strike="noStrike" cap="none" dirty="0">
              <a:solidFill>
                <a:schemeClr val="dk1"/>
              </a:solidFill>
              <a:latin typeface="Arial"/>
              <a:ea typeface="Arial"/>
              <a:cs typeface="Arial"/>
              <a:sym typeface="Arial"/>
            </a:endParaRPr>
          </a:p>
          <a:p>
            <a:pPr marL="342900" marR="0" lvl="0" indent="-190500" algn="l" rtl="0">
              <a:lnSpc>
                <a:spcPct val="85000"/>
              </a:lnSpc>
              <a:spcBef>
                <a:spcPts val="1301"/>
              </a:spcBef>
              <a:spcAft>
                <a:spcPts val="0"/>
              </a:spcAft>
              <a:buClr>
                <a:srgbClr val="000000"/>
              </a:buClr>
              <a:buSzPts val="2400"/>
              <a:buFont typeface="Noto Sans Symbols"/>
              <a:buNone/>
            </a:pPr>
            <a:endParaRPr sz="3200" b="0" i="0" u="none" strike="noStrike" cap="none" dirty="0">
              <a:solidFill>
                <a:schemeClr val="dk1"/>
              </a:solidFill>
              <a:latin typeface="Arial"/>
              <a:ea typeface="Arial"/>
              <a:cs typeface="Arial"/>
              <a:sym typeface="Arial"/>
            </a:endParaRPr>
          </a:p>
        </p:txBody>
      </p:sp>
      <p:sp>
        <p:nvSpPr>
          <p:cNvPr id="547" name="Google Shape;547;p35"/>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Planificación organizativa</a:t>
            </a:r>
            <a:endParaRPr/>
          </a:p>
        </p:txBody>
      </p:sp>
      <p:sp>
        <p:nvSpPr>
          <p:cNvPr id="548" name="Google Shape;548;p35"/>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49" name="Google Shape;549;p35"/>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50" name="Google Shape;550;p35"/>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36</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4"/>
        <p:cNvGrpSpPr/>
        <p:nvPr/>
      </p:nvGrpSpPr>
      <p:grpSpPr>
        <a:xfrm>
          <a:off x="0" y="0"/>
          <a:ext cx="0" cy="0"/>
          <a:chOff x="0" y="0"/>
          <a:chExt cx="0" cy="0"/>
        </a:xfrm>
      </p:grpSpPr>
      <p:sp>
        <p:nvSpPr>
          <p:cNvPr id="555" name="Google Shape;555;p139"/>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6" name="Google Shape;556;p139"/>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7" name="Google Shape;557;p139"/>
          <p:cNvSpPr/>
          <p:nvPr/>
        </p:nvSpPr>
        <p:spPr>
          <a:xfrm>
            <a:off x="936476" y="1856160"/>
            <a:ext cx="10428210" cy="44694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85000"/>
              </a:lnSpc>
              <a:spcBef>
                <a:spcPts val="0"/>
              </a:spcBef>
              <a:spcAft>
                <a:spcPts val="0"/>
              </a:spcAft>
              <a:buClr>
                <a:srgbClr val="C00000"/>
              </a:buClr>
              <a:buSzPts val="3200"/>
              <a:buFont typeface="Noto Sans Symbols"/>
              <a:buChar char="❖"/>
            </a:pPr>
            <a:r>
              <a:rPr lang="es-AR" sz="3200" b="0" i="0" u="none" strike="noStrike" cap="none">
                <a:solidFill>
                  <a:schemeClr val="dk1"/>
                </a:solidFill>
                <a:latin typeface="Calibri"/>
                <a:ea typeface="Calibri"/>
                <a:cs typeface="Calibri"/>
                <a:sym typeface="Calibri"/>
              </a:rPr>
              <a:t>Participantes:</a:t>
            </a:r>
            <a:endParaRPr/>
          </a:p>
          <a:p>
            <a:pPr marL="803160" marR="0" lvl="2" indent="-341280" algn="l" rtl="0">
              <a:lnSpc>
                <a:spcPct val="85000"/>
              </a:lnSpc>
              <a:spcBef>
                <a:spcPts val="601"/>
              </a:spcBef>
              <a:spcAft>
                <a:spcPts val="0"/>
              </a:spcAft>
              <a:buClr>
                <a:srgbClr val="262626"/>
              </a:buClr>
              <a:buSzPts val="2400"/>
              <a:buFont typeface="Arial"/>
              <a:buChar char=" "/>
            </a:pPr>
            <a:r>
              <a:rPr lang="es-AR" sz="2800" b="0" i="0" u="none" strike="noStrike" cap="none">
                <a:solidFill>
                  <a:schemeClr val="dk1"/>
                </a:solidFill>
                <a:latin typeface="Calibri"/>
                <a:ea typeface="Calibri"/>
                <a:cs typeface="Calibri"/>
                <a:sym typeface="Calibri"/>
              </a:rPr>
              <a:t>Gerentes ejecutivos (dueños del producto)</a:t>
            </a:r>
            <a:endParaRPr sz="2800" b="0" i="0" u="none" strike="noStrike" cap="none">
              <a:solidFill>
                <a:schemeClr val="dk1"/>
              </a:solidFill>
              <a:latin typeface="Calibri"/>
              <a:ea typeface="Calibri"/>
              <a:cs typeface="Calibri"/>
              <a:sym typeface="Calibri"/>
            </a:endParaRPr>
          </a:p>
          <a:p>
            <a:pPr marL="1004040" marR="0" lvl="3" indent="-546479" algn="l" rtl="0">
              <a:lnSpc>
                <a:spcPct val="85000"/>
              </a:lnSpc>
              <a:spcBef>
                <a:spcPts val="601"/>
              </a:spcBef>
              <a:spcAft>
                <a:spcPts val="0"/>
              </a:spcAft>
              <a:buClr>
                <a:srgbClr val="262626"/>
              </a:buClr>
              <a:buSzPts val="2000"/>
              <a:buFont typeface="Arial"/>
              <a:buChar char=" "/>
            </a:pPr>
            <a:r>
              <a:rPr lang="es-AR" sz="2400" b="0" i="1" u="none" strike="noStrike" cap="none">
                <a:solidFill>
                  <a:schemeClr val="dk1"/>
                </a:solidFill>
                <a:latin typeface="Calibri"/>
                <a:ea typeface="Calibri"/>
                <a:cs typeface="Calibri"/>
                <a:sym typeface="Calibri"/>
              </a:rPr>
              <a:t>Definen los temas empresariales </a:t>
            </a:r>
            <a:endParaRPr sz="2400" b="0" i="0" u="none" strike="noStrike" cap="none">
              <a:solidFill>
                <a:schemeClr val="dk1"/>
              </a:solidFill>
              <a:latin typeface="Calibri"/>
              <a:ea typeface="Calibri"/>
              <a:cs typeface="Calibri"/>
              <a:sym typeface="Calibri"/>
            </a:endParaRPr>
          </a:p>
          <a:p>
            <a:pPr marL="803160" marR="0" lvl="2" indent="-341280" algn="l" rtl="0">
              <a:lnSpc>
                <a:spcPct val="85000"/>
              </a:lnSpc>
              <a:spcBef>
                <a:spcPts val="601"/>
              </a:spcBef>
              <a:spcAft>
                <a:spcPts val="0"/>
              </a:spcAft>
              <a:buClr>
                <a:srgbClr val="262626"/>
              </a:buClr>
              <a:buSzPts val="2400"/>
              <a:buFont typeface="Arial"/>
              <a:buChar char=" "/>
            </a:pPr>
            <a:r>
              <a:rPr lang="es-AR" sz="2800" b="0" i="0" u="none" strike="noStrike" cap="none">
                <a:solidFill>
                  <a:schemeClr val="dk1"/>
                </a:solidFill>
                <a:latin typeface="Calibri"/>
                <a:ea typeface="Calibri"/>
                <a:cs typeface="Calibri"/>
                <a:sym typeface="Calibri"/>
              </a:rPr>
              <a:t>Gerentes de proyecto  (líderes de equipo)</a:t>
            </a:r>
            <a:endParaRPr sz="2800" b="0" i="0" u="none" strike="noStrike" cap="none">
              <a:solidFill>
                <a:schemeClr val="dk1"/>
              </a:solidFill>
              <a:latin typeface="Calibri"/>
              <a:ea typeface="Calibri"/>
              <a:cs typeface="Calibri"/>
              <a:sym typeface="Calibri"/>
            </a:endParaRPr>
          </a:p>
          <a:p>
            <a:pPr marL="1004040" marR="0" lvl="3" indent="-546479" algn="l" rtl="0">
              <a:lnSpc>
                <a:spcPct val="85000"/>
              </a:lnSpc>
              <a:spcBef>
                <a:spcPts val="601"/>
              </a:spcBef>
              <a:spcAft>
                <a:spcPts val="0"/>
              </a:spcAft>
              <a:buClr>
                <a:srgbClr val="262626"/>
              </a:buClr>
              <a:buSzPts val="2000"/>
              <a:buFont typeface="Arial"/>
              <a:buChar char=" "/>
            </a:pPr>
            <a:r>
              <a:rPr lang="es-AR" sz="2400" b="0" i="1" u="none" strike="noStrike" cap="none">
                <a:solidFill>
                  <a:schemeClr val="dk1"/>
                </a:solidFill>
                <a:latin typeface="Calibri"/>
                <a:ea typeface="Calibri"/>
                <a:cs typeface="Calibri"/>
                <a:sym typeface="Calibri"/>
              </a:rPr>
              <a:t>Planifican, motivan,  organizan y controla a los profesionales </a:t>
            </a:r>
            <a:endParaRPr sz="2400" b="0" i="0" u="none" strike="noStrike" cap="none">
              <a:solidFill>
                <a:schemeClr val="dk1"/>
              </a:solidFill>
              <a:latin typeface="Calibri"/>
              <a:ea typeface="Calibri"/>
              <a:cs typeface="Calibri"/>
              <a:sym typeface="Calibri"/>
            </a:endParaRPr>
          </a:p>
          <a:p>
            <a:pPr marL="803160" marR="0" lvl="2" indent="-341280" algn="l" rtl="0">
              <a:lnSpc>
                <a:spcPct val="85000"/>
              </a:lnSpc>
              <a:spcBef>
                <a:spcPts val="601"/>
              </a:spcBef>
              <a:spcAft>
                <a:spcPts val="0"/>
              </a:spcAft>
              <a:buClr>
                <a:srgbClr val="262626"/>
              </a:buClr>
              <a:buSzPts val="2400"/>
              <a:buFont typeface="Arial"/>
              <a:buChar char=" "/>
            </a:pPr>
            <a:r>
              <a:rPr lang="es-AR" sz="2800" b="0" i="0" u="none" strike="noStrike" cap="none">
                <a:solidFill>
                  <a:schemeClr val="dk1"/>
                </a:solidFill>
                <a:latin typeface="Calibri"/>
                <a:ea typeface="Calibri"/>
                <a:cs typeface="Calibri"/>
                <a:sym typeface="Calibri"/>
              </a:rPr>
              <a:t>Profesionales especializados</a:t>
            </a:r>
            <a:endParaRPr sz="2800" b="0" i="0" u="none" strike="noStrike" cap="none">
              <a:solidFill>
                <a:schemeClr val="dk1"/>
              </a:solidFill>
              <a:latin typeface="Calibri"/>
              <a:ea typeface="Calibri"/>
              <a:cs typeface="Calibri"/>
              <a:sym typeface="Calibri"/>
            </a:endParaRPr>
          </a:p>
          <a:p>
            <a:pPr marL="1004040" marR="0" lvl="3" indent="-546479" algn="l" rtl="0">
              <a:lnSpc>
                <a:spcPct val="85000"/>
              </a:lnSpc>
              <a:spcBef>
                <a:spcPts val="601"/>
              </a:spcBef>
              <a:spcAft>
                <a:spcPts val="0"/>
              </a:spcAft>
              <a:buClr>
                <a:srgbClr val="262626"/>
              </a:buClr>
              <a:buSzPts val="2000"/>
              <a:buFont typeface="Arial"/>
              <a:buChar char=" "/>
            </a:pPr>
            <a:r>
              <a:rPr lang="es-AR" sz="2400" b="0" i="1" u="none" strike="noStrike" cap="none">
                <a:solidFill>
                  <a:schemeClr val="dk1"/>
                </a:solidFill>
                <a:latin typeface="Calibri"/>
                <a:ea typeface="Calibri"/>
                <a:cs typeface="Calibri"/>
                <a:sym typeface="Calibri"/>
              </a:rPr>
              <a:t>Aportan habilidades técnicas </a:t>
            </a:r>
            <a:endParaRPr sz="2400" b="0" i="0" u="none" strike="noStrike" cap="none">
              <a:solidFill>
                <a:schemeClr val="dk1"/>
              </a:solidFill>
              <a:latin typeface="Calibri"/>
              <a:ea typeface="Calibri"/>
              <a:cs typeface="Calibri"/>
              <a:sym typeface="Calibri"/>
            </a:endParaRPr>
          </a:p>
          <a:p>
            <a:pPr marL="803160" marR="0" lvl="2" indent="-341280" algn="l" rtl="0">
              <a:lnSpc>
                <a:spcPct val="85000"/>
              </a:lnSpc>
              <a:spcBef>
                <a:spcPts val="601"/>
              </a:spcBef>
              <a:spcAft>
                <a:spcPts val="0"/>
              </a:spcAft>
              <a:buClr>
                <a:srgbClr val="262626"/>
              </a:buClr>
              <a:buSzPts val="2400"/>
              <a:buFont typeface="Arial"/>
              <a:buChar char=" "/>
            </a:pPr>
            <a:r>
              <a:rPr lang="es-AR" sz="2800" b="0" i="0" u="none" strike="noStrike" cap="none">
                <a:solidFill>
                  <a:schemeClr val="dk1"/>
                </a:solidFill>
                <a:latin typeface="Calibri"/>
                <a:ea typeface="Calibri"/>
                <a:cs typeface="Calibri"/>
                <a:sym typeface="Calibri"/>
              </a:rPr>
              <a:t>Clientes </a:t>
            </a:r>
            <a:endParaRPr sz="2800" b="0" i="0" u="none" strike="noStrike" cap="none">
              <a:solidFill>
                <a:schemeClr val="dk1"/>
              </a:solidFill>
              <a:latin typeface="Calibri"/>
              <a:ea typeface="Calibri"/>
              <a:cs typeface="Calibri"/>
              <a:sym typeface="Calibri"/>
            </a:endParaRPr>
          </a:p>
          <a:p>
            <a:pPr marL="1004040" marR="0" lvl="3" indent="-546479" algn="l" rtl="0">
              <a:lnSpc>
                <a:spcPct val="85000"/>
              </a:lnSpc>
              <a:spcBef>
                <a:spcPts val="601"/>
              </a:spcBef>
              <a:spcAft>
                <a:spcPts val="0"/>
              </a:spcAft>
              <a:buClr>
                <a:srgbClr val="262626"/>
              </a:buClr>
              <a:buSzPts val="2000"/>
              <a:buFont typeface="Arial"/>
              <a:buChar char=" "/>
            </a:pPr>
            <a:r>
              <a:rPr lang="es-AR" sz="2400" b="0" i="1" u="none" strike="noStrike" cap="none">
                <a:solidFill>
                  <a:schemeClr val="dk1"/>
                </a:solidFill>
                <a:latin typeface="Calibri"/>
                <a:ea typeface="Calibri"/>
                <a:cs typeface="Calibri"/>
                <a:sym typeface="Calibri"/>
              </a:rPr>
              <a:t>Especifican los requerimientos </a:t>
            </a:r>
            <a:endParaRPr sz="2400" b="0" i="0" u="none" strike="noStrike" cap="none">
              <a:solidFill>
                <a:schemeClr val="dk1"/>
              </a:solidFill>
              <a:latin typeface="Calibri"/>
              <a:ea typeface="Calibri"/>
              <a:cs typeface="Calibri"/>
              <a:sym typeface="Calibri"/>
            </a:endParaRPr>
          </a:p>
          <a:p>
            <a:pPr marL="803160" marR="0" lvl="2" indent="-341280" algn="l" rtl="0">
              <a:lnSpc>
                <a:spcPct val="85000"/>
              </a:lnSpc>
              <a:spcBef>
                <a:spcPts val="601"/>
              </a:spcBef>
              <a:spcAft>
                <a:spcPts val="0"/>
              </a:spcAft>
              <a:buClr>
                <a:srgbClr val="262626"/>
              </a:buClr>
              <a:buSzPts val="2400"/>
              <a:buFont typeface="Arial"/>
              <a:buChar char=" "/>
            </a:pPr>
            <a:r>
              <a:rPr lang="es-AR" sz="2800" b="0" i="0" u="none" strike="noStrike" cap="none">
                <a:solidFill>
                  <a:schemeClr val="dk1"/>
                </a:solidFill>
                <a:latin typeface="Calibri"/>
                <a:ea typeface="Calibri"/>
                <a:cs typeface="Calibri"/>
                <a:sym typeface="Calibri"/>
              </a:rPr>
              <a:t>Usuarios finales</a:t>
            </a:r>
            <a:endParaRPr sz="2800" b="0" i="0" u="none" strike="noStrike" cap="none">
              <a:solidFill>
                <a:schemeClr val="dk1"/>
              </a:solidFill>
              <a:latin typeface="Calibri"/>
              <a:ea typeface="Calibri"/>
              <a:cs typeface="Calibri"/>
              <a:sym typeface="Calibri"/>
            </a:endParaRPr>
          </a:p>
          <a:p>
            <a:pPr marL="1004040" marR="0" lvl="3" indent="-546479" algn="l" rtl="0">
              <a:lnSpc>
                <a:spcPct val="85000"/>
              </a:lnSpc>
              <a:spcBef>
                <a:spcPts val="601"/>
              </a:spcBef>
              <a:spcAft>
                <a:spcPts val="0"/>
              </a:spcAft>
              <a:buClr>
                <a:srgbClr val="262626"/>
              </a:buClr>
              <a:buSzPts val="2000"/>
              <a:buFont typeface="Arial"/>
              <a:buChar char=" "/>
            </a:pPr>
            <a:r>
              <a:rPr lang="es-AR" sz="2400" b="0" i="1" u="none" strike="noStrike" cap="none">
                <a:solidFill>
                  <a:schemeClr val="dk1"/>
                </a:solidFill>
                <a:latin typeface="Calibri"/>
                <a:ea typeface="Calibri"/>
                <a:cs typeface="Calibri"/>
                <a:sym typeface="Calibri"/>
              </a:rPr>
              <a:t>Interactúan con el software</a:t>
            </a:r>
            <a:endParaRPr sz="3600" b="0" i="0" u="none" strike="noStrike" cap="none">
              <a:solidFill>
                <a:schemeClr val="dk1"/>
              </a:solidFill>
              <a:latin typeface="Calibri"/>
              <a:ea typeface="Calibri"/>
              <a:cs typeface="Calibri"/>
              <a:sym typeface="Calibri"/>
            </a:endParaRPr>
          </a:p>
          <a:p>
            <a:pPr marL="342900" marR="0" lvl="0" indent="-190500" algn="l" rtl="0">
              <a:lnSpc>
                <a:spcPct val="85000"/>
              </a:lnSpc>
              <a:spcBef>
                <a:spcPts val="1301"/>
              </a:spcBef>
              <a:spcAft>
                <a:spcPts val="0"/>
              </a:spcAft>
              <a:buClr>
                <a:srgbClr val="000000"/>
              </a:buClr>
              <a:buSzPts val="2400"/>
              <a:buFont typeface="Noto Sans Symbols"/>
              <a:buNone/>
            </a:pPr>
            <a:endParaRPr sz="3200" b="0" i="0" u="none" strike="noStrike" cap="none">
              <a:solidFill>
                <a:schemeClr val="dk1"/>
              </a:solidFill>
              <a:latin typeface="Arial"/>
              <a:ea typeface="Arial"/>
              <a:cs typeface="Arial"/>
              <a:sym typeface="Arial"/>
            </a:endParaRPr>
          </a:p>
        </p:txBody>
      </p:sp>
      <p:sp>
        <p:nvSpPr>
          <p:cNvPr id="558" name="Google Shape;558;p139"/>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Planificación organizativa</a:t>
            </a:r>
            <a:endParaRPr/>
          </a:p>
        </p:txBody>
      </p:sp>
      <p:sp>
        <p:nvSpPr>
          <p:cNvPr id="559" name="Google Shape;559;p139"/>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60" name="Google Shape;560;p139"/>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61" name="Google Shape;561;p139"/>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37</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5"/>
        <p:cNvGrpSpPr/>
        <p:nvPr/>
      </p:nvGrpSpPr>
      <p:grpSpPr>
        <a:xfrm>
          <a:off x="0" y="0"/>
          <a:ext cx="0" cy="0"/>
          <a:chOff x="0" y="0"/>
          <a:chExt cx="0" cy="0"/>
        </a:xfrm>
      </p:grpSpPr>
      <p:sp>
        <p:nvSpPr>
          <p:cNvPr id="566" name="Google Shape;566;p140"/>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7" name="Google Shape;567;p140"/>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8" name="Google Shape;568;p140"/>
          <p:cNvSpPr/>
          <p:nvPr/>
        </p:nvSpPr>
        <p:spPr>
          <a:xfrm>
            <a:off x="920147" y="1856160"/>
            <a:ext cx="10428210" cy="44694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a:solidFill>
                  <a:schemeClr val="dk1"/>
                </a:solidFill>
                <a:latin typeface="Calibri"/>
                <a:ea typeface="Calibri"/>
                <a:cs typeface="Calibri"/>
                <a:sym typeface="Calibri"/>
              </a:rPr>
              <a:t>El Equipo de software debe organizarse de manera que maximice las habilidades y capacidades de cada persona. </a:t>
            </a:r>
            <a:endParaRPr/>
          </a:p>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a:solidFill>
                  <a:schemeClr val="dk1"/>
                </a:solidFill>
                <a:latin typeface="Calibri"/>
                <a:ea typeface="Calibri"/>
                <a:cs typeface="Calibri"/>
                <a:sym typeface="Calibri"/>
              </a:rPr>
              <a:t>Las prácticas que realizan líderes ejemplares son: </a:t>
            </a:r>
            <a:endParaRPr/>
          </a:p>
          <a:p>
            <a:pPr marL="538163" marR="0" lvl="1" indent="-342900" algn="just" rtl="0">
              <a:lnSpc>
                <a:spcPct val="75000"/>
              </a:lnSpc>
              <a:spcBef>
                <a:spcPts val="1301"/>
              </a:spcBef>
              <a:spcAft>
                <a:spcPts val="0"/>
              </a:spcAft>
              <a:buClr>
                <a:srgbClr val="000000"/>
              </a:buClr>
              <a:buSzPts val="2000"/>
              <a:buFont typeface="Arial"/>
              <a:buChar char="•"/>
            </a:pPr>
            <a:r>
              <a:rPr lang="es-AR" sz="2400" b="0" i="0" u="none" strike="noStrike" cap="none">
                <a:solidFill>
                  <a:schemeClr val="dk1"/>
                </a:solidFill>
                <a:latin typeface="Calibri"/>
                <a:ea typeface="Calibri"/>
                <a:cs typeface="Calibri"/>
                <a:sym typeface="Calibri"/>
              </a:rPr>
              <a:t>Modelar el camino: Practicar lo que predican. Demostrar compromiso con el equipo y el proyecto.</a:t>
            </a:r>
            <a:endParaRPr sz="2400" b="0" i="0" u="none" strike="noStrike" cap="none">
              <a:solidFill>
                <a:schemeClr val="dk1"/>
              </a:solidFill>
              <a:latin typeface="Arial"/>
              <a:ea typeface="Arial"/>
              <a:cs typeface="Arial"/>
              <a:sym typeface="Arial"/>
            </a:endParaRPr>
          </a:p>
          <a:p>
            <a:pPr marL="538163" marR="0" lvl="1" indent="-342900" algn="just" rtl="0">
              <a:lnSpc>
                <a:spcPct val="75000"/>
              </a:lnSpc>
              <a:spcBef>
                <a:spcPts val="1301"/>
              </a:spcBef>
              <a:spcAft>
                <a:spcPts val="0"/>
              </a:spcAft>
              <a:buClr>
                <a:srgbClr val="000000"/>
              </a:buClr>
              <a:buSzPts val="2000"/>
              <a:buFont typeface="Arial"/>
              <a:buChar char="•"/>
            </a:pPr>
            <a:r>
              <a:rPr lang="es-AR" sz="2400" b="0" i="0" u="none" strike="noStrike" cap="none">
                <a:solidFill>
                  <a:schemeClr val="dk1"/>
                </a:solidFill>
                <a:latin typeface="Calibri"/>
                <a:ea typeface="Calibri"/>
                <a:cs typeface="Calibri"/>
                <a:sym typeface="Calibri"/>
              </a:rPr>
              <a:t>Inspirar y visión compartida: Motivar a los miembros del equipo, esto implica involucrar a las partes al principio del proceso de establecimiento de metas.</a:t>
            </a:r>
            <a:endParaRPr sz="2400" b="0" i="0" u="none" strike="noStrike" cap="none">
              <a:solidFill>
                <a:schemeClr val="dk1"/>
              </a:solidFill>
              <a:latin typeface="Arial"/>
              <a:ea typeface="Arial"/>
              <a:cs typeface="Arial"/>
              <a:sym typeface="Arial"/>
            </a:endParaRPr>
          </a:p>
          <a:p>
            <a:pPr marL="538163" marR="0" lvl="1" indent="-342900" algn="just" rtl="0">
              <a:lnSpc>
                <a:spcPct val="75000"/>
              </a:lnSpc>
              <a:spcBef>
                <a:spcPts val="1301"/>
              </a:spcBef>
              <a:spcAft>
                <a:spcPts val="0"/>
              </a:spcAft>
              <a:buClr>
                <a:srgbClr val="000000"/>
              </a:buClr>
              <a:buSzPts val="2000"/>
              <a:buFont typeface="Arial"/>
              <a:buChar char="•"/>
            </a:pPr>
            <a:r>
              <a:rPr lang="es-AR" sz="2400" b="0" i="0" u="none" strike="noStrike" cap="none">
                <a:solidFill>
                  <a:schemeClr val="dk1"/>
                </a:solidFill>
                <a:latin typeface="Calibri"/>
                <a:ea typeface="Calibri"/>
                <a:cs typeface="Calibri"/>
                <a:sym typeface="Calibri"/>
              </a:rPr>
              <a:t>Desafiar el proceso: Tomar la iniciativa de buscar formas innovadoras para mejorar el trabajo. Animar a los miembros a experimentar y asumir riesgos.</a:t>
            </a:r>
            <a:endParaRPr sz="2400" b="0" i="0" u="none" strike="noStrike" cap="none">
              <a:solidFill>
                <a:schemeClr val="dk1"/>
              </a:solidFill>
              <a:latin typeface="Arial"/>
              <a:ea typeface="Arial"/>
              <a:cs typeface="Arial"/>
              <a:sym typeface="Arial"/>
            </a:endParaRPr>
          </a:p>
          <a:p>
            <a:pPr marL="538163" marR="0" lvl="1" indent="-342900" algn="just" rtl="0">
              <a:lnSpc>
                <a:spcPct val="75000"/>
              </a:lnSpc>
              <a:spcBef>
                <a:spcPts val="1301"/>
              </a:spcBef>
              <a:spcAft>
                <a:spcPts val="0"/>
              </a:spcAft>
              <a:buClr>
                <a:srgbClr val="000000"/>
              </a:buClr>
              <a:buSzPts val="2000"/>
              <a:buFont typeface="Arial"/>
              <a:buChar char="•"/>
            </a:pPr>
            <a:r>
              <a:rPr lang="es-AR" sz="2400" b="0" i="0" u="none" strike="noStrike" cap="none">
                <a:solidFill>
                  <a:schemeClr val="dk1"/>
                </a:solidFill>
                <a:latin typeface="Calibri"/>
                <a:ea typeface="Calibri"/>
                <a:cs typeface="Calibri"/>
                <a:sym typeface="Calibri"/>
              </a:rPr>
              <a:t>Permitir que otros actúen: Fomentar habilidades colaborativas del equipo, generando confianza y facilitando relaciones.</a:t>
            </a:r>
            <a:endParaRPr sz="2400" b="0" i="0" u="none" strike="noStrike" cap="none">
              <a:solidFill>
                <a:schemeClr val="dk1"/>
              </a:solidFill>
              <a:latin typeface="Arial"/>
              <a:ea typeface="Arial"/>
              <a:cs typeface="Arial"/>
              <a:sym typeface="Arial"/>
            </a:endParaRPr>
          </a:p>
          <a:p>
            <a:pPr marL="538163" marR="0" lvl="1" indent="-342900" algn="just" rtl="0">
              <a:lnSpc>
                <a:spcPct val="75000"/>
              </a:lnSpc>
              <a:spcBef>
                <a:spcPts val="1301"/>
              </a:spcBef>
              <a:spcAft>
                <a:spcPts val="0"/>
              </a:spcAft>
              <a:buClr>
                <a:srgbClr val="000000"/>
              </a:buClr>
              <a:buSzPts val="2000"/>
              <a:buFont typeface="Arial"/>
              <a:buChar char="•"/>
            </a:pPr>
            <a:r>
              <a:rPr lang="es-AR" sz="2400" b="0" i="0" u="none" strike="noStrike" cap="none">
                <a:solidFill>
                  <a:schemeClr val="dk1"/>
                </a:solidFill>
                <a:latin typeface="Calibri"/>
                <a:ea typeface="Calibri"/>
                <a:cs typeface="Calibri"/>
                <a:sym typeface="Calibri"/>
              </a:rPr>
              <a:t>Alentar: Celebrar los logros individuales. Generar espíritu comunitario. </a:t>
            </a:r>
            <a:endParaRPr sz="2400" b="0" i="0" u="none" strike="noStrike" cap="none">
              <a:solidFill>
                <a:schemeClr val="dk1"/>
              </a:solidFill>
              <a:latin typeface="Arial"/>
              <a:ea typeface="Arial"/>
              <a:cs typeface="Arial"/>
              <a:sym typeface="Arial"/>
            </a:endParaRPr>
          </a:p>
          <a:p>
            <a:pPr marL="538163" marR="0" lvl="0" indent="-334963" algn="just" rtl="0">
              <a:lnSpc>
                <a:spcPct val="85000"/>
              </a:lnSpc>
              <a:spcBef>
                <a:spcPts val="0"/>
              </a:spcBef>
              <a:spcAft>
                <a:spcPts val="0"/>
              </a:spcAft>
              <a:buClr>
                <a:srgbClr val="C00000"/>
              </a:buClr>
              <a:buSzPts val="3200"/>
              <a:buFont typeface="Noto Sans Symbols"/>
              <a:buNone/>
            </a:pPr>
            <a:endParaRPr sz="3200" b="0" i="0" u="none" strike="noStrike" cap="none">
              <a:solidFill>
                <a:schemeClr val="dk1"/>
              </a:solidFill>
              <a:latin typeface="Calibri"/>
              <a:ea typeface="Calibri"/>
              <a:cs typeface="Calibri"/>
              <a:sym typeface="Calibri"/>
            </a:endParaRPr>
          </a:p>
        </p:txBody>
      </p:sp>
      <p:sp>
        <p:nvSpPr>
          <p:cNvPr id="569" name="Google Shape;569;p140"/>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Líderes de equipo</a:t>
            </a:r>
            <a:endParaRPr/>
          </a:p>
        </p:txBody>
      </p:sp>
      <p:sp>
        <p:nvSpPr>
          <p:cNvPr id="570" name="Google Shape;570;p140"/>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71" name="Google Shape;571;p140"/>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72" name="Google Shape;572;p140"/>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38</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6"/>
        <p:cNvGrpSpPr/>
        <p:nvPr/>
      </p:nvGrpSpPr>
      <p:grpSpPr>
        <a:xfrm>
          <a:off x="0" y="0"/>
          <a:ext cx="0" cy="0"/>
          <a:chOff x="0" y="0"/>
          <a:chExt cx="0" cy="0"/>
        </a:xfrm>
      </p:grpSpPr>
      <p:sp>
        <p:nvSpPr>
          <p:cNvPr id="577" name="Google Shape;577;p141"/>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8" name="Google Shape;578;p141"/>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141"/>
          <p:cNvSpPr/>
          <p:nvPr/>
        </p:nvSpPr>
        <p:spPr>
          <a:xfrm>
            <a:off x="920147" y="1856160"/>
            <a:ext cx="10428210" cy="44694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a:solidFill>
                  <a:schemeClr val="dk1"/>
                </a:solidFill>
                <a:latin typeface="Calibri"/>
                <a:ea typeface="Calibri"/>
                <a:cs typeface="Calibri"/>
                <a:sym typeface="Calibri"/>
              </a:rPr>
              <a:t>La mejor estructura de equipo depende del estilo gerencial de la organización, el número de personas que conformarán el equipo y sus niveles de habilidad, y la dificultad del problema en general. </a:t>
            </a:r>
            <a:endParaRPr/>
          </a:p>
          <a:p>
            <a:pPr marL="538163" marR="0" lvl="0" indent="-442913" algn="just" rtl="0">
              <a:lnSpc>
                <a:spcPct val="100000"/>
              </a:lnSpc>
              <a:spcBef>
                <a:spcPts val="0"/>
              </a:spcBef>
              <a:spcAft>
                <a:spcPts val="0"/>
              </a:spcAft>
              <a:buClr>
                <a:srgbClr val="C00000"/>
              </a:buClr>
              <a:buSzPts val="1500"/>
              <a:buFont typeface="Noto Sans Symbols"/>
              <a:buNone/>
            </a:pPr>
            <a:endParaRPr sz="1500" b="0" i="0" u="none" strike="noStrike" cap="none">
              <a:solidFill>
                <a:schemeClr val="dk1"/>
              </a:solidFill>
              <a:latin typeface="Calibri"/>
              <a:ea typeface="Calibri"/>
              <a:cs typeface="Calibri"/>
              <a:sym typeface="Calibri"/>
            </a:endParaRPr>
          </a:p>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a:solidFill>
                  <a:schemeClr val="dk1"/>
                </a:solidFill>
                <a:latin typeface="Calibri"/>
                <a:ea typeface="Calibri"/>
                <a:cs typeface="Calibri"/>
                <a:sym typeface="Calibri"/>
              </a:rPr>
              <a:t>Como regla general, el equipo no debe tener más de 10 miembros. De todos modos, eso depende del tamaño del proyecto.</a:t>
            </a:r>
            <a:endParaRPr/>
          </a:p>
        </p:txBody>
      </p:sp>
      <p:sp>
        <p:nvSpPr>
          <p:cNvPr id="580" name="Google Shape;580;p141"/>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 equipo de software</a:t>
            </a:r>
            <a:endParaRPr/>
          </a:p>
        </p:txBody>
      </p:sp>
      <p:sp>
        <p:nvSpPr>
          <p:cNvPr id="581" name="Google Shape;581;p141"/>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82" name="Google Shape;582;p141"/>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83" name="Google Shape;583;p141"/>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39</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87"/>
        <p:cNvGrpSpPr/>
        <p:nvPr/>
      </p:nvGrpSpPr>
      <p:grpSpPr>
        <a:xfrm>
          <a:off x="0" y="0"/>
          <a:ext cx="0" cy="0"/>
          <a:chOff x="0" y="0"/>
          <a:chExt cx="0" cy="0"/>
        </a:xfrm>
      </p:grpSpPr>
      <p:sp>
        <p:nvSpPr>
          <p:cNvPr id="588" name="Google Shape;588;p142"/>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142"/>
          <p:cNvSpPr/>
          <p:nvPr/>
        </p:nvSpPr>
        <p:spPr>
          <a:xfrm>
            <a:off x="920147" y="1856160"/>
            <a:ext cx="10428210" cy="44694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dirty="0">
                <a:solidFill>
                  <a:schemeClr val="dk1"/>
                </a:solidFill>
                <a:latin typeface="Calibri"/>
                <a:ea typeface="Calibri"/>
                <a:cs typeface="Calibri"/>
                <a:sym typeface="Calibri"/>
              </a:rPr>
              <a:t>Factores a considerar cuando se planea una estructura de equipo:</a:t>
            </a:r>
            <a:endParaRPr dirty="0"/>
          </a:p>
          <a:p>
            <a:pPr marL="935038" marR="0" lvl="3" indent="-314325" algn="l" rtl="0">
              <a:lnSpc>
                <a:spcPct val="100000"/>
              </a:lnSpc>
              <a:spcBef>
                <a:spcPts val="601"/>
              </a:spcBef>
              <a:spcAft>
                <a:spcPts val="0"/>
              </a:spcAft>
              <a:buClr>
                <a:srgbClr val="262626"/>
              </a:buClr>
              <a:buSzPts val="2400"/>
              <a:buFont typeface="Noto Sans Symbols"/>
              <a:buAutoNum type="arabicPeriod"/>
            </a:pPr>
            <a:r>
              <a:rPr lang="es-AR" sz="2400" b="0" i="0" u="none" strike="noStrike" cap="none" dirty="0">
                <a:solidFill>
                  <a:schemeClr val="dk1"/>
                </a:solidFill>
                <a:latin typeface="Calibri"/>
                <a:ea typeface="Calibri"/>
                <a:cs typeface="Calibri"/>
                <a:sym typeface="Calibri"/>
              </a:rPr>
              <a:t>Dificultad del problema a resolver</a:t>
            </a:r>
            <a:endParaRPr sz="2400" b="0" i="0" u="none" strike="noStrike" cap="none" dirty="0">
              <a:solidFill>
                <a:schemeClr val="dk1"/>
              </a:solidFill>
              <a:latin typeface="Arial"/>
              <a:ea typeface="Arial"/>
              <a:cs typeface="Arial"/>
              <a:sym typeface="Arial"/>
            </a:endParaRPr>
          </a:p>
          <a:p>
            <a:pPr marL="935038" marR="0" lvl="3" indent="-314325" algn="l" rtl="0">
              <a:lnSpc>
                <a:spcPct val="100000"/>
              </a:lnSpc>
              <a:spcBef>
                <a:spcPts val="601"/>
              </a:spcBef>
              <a:spcAft>
                <a:spcPts val="0"/>
              </a:spcAft>
              <a:buClr>
                <a:srgbClr val="262626"/>
              </a:buClr>
              <a:buSzPts val="2400"/>
              <a:buFont typeface="Noto Sans Symbols"/>
              <a:buAutoNum type="arabicPeriod"/>
            </a:pPr>
            <a:r>
              <a:rPr lang="es-AR" sz="2400" b="0" i="0" u="none" strike="noStrike" cap="none" dirty="0">
                <a:solidFill>
                  <a:schemeClr val="dk1"/>
                </a:solidFill>
                <a:latin typeface="Calibri"/>
                <a:ea typeface="Calibri"/>
                <a:cs typeface="Calibri"/>
                <a:sym typeface="Calibri"/>
              </a:rPr>
              <a:t>Tamaño del programa resultante </a:t>
            </a:r>
            <a:endParaRPr sz="2400" b="0" i="0" u="none" strike="noStrike" cap="none" dirty="0">
              <a:solidFill>
                <a:schemeClr val="dk1"/>
              </a:solidFill>
              <a:latin typeface="Arial"/>
              <a:ea typeface="Arial"/>
              <a:cs typeface="Arial"/>
              <a:sym typeface="Arial"/>
            </a:endParaRPr>
          </a:p>
          <a:p>
            <a:pPr marL="935038" marR="0" lvl="3" indent="-314325" algn="l" rtl="0">
              <a:lnSpc>
                <a:spcPct val="100000"/>
              </a:lnSpc>
              <a:spcBef>
                <a:spcPts val="601"/>
              </a:spcBef>
              <a:spcAft>
                <a:spcPts val="0"/>
              </a:spcAft>
              <a:buClr>
                <a:srgbClr val="262626"/>
              </a:buClr>
              <a:buSzPts val="2400"/>
              <a:buFont typeface="Noto Sans Symbols"/>
              <a:buAutoNum type="arabicPeriod"/>
            </a:pPr>
            <a:r>
              <a:rPr lang="es-AR" sz="2400" b="0" i="0" u="none" strike="noStrike" cap="none" dirty="0">
                <a:solidFill>
                  <a:schemeClr val="dk1"/>
                </a:solidFill>
                <a:latin typeface="Calibri"/>
                <a:ea typeface="Calibri"/>
                <a:cs typeface="Calibri"/>
                <a:sym typeface="Calibri"/>
              </a:rPr>
              <a:t>Tiempo que el equipo permanecerá unido</a:t>
            </a:r>
            <a:endParaRPr sz="2400" b="0" i="0" u="none" strike="noStrike" cap="none" dirty="0">
              <a:solidFill>
                <a:schemeClr val="dk1"/>
              </a:solidFill>
              <a:latin typeface="Arial"/>
              <a:ea typeface="Arial"/>
              <a:cs typeface="Arial"/>
              <a:sym typeface="Arial"/>
            </a:endParaRPr>
          </a:p>
          <a:p>
            <a:pPr marL="935038" marR="0" lvl="3" indent="-314325" algn="l" rtl="0">
              <a:lnSpc>
                <a:spcPct val="100000"/>
              </a:lnSpc>
              <a:spcBef>
                <a:spcPts val="601"/>
              </a:spcBef>
              <a:spcAft>
                <a:spcPts val="0"/>
              </a:spcAft>
              <a:buClr>
                <a:srgbClr val="262626"/>
              </a:buClr>
              <a:buSzPts val="2400"/>
              <a:buFont typeface="Noto Sans Symbols"/>
              <a:buAutoNum type="arabicPeriod"/>
            </a:pPr>
            <a:r>
              <a:rPr lang="es-AR" sz="2400" b="0" i="0" u="none" strike="noStrike" cap="none" dirty="0">
                <a:solidFill>
                  <a:schemeClr val="dk1"/>
                </a:solidFill>
                <a:latin typeface="Calibri"/>
                <a:ea typeface="Calibri"/>
                <a:cs typeface="Calibri"/>
                <a:sym typeface="Calibri"/>
              </a:rPr>
              <a:t>Grado en que puede dividirse en módulos el problema a resolver</a:t>
            </a:r>
            <a:endParaRPr sz="2400" b="0" i="0" u="none" strike="noStrike" cap="none" dirty="0">
              <a:solidFill>
                <a:schemeClr val="dk1"/>
              </a:solidFill>
              <a:latin typeface="Arial"/>
              <a:ea typeface="Arial"/>
              <a:cs typeface="Arial"/>
              <a:sym typeface="Arial"/>
            </a:endParaRPr>
          </a:p>
          <a:p>
            <a:pPr marL="935038" marR="0" lvl="3" indent="-314325" algn="l" rtl="0">
              <a:lnSpc>
                <a:spcPct val="100000"/>
              </a:lnSpc>
              <a:spcBef>
                <a:spcPts val="601"/>
              </a:spcBef>
              <a:spcAft>
                <a:spcPts val="0"/>
              </a:spcAft>
              <a:buClr>
                <a:srgbClr val="262626"/>
              </a:buClr>
              <a:buSzPts val="2400"/>
              <a:buFont typeface="Noto Sans Symbols"/>
              <a:buAutoNum type="arabicPeriod"/>
            </a:pPr>
            <a:r>
              <a:rPr lang="es-AR" sz="2400" b="0" i="0" u="none" strike="noStrike" cap="none" dirty="0">
                <a:solidFill>
                  <a:schemeClr val="dk1"/>
                </a:solidFill>
                <a:latin typeface="Calibri"/>
                <a:ea typeface="Calibri"/>
                <a:cs typeface="Calibri"/>
                <a:sym typeface="Calibri"/>
              </a:rPr>
              <a:t>Calidad y confiabilidad requerida por el sistema a construir</a:t>
            </a:r>
            <a:endParaRPr sz="2400" b="0" i="0" u="none" strike="noStrike" cap="none" dirty="0">
              <a:solidFill>
                <a:schemeClr val="dk1"/>
              </a:solidFill>
              <a:latin typeface="Arial"/>
              <a:ea typeface="Arial"/>
              <a:cs typeface="Arial"/>
              <a:sym typeface="Arial"/>
            </a:endParaRPr>
          </a:p>
          <a:p>
            <a:pPr marL="935038" marR="0" lvl="3" indent="-314325" algn="l" rtl="0">
              <a:lnSpc>
                <a:spcPct val="100000"/>
              </a:lnSpc>
              <a:spcBef>
                <a:spcPts val="601"/>
              </a:spcBef>
              <a:spcAft>
                <a:spcPts val="0"/>
              </a:spcAft>
              <a:buClr>
                <a:srgbClr val="262626"/>
              </a:buClr>
              <a:buSzPts val="2400"/>
              <a:buFont typeface="Noto Sans Symbols"/>
              <a:buAutoNum type="arabicPeriod"/>
            </a:pPr>
            <a:r>
              <a:rPr lang="es-AR" sz="2400" b="0" i="0" u="none" strike="noStrike" cap="none" dirty="0">
                <a:solidFill>
                  <a:schemeClr val="dk1"/>
                </a:solidFill>
                <a:latin typeface="Calibri"/>
                <a:ea typeface="Calibri"/>
                <a:cs typeface="Calibri"/>
                <a:sym typeface="Calibri"/>
              </a:rPr>
              <a:t>Rigidez de la fecha de entrega</a:t>
            </a:r>
            <a:endParaRPr sz="2400" b="0" i="0" u="none" strike="noStrike" cap="none" dirty="0">
              <a:solidFill>
                <a:schemeClr val="dk1"/>
              </a:solidFill>
              <a:latin typeface="Arial"/>
              <a:ea typeface="Arial"/>
              <a:cs typeface="Arial"/>
              <a:sym typeface="Arial"/>
            </a:endParaRPr>
          </a:p>
          <a:p>
            <a:pPr marL="935038" marR="0" lvl="3" indent="-314325" algn="l" rtl="0">
              <a:lnSpc>
                <a:spcPct val="100000"/>
              </a:lnSpc>
              <a:spcBef>
                <a:spcPts val="601"/>
              </a:spcBef>
              <a:spcAft>
                <a:spcPts val="0"/>
              </a:spcAft>
              <a:buClr>
                <a:srgbClr val="262626"/>
              </a:buClr>
              <a:buSzPts val="2400"/>
              <a:buFont typeface="Noto Sans Symbols"/>
              <a:buAutoNum type="arabicPeriod"/>
            </a:pPr>
            <a:r>
              <a:rPr lang="es-AR" sz="2400" b="0" i="0" u="none" strike="noStrike" cap="none" dirty="0">
                <a:solidFill>
                  <a:schemeClr val="dk1"/>
                </a:solidFill>
                <a:latin typeface="Calibri"/>
                <a:ea typeface="Calibri"/>
                <a:cs typeface="Calibri"/>
                <a:sym typeface="Calibri"/>
              </a:rPr>
              <a:t>Grado de sociabilidad requerido para el proyecto </a:t>
            </a:r>
            <a:endParaRPr sz="2400" b="0" i="0" u="none" strike="noStrike" cap="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None/>
            </a:pPr>
            <a:endParaRPr sz="2800" b="0" i="0" u="none" strike="noStrike" cap="none" dirty="0">
              <a:solidFill>
                <a:schemeClr val="dk1"/>
              </a:solidFill>
              <a:latin typeface="Calibri"/>
              <a:ea typeface="Calibri"/>
              <a:cs typeface="Calibri"/>
              <a:sym typeface="Calibri"/>
            </a:endParaRPr>
          </a:p>
        </p:txBody>
      </p:sp>
      <p:sp>
        <p:nvSpPr>
          <p:cNvPr id="590" name="Google Shape;590;p142"/>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 equipo de software</a:t>
            </a:r>
            <a:endParaRPr/>
          </a:p>
        </p:txBody>
      </p:sp>
      <p:sp>
        <p:nvSpPr>
          <p:cNvPr id="591" name="Google Shape;591;p142"/>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592" name="Google Shape;592;p142"/>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593" name="Google Shape;593;p142"/>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40</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7"/>
        <p:cNvGrpSpPr/>
        <p:nvPr/>
      </p:nvGrpSpPr>
      <p:grpSpPr>
        <a:xfrm>
          <a:off x="0" y="0"/>
          <a:ext cx="0" cy="0"/>
          <a:chOff x="0" y="0"/>
          <a:chExt cx="0" cy="0"/>
        </a:xfrm>
      </p:grpSpPr>
      <p:sp>
        <p:nvSpPr>
          <p:cNvPr id="598" name="Google Shape;598;p143"/>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9" name="Google Shape;599;p143"/>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0" name="Google Shape;600;p143"/>
          <p:cNvSpPr/>
          <p:nvPr/>
        </p:nvSpPr>
        <p:spPr>
          <a:xfrm>
            <a:off x="920147" y="1778134"/>
            <a:ext cx="10271927" cy="4547426"/>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dirty="0">
                <a:solidFill>
                  <a:schemeClr val="dk1"/>
                </a:solidFill>
                <a:latin typeface="Calibri"/>
                <a:ea typeface="Calibri"/>
                <a:cs typeface="Calibri"/>
                <a:sym typeface="Calibri"/>
              </a:rPr>
              <a:t>Para evitar:</a:t>
            </a:r>
            <a:endParaRPr dirty="0"/>
          </a:p>
          <a:p>
            <a:pPr marL="979488" marR="0" lvl="2" indent="-358775" algn="just" rtl="0">
              <a:lnSpc>
                <a:spcPct val="100000"/>
              </a:lnSpc>
              <a:spcBef>
                <a:spcPts val="0"/>
              </a:spcBef>
              <a:spcAft>
                <a:spcPts val="0"/>
              </a:spcAft>
              <a:buClr>
                <a:srgbClr val="000000"/>
              </a:buClr>
              <a:buSzPts val="2400"/>
              <a:buFont typeface="Noto Sans Symbols"/>
              <a:buAutoNum type="arabicPeriod"/>
            </a:pPr>
            <a:r>
              <a:rPr lang="es-AR" sz="2400" b="0" i="0" u="none" strike="noStrike" cap="none" dirty="0">
                <a:solidFill>
                  <a:schemeClr val="dk1"/>
                </a:solidFill>
                <a:latin typeface="Calibri"/>
                <a:ea typeface="Calibri"/>
                <a:cs typeface="Calibri"/>
                <a:sym typeface="Calibri"/>
              </a:rPr>
              <a:t>Atmósfera de trabajo frenética</a:t>
            </a:r>
            <a:endParaRPr dirty="0"/>
          </a:p>
          <a:p>
            <a:pPr marL="898525" marR="0" lvl="2" indent="-277813" algn="just" rtl="0">
              <a:lnSpc>
                <a:spcPct val="100000"/>
              </a:lnSpc>
              <a:spcBef>
                <a:spcPts val="0"/>
              </a:spcBef>
              <a:spcAft>
                <a:spcPts val="0"/>
              </a:spcAft>
              <a:buNone/>
            </a:pPr>
            <a:r>
              <a:rPr lang="es-AR" sz="2000" b="0" i="0" u="none" strike="noStrike" cap="none" dirty="0">
                <a:solidFill>
                  <a:schemeClr val="dk1"/>
                </a:solidFill>
                <a:latin typeface="Calibri"/>
                <a:ea typeface="Calibri"/>
                <a:cs typeface="Calibri"/>
                <a:sym typeface="Calibri"/>
              </a:rPr>
              <a:t>	</a:t>
            </a:r>
            <a:r>
              <a:rPr lang="es-AR" sz="2200" b="0" i="1" u="none" strike="noStrike" cap="none" dirty="0">
                <a:solidFill>
                  <a:schemeClr val="dk1"/>
                </a:solidFill>
                <a:latin typeface="Calibri"/>
                <a:ea typeface="Calibri"/>
                <a:cs typeface="Calibri"/>
                <a:sym typeface="Calibri"/>
              </a:rPr>
              <a:t>El equipo tiene acceso a toda la información y las principales metas y objetivos no se modifican a menos que sea absolutamente necesario.</a:t>
            </a:r>
            <a:endParaRPr sz="2200" b="0" i="1" u="none" strike="noStrike" cap="none" dirty="0">
              <a:solidFill>
                <a:schemeClr val="dk1"/>
              </a:solidFill>
              <a:latin typeface="Calibri"/>
              <a:ea typeface="Calibri"/>
              <a:cs typeface="Calibri"/>
              <a:sym typeface="Calibri"/>
            </a:endParaRPr>
          </a:p>
          <a:p>
            <a:pPr marL="979488" marR="0" lvl="2" indent="-358775" algn="just" rtl="0">
              <a:lnSpc>
                <a:spcPct val="100000"/>
              </a:lnSpc>
              <a:spcBef>
                <a:spcPts val="0"/>
              </a:spcBef>
              <a:spcAft>
                <a:spcPts val="0"/>
              </a:spcAft>
              <a:buClr>
                <a:srgbClr val="000000"/>
              </a:buClr>
              <a:buSzPts val="2400"/>
              <a:buFont typeface="Calibri"/>
              <a:buAutoNum type="arabicPeriod" startAt="2"/>
            </a:pPr>
            <a:r>
              <a:rPr lang="es-AR" sz="2400" b="0" i="0" u="none" strike="noStrike" cap="none" dirty="0">
                <a:solidFill>
                  <a:schemeClr val="dk1"/>
                </a:solidFill>
                <a:latin typeface="Calibri"/>
                <a:ea typeface="Calibri"/>
                <a:cs typeface="Calibri"/>
                <a:sym typeface="Calibri"/>
              </a:rPr>
              <a:t>Fricción entre los miembros del equipo</a:t>
            </a:r>
            <a:endParaRPr dirty="0"/>
          </a:p>
          <a:p>
            <a:pPr marL="620713" marR="0" lvl="7" indent="0" algn="just" rtl="0">
              <a:lnSpc>
                <a:spcPct val="100000"/>
              </a:lnSpc>
              <a:spcBef>
                <a:spcPts val="0"/>
              </a:spcBef>
              <a:spcAft>
                <a:spcPts val="0"/>
              </a:spcAft>
              <a:buNone/>
            </a:pPr>
            <a:r>
              <a:rPr lang="es-AR" sz="2000" b="0" i="0" u="none" strike="noStrike" cap="none" dirty="0">
                <a:solidFill>
                  <a:schemeClr val="dk1"/>
                </a:solidFill>
                <a:latin typeface="Calibri"/>
                <a:ea typeface="Calibri"/>
                <a:cs typeface="Calibri"/>
                <a:sym typeface="Calibri"/>
              </a:rPr>
              <a:t>	</a:t>
            </a:r>
            <a:r>
              <a:rPr lang="es-AR" sz="2200" b="0" i="1" u="none" strike="noStrike" cap="none" dirty="0">
                <a:solidFill>
                  <a:schemeClr val="dk1"/>
                </a:solidFill>
                <a:latin typeface="Calibri"/>
                <a:ea typeface="Calibri"/>
                <a:cs typeface="Calibri"/>
                <a:sym typeface="Calibri"/>
              </a:rPr>
              <a:t>Se define responsabilidad de cada uno </a:t>
            </a:r>
            <a:endParaRPr sz="2200" b="0" i="1" u="none" strike="noStrike" cap="none" dirty="0">
              <a:solidFill>
                <a:schemeClr val="dk1"/>
              </a:solidFill>
              <a:latin typeface="Calibri"/>
              <a:ea typeface="Calibri"/>
              <a:cs typeface="Calibri"/>
              <a:sym typeface="Calibri"/>
            </a:endParaRPr>
          </a:p>
          <a:p>
            <a:pPr marL="979488" marR="0" lvl="2" indent="-358775" algn="just" rtl="0">
              <a:lnSpc>
                <a:spcPct val="100000"/>
              </a:lnSpc>
              <a:spcBef>
                <a:spcPts val="0"/>
              </a:spcBef>
              <a:spcAft>
                <a:spcPts val="0"/>
              </a:spcAft>
              <a:buClr>
                <a:srgbClr val="000000"/>
              </a:buClr>
              <a:buSzPts val="2400"/>
              <a:buFont typeface="Noto Sans Symbols"/>
              <a:buAutoNum type="arabicPeriod" startAt="2"/>
            </a:pPr>
            <a:r>
              <a:rPr lang="es-AR" sz="2400" b="0" i="0" u="none" strike="noStrike" cap="none" dirty="0">
                <a:solidFill>
                  <a:schemeClr val="dk1"/>
                </a:solidFill>
                <a:latin typeface="Calibri"/>
                <a:ea typeface="Calibri"/>
                <a:cs typeface="Calibri"/>
                <a:sym typeface="Calibri"/>
              </a:rPr>
              <a:t>Proceso de software fragmentado o mal coordinado</a:t>
            </a:r>
            <a:endParaRPr dirty="0"/>
          </a:p>
          <a:p>
            <a:pPr marL="898525" marR="0" lvl="2" indent="0" algn="just" rtl="0">
              <a:lnSpc>
                <a:spcPct val="100000"/>
              </a:lnSpc>
              <a:spcBef>
                <a:spcPts val="0"/>
              </a:spcBef>
              <a:spcAft>
                <a:spcPts val="0"/>
              </a:spcAft>
              <a:buNone/>
            </a:pPr>
            <a:r>
              <a:rPr lang="es-AR" sz="2400" b="0" i="0" u="none" strike="noStrike" cap="none" dirty="0">
                <a:solidFill>
                  <a:schemeClr val="dk1"/>
                </a:solidFill>
                <a:latin typeface="Calibri"/>
                <a:ea typeface="Calibri"/>
                <a:cs typeface="Calibri"/>
                <a:sym typeface="Calibri"/>
              </a:rPr>
              <a:t>	</a:t>
            </a:r>
            <a:r>
              <a:rPr lang="es-AR" sz="2200" b="0" i="1" u="none" strike="noStrike" cap="none" dirty="0">
                <a:solidFill>
                  <a:schemeClr val="dk1"/>
                </a:solidFill>
                <a:latin typeface="Calibri"/>
                <a:ea typeface="Calibri"/>
                <a:cs typeface="Calibri"/>
                <a:sym typeface="Calibri"/>
              </a:rPr>
              <a:t>Entender lo que se va a crear y permitir que el equipo seleccione el modelo de proceso</a:t>
            </a:r>
            <a:endParaRPr sz="2200" b="0" i="1" u="none" strike="noStrike" cap="none" dirty="0">
              <a:solidFill>
                <a:schemeClr val="dk1"/>
              </a:solidFill>
              <a:latin typeface="Calibri"/>
              <a:ea typeface="Calibri"/>
              <a:cs typeface="Calibri"/>
              <a:sym typeface="Calibri"/>
            </a:endParaRPr>
          </a:p>
          <a:p>
            <a:pPr marL="979488" marR="0" lvl="2" indent="-358775" algn="just" rtl="0">
              <a:lnSpc>
                <a:spcPct val="100000"/>
              </a:lnSpc>
              <a:spcBef>
                <a:spcPts val="0"/>
              </a:spcBef>
              <a:spcAft>
                <a:spcPts val="0"/>
              </a:spcAft>
              <a:buClr>
                <a:srgbClr val="000000"/>
              </a:buClr>
              <a:buSzPts val="2400"/>
              <a:buFont typeface="Calibri"/>
              <a:buAutoNum type="arabicPeriod" startAt="4"/>
            </a:pPr>
            <a:r>
              <a:rPr lang="es-AR" sz="2400" b="0" i="0" u="none" strike="noStrike" cap="none" dirty="0">
                <a:solidFill>
                  <a:schemeClr val="dk1"/>
                </a:solidFill>
                <a:latin typeface="Calibri"/>
                <a:ea typeface="Calibri"/>
                <a:cs typeface="Calibri"/>
                <a:sym typeface="Calibri"/>
              </a:rPr>
              <a:t>Definición imprecisa de roles</a:t>
            </a:r>
            <a:endParaRPr dirty="0"/>
          </a:p>
          <a:p>
            <a:pPr marL="620713" marR="0" lvl="3" indent="0" algn="just" rtl="0">
              <a:lnSpc>
                <a:spcPct val="100000"/>
              </a:lnSpc>
              <a:spcBef>
                <a:spcPts val="0"/>
              </a:spcBef>
              <a:spcAft>
                <a:spcPts val="0"/>
              </a:spcAft>
              <a:buNone/>
            </a:pPr>
            <a:r>
              <a:rPr lang="es-AR" sz="2200" b="0" i="1" u="none" strike="noStrike" cap="none" dirty="0">
                <a:solidFill>
                  <a:schemeClr val="dk1"/>
                </a:solidFill>
                <a:latin typeface="Calibri"/>
                <a:ea typeface="Calibri"/>
                <a:cs typeface="Calibri"/>
                <a:sym typeface="Calibri"/>
              </a:rPr>
              <a:t>	Definir enfoques correctivos ante un miembro que no cumple</a:t>
            </a:r>
            <a:endParaRPr sz="2200" b="0" i="1" u="none" strike="noStrike" cap="none" dirty="0">
              <a:solidFill>
                <a:schemeClr val="dk1"/>
              </a:solidFill>
              <a:latin typeface="Calibri"/>
              <a:ea typeface="Calibri"/>
              <a:cs typeface="Calibri"/>
              <a:sym typeface="Calibri"/>
            </a:endParaRPr>
          </a:p>
          <a:p>
            <a:pPr marL="979488" marR="0" lvl="2" indent="-358775" algn="just" rtl="0">
              <a:lnSpc>
                <a:spcPct val="100000"/>
              </a:lnSpc>
              <a:spcBef>
                <a:spcPts val="0"/>
              </a:spcBef>
              <a:spcAft>
                <a:spcPts val="0"/>
              </a:spcAft>
              <a:buClr>
                <a:srgbClr val="000000"/>
              </a:buClr>
              <a:buSzPts val="2400"/>
              <a:buFont typeface="Noto Sans Symbols"/>
              <a:buAutoNum type="arabicPeriod" startAt="4"/>
            </a:pPr>
            <a:r>
              <a:rPr lang="es-AR" sz="2400" b="0" i="0" u="none" strike="noStrike" cap="none" dirty="0">
                <a:solidFill>
                  <a:schemeClr val="dk1"/>
                </a:solidFill>
                <a:latin typeface="Calibri"/>
                <a:ea typeface="Calibri"/>
                <a:cs typeface="Calibri"/>
                <a:sym typeface="Calibri"/>
              </a:rPr>
              <a:t>Exposición continua y repetida al fracaso</a:t>
            </a:r>
            <a:endParaRPr dirty="0"/>
          </a:p>
          <a:p>
            <a:pPr marL="979488" marR="0" lvl="4" indent="0" algn="just" rtl="0">
              <a:lnSpc>
                <a:spcPct val="100000"/>
              </a:lnSpc>
              <a:spcBef>
                <a:spcPts val="0"/>
              </a:spcBef>
              <a:spcAft>
                <a:spcPts val="0"/>
              </a:spcAft>
              <a:buNone/>
            </a:pPr>
            <a:r>
              <a:rPr lang="es-AR" sz="2200" b="0" i="1" u="none" strike="noStrike" cap="none" dirty="0">
                <a:solidFill>
                  <a:schemeClr val="dk1"/>
                </a:solidFill>
                <a:latin typeface="Calibri"/>
                <a:ea typeface="Calibri"/>
                <a:cs typeface="Calibri"/>
                <a:sym typeface="Calibri"/>
              </a:rPr>
              <a:t>Utilización de técnicas basadas en la retroalimentación y solución de problemas</a:t>
            </a:r>
            <a:endParaRPr sz="2200" b="0" i="1" u="none" strike="noStrike" cap="none"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None/>
            </a:pPr>
            <a:endParaRPr sz="2800" b="0" i="0" u="none" strike="noStrike" cap="none" dirty="0">
              <a:solidFill>
                <a:schemeClr val="dk1"/>
              </a:solidFill>
              <a:latin typeface="Calibri"/>
              <a:ea typeface="Calibri"/>
              <a:cs typeface="Calibri"/>
              <a:sym typeface="Calibri"/>
            </a:endParaRPr>
          </a:p>
        </p:txBody>
      </p:sp>
      <p:sp>
        <p:nvSpPr>
          <p:cNvPr id="601" name="Google Shape;601;p143"/>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 equipo de software</a:t>
            </a:r>
            <a:endParaRPr/>
          </a:p>
        </p:txBody>
      </p:sp>
      <p:sp>
        <p:nvSpPr>
          <p:cNvPr id="602" name="Google Shape;602;p143"/>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03" name="Google Shape;603;p143"/>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04" name="Google Shape;604;p143"/>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41</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8"/>
        <p:cNvGrpSpPr/>
        <p:nvPr/>
      </p:nvGrpSpPr>
      <p:grpSpPr>
        <a:xfrm>
          <a:off x="0" y="0"/>
          <a:ext cx="0" cy="0"/>
          <a:chOff x="0" y="0"/>
          <a:chExt cx="0" cy="0"/>
        </a:xfrm>
      </p:grpSpPr>
      <p:sp>
        <p:nvSpPr>
          <p:cNvPr id="609" name="Google Shape;609;p144"/>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0" name="Google Shape;610;p144"/>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144"/>
          <p:cNvSpPr/>
          <p:nvPr/>
        </p:nvSpPr>
        <p:spPr>
          <a:xfrm>
            <a:off x="1094964" y="1926770"/>
            <a:ext cx="10097110" cy="4398789"/>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0" marR="0" lvl="0" indent="0" algn="just" rtl="0">
              <a:lnSpc>
                <a:spcPct val="85000"/>
              </a:lnSpc>
              <a:spcBef>
                <a:spcPts val="0"/>
              </a:spcBef>
              <a:spcAft>
                <a:spcPts val="0"/>
              </a:spcAft>
              <a:buNone/>
            </a:pPr>
            <a:r>
              <a:rPr lang="es-AR" sz="2800" b="0" i="0" u="none" strike="noStrike" cap="none">
                <a:solidFill>
                  <a:schemeClr val="dk1"/>
                </a:solidFill>
                <a:latin typeface="Calibri"/>
                <a:ea typeface="Calibri"/>
                <a:cs typeface="Calibri"/>
                <a:sym typeface="Calibri"/>
              </a:rPr>
              <a:t>1- </a:t>
            </a:r>
            <a:r>
              <a:rPr lang="es-AR" sz="2800" b="1" i="0" u="none" strike="noStrike" cap="none">
                <a:solidFill>
                  <a:schemeClr val="dk1"/>
                </a:solidFill>
                <a:latin typeface="Calibri"/>
                <a:ea typeface="Calibri"/>
                <a:cs typeface="Calibri"/>
                <a:sym typeface="Calibri"/>
              </a:rPr>
              <a:t>Paradigma cerrado </a:t>
            </a:r>
            <a:r>
              <a:rPr lang="es-AR" sz="2800" b="0" i="0" u="none" strike="noStrike" cap="none">
                <a:solidFill>
                  <a:schemeClr val="dk1"/>
                </a:solidFill>
                <a:latin typeface="Calibri"/>
                <a:ea typeface="Calibri"/>
                <a:cs typeface="Calibri"/>
                <a:sym typeface="Calibri"/>
              </a:rPr>
              <a:t>estructura un equipo conforme a una jerarquía de autoridad tradicional. </a:t>
            </a:r>
            <a:endParaRPr/>
          </a:p>
          <a:p>
            <a:pPr marL="0" marR="0" lvl="0" indent="0" algn="just" rtl="0">
              <a:lnSpc>
                <a:spcPct val="85000"/>
              </a:lnSpc>
              <a:spcBef>
                <a:spcPts val="0"/>
              </a:spcBef>
              <a:spcAft>
                <a:spcPts val="0"/>
              </a:spcAft>
              <a:buNone/>
            </a:pPr>
            <a:r>
              <a:rPr lang="es-AR" sz="2800" b="0" i="0" u="none" strike="noStrike" cap="none">
                <a:solidFill>
                  <a:schemeClr val="dk1"/>
                </a:solidFill>
                <a:latin typeface="Calibri"/>
                <a:ea typeface="Calibri"/>
                <a:cs typeface="Calibri"/>
                <a:sym typeface="Calibri"/>
              </a:rPr>
              <a:t>(Comunicación vertical entre jefe y miembros del equipo)</a:t>
            </a:r>
            <a:endParaRPr sz="2800" b="0" i="0" u="none" strike="noStrike" cap="none">
              <a:solidFill>
                <a:schemeClr val="dk1"/>
              </a:solidFill>
              <a:latin typeface="Arial"/>
              <a:ea typeface="Arial"/>
              <a:cs typeface="Arial"/>
              <a:sym typeface="Arial"/>
            </a:endParaRPr>
          </a:p>
          <a:p>
            <a:pPr marL="0" marR="0" lvl="0" indent="0" algn="just" rtl="0">
              <a:lnSpc>
                <a:spcPct val="85000"/>
              </a:lnSpc>
              <a:spcBef>
                <a:spcPts val="0"/>
              </a:spcBef>
              <a:spcAft>
                <a:spcPts val="0"/>
              </a:spcAft>
              <a:buNone/>
            </a:pPr>
            <a:endParaRPr sz="2800" b="0" i="0" u="none" strike="noStrike" cap="none">
              <a:solidFill>
                <a:schemeClr val="dk1"/>
              </a:solidFill>
              <a:latin typeface="Calibri"/>
              <a:ea typeface="Calibri"/>
              <a:cs typeface="Calibri"/>
              <a:sym typeface="Calibri"/>
            </a:endParaRPr>
          </a:p>
          <a:p>
            <a:pPr marL="0" marR="0" lvl="0" indent="0" algn="just" rtl="0">
              <a:lnSpc>
                <a:spcPct val="85000"/>
              </a:lnSpc>
              <a:spcBef>
                <a:spcPts val="0"/>
              </a:spcBef>
              <a:spcAft>
                <a:spcPts val="0"/>
              </a:spcAft>
              <a:buNone/>
            </a:pPr>
            <a:r>
              <a:rPr lang="es-AR" sz="2800" b="0" i="1" u="none" strike="noStrike" cap="none">
                <a:solidFill>
                  <a:schemeClr val="dk1"/>
                </a:solidFill>
                <a:latin typeface="Calibri"/>
                <a:ea typeface="Calibri"/>
                <a:cs typeface="Calibri"/>
                <a:sym typeface="Calibri"/>
              </a:rPr>
              <a:t>Tales equipos pueden trabajar bien cuando producen software muy </a:t>
            </a:r>
            <a:r>
              <a:rPr lang="es-AR" sz="2800" b="0" i="1" u="sng" strike="noStrike" cap="none">
                <a:solidFill>
                  <a:schemeClr val="dk1"/>
                </a:solidFill>
                <a:latin typeface="Calibri"/>
                <a:ea typeface="Calibri"/>
                <a:cs typeface="Calibri"/>
                <a:sym typeface="Calibri"/>
              </a:rPr>
              <a:t>similar al de esfuerzos anteriores</a:t>
            </a:r>
            <a:r>
              <a:rPr lang="es-AR" sz="2800" b="0" i="1" u="none" strike="noStrike" cap="none">
                <a:solidFill>
                  <a:schemeClr val="dk1"/>
                </a:solidFill>
                <a:latin typeface="Calibri"/>
                <a:ea typeface="Calibri"/>
                <a:cs typeface="Calibri"/>
                <a:sym typeface="Calibri"/>
              </a:rPr>
              <a:t>, pero será menos probable que sean innovadores cuando trabajen dentro de este paradigma.</a:t>
            </a:r>
            <a:endParaRPr sz="2800" b="0" i="1"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None/>
            </a:pPr>
            <a:endParaRPr sz="2800" b="0" i="0" u="none" strike="noStrike" cap="none">
              <a:solidFill>
                <a:schemeClr val="dk1"/>
              </a:solidFill>
              <a:latin typeface="Calibri"/>
              <a:ea typeface="Calibri"/>
              <a:cs typeface="Calibri"/>
              <a:sym typeface="Calibri"/>
            </a:endParaRPr>
          </a:p>
        </p:txBody>
      </p:sp>
      <p:sp>
        <p:nvSpPr>
          <p:cNvPr id="612" name="Google Shape;612;p144"/>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Paradigmas Organizacionales del equipo</a:t>
            </a:r>
            <a:endParaRPr/>
          </a:p>
        </p:txBody>
      </p:sp>
      <p:sp>
        <p:nvSpPr>
          <p:cNvPr id="613" name="Google Shape;613;p144"/>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14" name="Google Shape;614;p144"/>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15" name="Google Shape;615;p144"/>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42</a:t>
            </a:fld>
            <a:endParaRPr>
              <a:solidFill>
                <a:srgbClr val="000000"/>
              </a:solidFill>
              <a:latin typeface="Times New Roman"/>
              <a:ea typeface="Times New Roman"/>
              <a:cs typeface="Times New Roman"/>
              <a:sym typeface="Times New Roman"/>
            </a:endParaRPr>
          </a:p>
        </p:txBody>
      </p:sp>
      <p:pic>
        <p:nvPicPr>
          <p:cNvPr id="616" name="Google Shape;616;p144"/>
          <p:cNvPicPr preferRelativeResize="0"/>
          <p:nvPr/>
        </p:nvPicPr>
        <p:blipFill rotWithShape="1">
          <a:blip r:embed="rId3">
            <a:alphaModFix/>
          </a:blip>
          <a:srcRect/>
          <a:stretch/>
        </p:blipFill>
        <p:spPr>
          <a:xfrm>
            <a:off x="9651420" y="4680719"/>
            <a:ext cx="2081880" cy="164484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0"/>
        <p:cNvGrpSpPr/>
        <p:nvPr/>
      </p:nvGrpSpPr>
      <p:grpSpPr>
        <a:xfrm>
          <a:off x="0" y="0"/>
          <a:ext cx="0" cy="0"/>
          <a:chOff x="0" y="0"/>
          <a:chExt cx="0" cy="0"/>
        </a:xfrm>
      </p:grpSpPr>
      <p:sp>
        <p:nvSpPr>
          <p:cNvPr id="621" name="Google Shape;621;p145"/>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2" name="Google Shape;622;p145"/>
          <p:cNvSpPr/>
          <p:nvPr/>
        </p:nvSpPr>
        <p:spPr>
          <a:xfrm>
            <a:off x="1094964" y="1926770"/>
            <a:ext cx="10220736" cy="4398789"/>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0" marR="0" lvl="0" indent="0" algn="just" rtl="0">
              <a:lnSpc>
                <a:spcPct val="85000"/>
              </a:lnSpc>
              <a:spcBef>
                <a:spcPts val="0"/>
              </a:spcBef>
              <a:spcAft>
                <a:spcPts val="0"/>
              </a:spcAft>
              <a:buNone/>
            </a:pPr>
            <a:r>
              <a:rPr lang="es-AR" sz="2800" b="0" i="0" u="none" strike="noStrike" cap="none">
                <a:solidFill>
                  <a:schemeClr val="dk1"/>
                </a:solidFill>
                <a:latin typeface="Calibri"/>
                <a:ea typeface="Calibri"/>
                <a:cs typeface="Calibri"/>
                <a:sym typeface="Calibri"/>
              </a:rPr>
              <a:t>2- </a:t>
            </a:r>
            <a:r>
              <a:rPr lang="es-AR" sz="2800" b="1" i="0" u="none" strike="noStrike" cap="none">
                <a:solidFill>
                  <a:schemeClr val="dk1"/>
                </a:solidFill>
                <a:latin typeface="Calibri"/>
                <a:ea typeface="Calibri"/>
                <a:cs typeface="Calibri"/>
                <a:sym typeface="Calibri"/>
              </a:rPr>
              <a:t>Paradigma abierto </a:t>
            </a:r>
            <a:r>
              <a:rPr lang="es-AR" sz="2800" b="0" i="0" u="none" strike="noStrike" cap="none">
                <a:solidFill>
                  <a:schemeClr val="dk1"/>
                </a:solidFill>
                <a:latin typeface="Calibri"/>
                <a:ea typeface="Calibri"/>
                <a:cs typeface="Calibri"/>
                <a:sym typeface="Calibri"/>
              </a:rPr>
              <a:t>intenta estructurar un equipo de manera que logre algunos de los controles asociados con el paradigma cerrado, pero también mucha de la innovación que ocurre cuando se usa el paradigma aleatorio. </a:t>
            </a:r>
            <a:endParaRPr/>
          </a:p>
          <a:p>
            <a:pPr marL="0" marR="0" lvl="0" indent="0" algn="just" rtl="0">
              <a:lnSpc>
                <a:spcPct val="85000"/>
              </a:lnSpc>
              <a:spcBef>
                <a:spcPts val="0"/>
              </a:spcBef>
              <a:spcAft>
                <a:spcPts val="0"/>
              </a:spcAft>
              <a:buNone/>
            </a:pPr>
            <a:r>
              <a:rPr lang="es-AR" sz="2800" b="0" i="0" u="none" strike="noStrike" cap="none">
                <a:solidFill>
                  <a:schemeClr val="dk1"/>
                </a:solidFill>
                <a:latin typeface="Calibri"/>
                <a:ea typeface="Calibri"/>
                <a:cs typeface="Calibri"/>
                <a:sym typeface="Calibri"/>
              </a:rPr>
              <a:t>El trabajo se realiza de manera colaborativa; la gran comunicación y la toma de decisiones consensuadas constituyen las características de los equipos de paradigma abierto. Es un equipo democrático y con decisiones consensuadas.</a:t>
            </a:r>
            <a:endParaRPr sz="2800" b="0" i="0" u="none" strike="noStrike" cap="none">
              <a:solidFill>
                <a:schemeClr val="dk1"/>
              </a:solidFill>
              <a:latin typeface="Arial"/>
              <a:ea typeface="Arial"/>
              <a:cs typeface="Arial"/>
              <a:sym typeface="Arial"/>
            </a:endParaRPr>
          </a:p>
          <a:p>
            <a:pPr marL="0" marR="0" lvl="0" indent="0" algn="just" rtl="0">
              <a:lnSpc>
                <a:spcPct val="85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85000"/>
              </a:lnSpc>
              <a:spcBef>
                <a:spcPts val="0"/>
              </a:spcBef>
              <a:spcAft>
                <a:spcPts val="0"/>
              </a:spcAft>
              <a:buNone/>
            </a:pPr>
            <a:r>
              <a:rPr lang="es-AR" sz="2800" b="0" i="1" u="none" strike="noStrike" cap="none">
                <a:solidFill>
                  <a:schemeClr val="dk1"/>
                </a:solidFill>
                <a:latin typeface="Calibri"/>
                <a:ea typeface="Calibri"/>
                <a:cs typeface="Calibri"/>
                <a:sym typeface="Calibri"/>
              </a:rPr>
              <a:t>Las estructuras de equipo de este paradigma son muy </a:t>
            </a:r>
            <a:endParaRPr/>
          </a:p>
          <a:p>
            <a:pPr marL="0" marR="0" lvl="0" indent="0" algn="l" rtl="0">
              <a:lnSpc>
                <a:spcPct val="85000"/>
              </a:lnSpc>
              <a:spcBef>
                <a:spcPts val="0"/>
              </a:spcBef>
              <a:spcAft>
                <a:spcPts val="0"/>
              </a:spcAft>
              <a:buNone/>
            </a:pPr>
            <a:r>
              <a:rPr lang="es-AR" sz="2800" b="0" i="1" u="none" strike="noStrike" cap="none">
                <a:solidFill>
                  <a:schemeClr val="dk1"/>
                </a:solidFill>
                <a:latin typeface="Calibri"/>
                <a:ea typeface="Calibri"/>
                <a:cs typeface="Calibri"/>
                <a:sym typeface="Calibri"/>
              </a:rPr>
              <a:t>adecuadas para la </a:t>
            </a:r>
            <a:r>
              <a:rPr lang="es-AR" sz="2800" b="0" i="1" u="sng" strike="noStrike" cap="none">
                <a:solidFill>
                  <a:schemeClr val="dk1"/>
                </a:solidFill>
                <a:latin typeface="Calibri"/>
                <a:ea typeface="Calibri"/>
                <a:cs typeface="Calibri"/>
                <a:sym typeface="Calibri"/>
              </a:rPr>
              <a:t>solución de problemas complejos</a:t>
            </a:r>
            <a:r>
              <a:rPr lang="es-AR" sz="2800" b="0" i="1" u="none" strike="noStrike" cap="none">
                <a:solidFill>
                  <a:schemeClr val="dk1"/>
                </a:solidFill>
                <a:latin typeface="Calibri"/>
                <a:ea typeface="Calibri"/>
                <a:cs typeface="Calibri"/>
                <a:sym typeface="Calibri"/>
              </a:rPr>
              <a:t>, </a:t>
            </a:r>
            <a:endParaRPr/>
          </a:p>
          <a:p>
            <a:pPr marL="0" marR="0" lvl="0" indent="0" algn="l" rtl="0">
              <a:lnSpc>
                <a:spcPct val="85000"/>
              </a:lnSpc>
              <a:spcBef>
                <a:spcPts val="0"/>
              </a:spcBef>
              <a:spcAft>
                <a:spcPts val="0"/>
              </a:spcAft>
              <a:buNone/>
            </a:pPr>
            <a:r>
              <a:rPr lang="es-AR" sz="2800" b="0" i="1" u="none" strike="noStrike" cap="none">
                <a:solidFill>
                  <a:schemeClr val="dk1"/>
                </a:solidFill>
                <a:latin typeface="Calibri"/>
                <a:ea typeface="Calibri"/>
                <a:cs typeface="Calibri"/>
                <a:sym typeface="Calibri"/>
              </a:rPr>
              <a:t>pero pueden no desempeñarse tan eficazmente como </a:t>
            </a:r>
            <a:endParaRPr/>
          </a:p>
          <a:p>
            <a:pPr marL="0" marR="0" lvl="0" indent="0" algn="l" rtl="0">
              <a:lnSpc>
                <a:spcPct val="85000"/>
              </a:lnSpc>
              <a:spcBef>
                <a:spcPts val="0"/>
              </a:spcBef>
              <a:spcAft>
                <a:spcPts val="0"/>
              </a:spcAft>
              <a:buNone/>
            </a:pPr>
            <a:r>
              <a:rPr lang="es-AR" sz="2800" b="0" i="1" u="none" strike="noStrike" cap="none">
                <a:solidFill>
                  <a:schemeClr val="dk1"/>
                </a:solidFill>
                <a:latin typeface="Calibri"/>
                <a:ea typeface="Calibri"/>
                <a:cs typeface="Calibri"/>
                <a:sym typeface="Calibri"/>
              </a:rPr>
              <a:t>otros equipos.</a:t>
            </a:r>
            <a:endParaRPr sz="2800" b="0" i="1"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None/>
            </a:pPr>
            <a:endParaRPr sz="2800" b="0" i="0" u="none" strike="noStrike" cap="none">
              <a:solidFill>
                <a:schemeClr val="dk1"/>
              </a:solidFill>
              <a:latin typeface="Calibri"/>
              <a:ea typeface="Calibri"/>
              <a:cs typeface="Calibri"/>
              <a:sym typeface="Calibri"/>
            </a:endParaRPr>
          </a:p>
        </p:txBody>
      </p:sp>
      <p:sp>
        <p:nvSpPr>
          <p:cNvPr id="623" name="Google Shape;623;p145"/>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Paradigmas Organizacionales del equipo</a:t>
            </a:r>
            <a:endParaRPr/>
          </a:p>
        </p:txBody>
      </p:sp>
      <p:sp>
        <p:nvSpPr>
          <p:cNvPr id="624" name="Google Shape;624;p145"/>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25" name="Google Shape;625;p145"/>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26" name="Google Shape;626;p145"/>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43</a:t>
            </a:fld>
            <a:endParaRPr>
              <a:solidFill>
                <a:srgbClr val="000000"/>
              </a:solidFill>
              <a:latin typeface="Times New Roman"/>
              <a:ea typeface="Times New Roman"/>
              <a:cs typeface="Times New Roman"/>
              <a:sym typeface="Times New Roman"/>
            </a:endParaRPr>
          </a:p>
        </p:txBody>
      </p:sp>
      <p:pic>
        <p:nvPicPr>
          <p:cNvPr id="627" name="Google Shape;627;p145"/>
          <p:cNvPicPr preferRelativeResize="0"/>
          <p:nvPr/>
        </p:nvPicPr>
        <p:blipFill rotWithShape="1">
          <a:blip r:embed="rId3">
            <a:alphaModFix/>
          </a:blip>
          <a:srcRect/>
          <a:stretch/>
        </p:blipFill>
        <p:spPr>
          <a:xfrm>
            <a:off x="9591184" y="4536317"/>
            <a:ext cx="1724516" cy="193787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1"/>
        <p:cNvGrpSpPr/>
        <p:nvPr/>
      </p:nvGrpSpPr>
      <p:grpSpPr>
        <a:xfrm>
          <a:off x="0" y="0"/>
          <a:ext cx="0" cy="0"/>
          <a:chOff x="0" y="0"/>
          <a:chExt cx="0" cy="0"/>
        </a:xfrm>
      </p:grpSpPr>
      <p:sp>
        <p:nvSpPr>
          <p:cNvPr id="632" name="Google Shape;632;p146"/>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3" name="Google Shape;633;p146"/>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4" name="Google Shape;634;p146"/>
          <p:cNvSpPr/>
          <p:nvPr/>
        </p:nvSpPr>
        <p:spPr>
          <a:xfrm>
            <a:off x="1094964" y="1926770"/>
            <a:ext cx="10220736" cy="4398789"/>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0" marR="0" lvl="0" indent="0" algn="just" rtl="0">
              <a:lnSpc>
                <a:spcPct val="85000"/>
              </a:lnSpc>
              <a:spcBef>
                <a:spcPts val="0"/>
              </a:spcBef>
              <a:spcAft>
                <a:spcPts val="0"/>
              </a:spcAft>
              <a:buNone/>
            </a:pPr>
            <a:r>
              <a:rPr lang="es-AR" sz="2800" b="0" i="0" u="none" strike="noStrike" cap="none">
                <a:solidFill>
                  <a:schemeClr val="dk1"/>
                </a:solidFill>
                <a:latin typeface="Calibri"/>
                <a:ea typeface="Calibri"/>
                <a:cs typeface="Calibri"/>
                <a:sym typeface="Calibri"/>
              </a:rPr>
              <a:t>3- </a:t>
            </a:r>
            <a:r>
              <a:rPr lang="es-AR" sz="2800" b="1" i="0" u="none" strike="noStrike" cap="none">
                <a:solidFill>
                  <a:schemeClr val="dk1"/>
                </a:solidFill>
                <a:latin typeface="Calibri"/>
                <a:ea typeface="Calibri"/>
                <a:cs typeface="Calibri"/>
                <a:sym typeface="Calibri"/>
              </a:rPr>
              <a:t>Paradigma síncrono </a:t>
            </a:r>
            <a:r>
              <a:rPr lang="es-AR" sz="2800" b="0" i="0" u="none" strike="noStrike" cap="none">
                <a:solidFill>
                  <a:schemeClr val="dk1"/>
                </a:solidFill>
                <a:latin typeface="Calibri"/>
                <a:ea typeface="Calibri"/>
                <a:cs typeface="Calibri"/>
                <a:sym typeface="Calibri"/>
              </a:rPr>
              <a:t>se apoya en la compartimentalización natural de un problema y organiza a los miembros del equipo para trabajar en trozos del problema con poca comunicación activa entre ellos. </a:t>
            </a:r>
            <a:endParaRPr/>
          </a:p>
          <a:p>
            <a:pPr marL="0" marR="0" lvl="0" indent="0" algn="just" rtl="0">
              <a:lnSpc>
                <a:spcPct val="85000"/>
              </a:lnSpc>
              <a:spcBef>
                <a:spcPts val="0"/>
              </a:spcBef>
              <a:spcAft>
                <a:spcPts val="0"/>
              </a:spcAft>
              <a:buNone/>
            </a:pPr>
            <a:r>
              <a:rPr lang="es-AR" sz="2800" b="0" i="0" u="none" strike="noStrike" cap="none">
                <a:solidFill>
                  <a:schemeClr val="dk1"/>
                </a:solidFill>
                <a:latin typeface="Calibri"/>
                <a:ea typeface="Calibri"/>
                <a:cs typeface="Calibri"/>
                <a:sym typeface="Calibri"/>
              </a:rPr>
              <a:t>Es un equipo descentralizado y controlado a la vez, utiliza la política de divide y vencerás.</a:t>
            </a:r>
            <a:endParaRPr sz="2800" b="0" i="0" u="none" strike="noStrike" cap="none">
              <a:solidFill>
                <a:schemeClr val="dk1"/>
              </a:solidFill>
              <a:latin typeface="Arial"/>
              <a:ea typeface="Arial"/>
              <a:cs typeface="Arial"/>
              <a:sym typeface="Arial"/>
            </a:endParaRPr>
          </a:p>
          <a:p>
            <a:pPr marL="0" marR="0" lvl="0" indent="0" algn="just" rtl="0">
              <a:lnSpc>
                <a:spcPct val="85000"/>
              </a:lnSpc>
              <a:spcBef>
                <a:spcPts val="0"/>
              </a:spcBef>
              <a:spcAft>
                <a:spcPts val="0"/>
              </a:spcAft>
              <a:buNone/>
            </a:pPr>
            <a:endParaRPr sz="2800" b="0" i="0" u="none" strike="noStrike" cap="none">
              <a:solidFill>
                <a:schemeClr val="dk1"/>
              </a:solidFill>
              <a:latin typeface="Calibri"/>
              <a:ea typeface="Calibri"/>
              <a:cs typeface="Calibri"/>
              <a:sym typeface="Calibri"/>
            </a:endParaRPr>
          </a:p>
          <a:p>
            <a:pPr marL="0" marR="0" lvl="0" indent="0" algn="just" rtl="0">
              <a:lnSpc>
                <a:spcPct val="85000"/>
              </a:lnSpc>
              <a:spcBef>
                <a:spcPts val="0"/>
              </a:spcBef>
              <a:spcAft>
                <a:spcPts val="0"/>
              </a:spcAft>
              <a:buNone/>
            </a:pPr>
            <a:r>
              <a:rPr lang="es-AR" sz="2800" b="0" i="1" u="none" strike="noStrike" cap="none">
                <a:solidFill>
                  <a:schemeClr val="dk1"/>
                </a:solidFill>
                <a:latin typeface="Calibri"/>
                <a:ea typeface="Calibri"/>
                <a:cs typeface="Calibri"/>
                <a:sym typeface="Calibri"/>
              </a:rPr>
              <a:t>Este tipo de organización es buena cuando la </a:t>
            </a:r>
            <a:endParaRPr/>
          </a:p>
          <a:p>
            <a:pPr marL="0" marR="0" lvl="0" indent="0" algn="just" rtl="0">
              <a:lnSpc>
                <a:spcPct val="85000"/>
              </a:lnSpc>
              <a:spcBef>
                <a:spcPts val="0"/>
              </a:spcBef>
              <a:spcAft>
                <a:spcPts val="0"/>
              </a:spcAft>
              <a:buNone/>
            </a:pPr>
            <a:r>
              <a:rPr lang="es-AR" sz="2800" b="0" i="1" u="sng" strike="noStrike" cap="none">
                <a:solidFill>
                  <a:schemeClr val="dk1"/>
                </a:solidFill>
                <a:latin typeface="Calibri"/>
                <a:ea typeface="Calibri"/>
                <a:cs typeface="Calibri"/>
                <a:sym typeface="Calibri"/>
              </a:rPr>
              <a:t>complejidad y tamaño del problema es elevada</a:t>
            </a:r>
            <a:r>
              <a:rPr lang="es-AR" sz="2800" b="0" i="1" u="none" strike="noStrike" cap="none">
                <a:solidFill>
                  <a:schemeClr val="dk1"/>
                </a:solidFill>
                <a:latin typeface="Calibri"/>
                <a:ea typeface="Calibri"/>
                <a:cs typeface="Calibri"/>
                <a:sym typeface="Calibri"/>
              </a:rPr>
              <a:t>. </a:t>
            </a:r>
            <a:endParaRPr/>
          </a:p>
          <a:p>
            <a:pPr marL="0" marR="0" lvl="0" indent="0" algn="just" rtl="0">
              <a:lnSpc>
                <a:spcPct val="85000"/>
              </a:lnSpc>
              <a:spcBef>
                <a:spcPts val="0"/>
              </a:spcBef>
              <a:spcAft>
                <a:spcPts val="0"/>
              </a:spcAft>
              <a:buNone/>
            </a:pPr>
            <a:r>
              <a:rPr lang="es-AR" sz="2800" b="0" i="1" u="none" strike="noStrike" cap="none">
                <a:solidFill>
                  <a:schemeClr val="dk1"/>
                </a:solidFill>
                <a:latin typeface="Calibri"/>
                <a:ea typeface="Calibri"/>
                <a:cs typeface="Calibri"/>
                <a:sym typeface="Calibri"/>
              </a:rPr>
              <a:t>El fraccionamiento del problema puede llevar a </a:t>
            </a:r>
            <a:endParaRPr/>
          </a:p>
          <a:p>
            <a:pPr marL="0" marR="0" lvl="0" indent="0" algn="just" rtl="0">
              <a:lnSpc>
                <a:spcPct val="85000"/>
              </a:lnSpc>
              <a:spcBef>
                <a:spcPts val="0"/>
              </a:spcBef>
              <a:spcAft>
                <a:spcPts val="0"/>
              </a:spcAft>
              <a:buNone/>
            </a:pPr>
            <a:r>
              <a:rPr lang="es-AR" sz="2800" b="0" i="1" u="none" strike="noStrike" cap="none">
                <a:solidFill>
                  <a:schemeClr val="dk1"/>
                </a:solidFill>
                <a:latin typeface="Calibri"/>
                <a:ea typeface="Calibri"/>
                <a:cs typeface="Calibri"/>
                <a:sym typeface="Calibri"/>
              </a:rPr>
              <a:t>crear un producto no requerido debido a que los </a:t>
            </a:r>
            <a:endParaRPr/>
          </a:p>
          <a:p>
            <a:pPr marL="0" marR="0" lvl="0" indent="0" algn="just" rtl="0">
              <a:lnSpc>
                <a:spcPct val="85000"/>
              </a:lnSpc>
              <a:spcBef>
                <a:spcPts val="0"/>
              </a:spcBef>
              <a:spcAft>
                <a:spcPts val="0"/>
              </a:spcAft>
              <a:buNone/>
            </a:pPr>
            <a:r>
              <a:rPr lang="es-AR" sz="2800" b="0" i="1" u="none" strike="noStrike" cap="none">
                <a:solidFill>
                  <a:schemeClr val="dk1"/>
                </a:solidFill>
                <a:latin typeface="Calibri"/>
                <a:ea typeface="Calibri"/>
                <a:cs typeface="Calibri"/>
                <a:sym typeface="Calibri"/>
              </a:rPr>
              <a:t>subgrupos no tienen adecuada comunicación.</a:t>
            </a:r>
            <a:endParaRPr sz="2800" b="0" i="1"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None/>
            </a:pPr>
            <a:endParaRPr sz="2800" b="0" i="0" u="none" strike="noStrike" cap="none">
              <a:solidFill>
                <a:schemeClr val="dk1"/>
              </a:solidFill>
              <a:latin typeface="Calibri"/>
              <a:ea typeface="Calibri"/>
              <a:cs typeface="Calibri"/>
              <a:sym typeface="Calibri"/>
            </a:endParaRPr>
          </a:p>
        </p:txBody>
      </p:sp>
      <p:sp>
        <p:nvSpPr>
          <p:cNvPr id="635" name="Google Shape;635;p146"/>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Paradigmas Organizacionales del equipo</a:t>
            </a:r>
            <a:endParaRPr/>
          </a:p>
        </p:txBody>
      </p:sp>
      <p:sp>
        <p:nvSpPr>
          <p:cNvPr id="636" name="Google Shape;636;p146"/>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37" name="Google Shape;637;p146"/>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38" name="Google Shape;638;p146"/>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44</a:t>
            </a:fld>
            <a:endParaRPr>
              <a:solidFill>
                <a:srgbClr val="000000"/>
              </a:solidFill>
              <a:latin typeface="Times New Roman"/>
              <a:ea typeface="Times New Roman"/>
              <a:cs typeface="Times New Roman"/>
              <a:sym typeface="Times New Roman"/>
            </a:endParaRPr>
          </a:p>
        </p:txBody>
      </p:sp>
      <p:pic>
        <p:nvPicPr>
          <p:cNvPr id="639" name="Google Shape;639;p146"/>
          <p:cNvPicPr preferRelativeResize="0"/>
          <p:nvPr/>
        </p:nvPicPr>
        <p:blipFill rotWithShape="1">
          <a:blip r:embed="rId3">
            <a:alphaModFix/>
          </a:blip>
          <a:srcRect/>
          <a:stretch/>
        </p:blipFill>
        <p:spPr>
          <a:xfrm>
            <a:off x="8493489" y="3920350"/>
            <a:ext cx="3023640" cy="213912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3"/>
        <p:cNvGrpSpPr/>
        <p:nvPr/>
      </p:nvGrpSpPr>
      <p:grpSpPr>
        <a:xfrm>
          <a:off x="0" y="0"/>
          <a:ext cx="0" cy="0"/>
          <a:chOff x="0" y="0"/>
          <a:chExt cx="0" cy="0"/>
        </a:xfrm>
      </p:grpSpPr>
      <p:sp>
        <p:nvSpPr>
          <p:cNvPr id="644" name="Google Shape;644;p147"/>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147"/>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6" name="Google Shape;646;p147"/>
          <p:cNvSpPr/>
          <p:nvPr/>
        </p:nvSpPr>
        <p:spPr>
          <a:xfrm>
            <a:off x="1094964" y="1926770"/>
            <a:ext cx="10220736" cy="4398789"/>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0" marR="0" lvl="0" indent="0" algn="just" rtl="0">
              <a:lnSpc>
                <a:spcPct val="85000"/>
              </a:lnSpc>
              <a:spcBef>
                <a:spcPts val="0"/>
              </a:spcBef>
              <a:spcAft>
                <a:spcPts val="0"/>
              </a:spcAft>
              <a:buNone/>
            </a:pPr>
            <a:r>
              <a:rPr lang="es-AR" sz="2800" b="0" i="0" u="none" strike="noStrike" cap="none">
                <a:solidFill>
                  <a:schemeClr val="dk1"/>
                </a:solidFill>
                <a:latin typeface="Calibri"/>
                <a:ea typeface="Calibri"/>
                <a:cs typeface="Calibri"/>
                <a:sym typeface="Calibri"/>
              </a:rPr>
              <a:t>4- </a:t>
            </a:r>
            <a:r>
              <a:rPr lang="es-AR" sz="2800" b="1" i="0" u="none" strike="noStrike" cap="none">
                <a:solidFill>
                  <a:schemeClr val="dk1"/>
                </a:solidFill>
                <a:latin typeface="Calibri"/>
                <a:ea typeface="Calibri"/>
                <a:cs typeface="Calibri"/>
                <a:sym typeface="Calibri"/>
              </a:rPr>
              <a:t>Paradigma aleatorio </a:t>
            </a:r>
            <a:r>
              <a:rPr lang="es-AR" sz="2800" b="0" i="0" u="none" strike="noStrike" cap="none">
                <a:solidFill>
                  <a:schemeClr val="dk1"/>
                </a:solidFill>
                <a:latin typeface="Calibri"/>
                <a:ea typeface="Calibri"/>
                <a:cs typeface="Calibri"/>
                <a:sym typeface="Calibri"/>
              </a:rPr>
              <a:t>estructura un equipo de manera holgada y depende de la iniciativa individual de los miembros del equipo. </a:t>
            </a:r>
            <a:endParaRPr/>
          </a:p>
          <a:p>
            <a:pPr marL="0" marR="0" lvl="0" indent="0" algn="just" rtl="0">
              <a:lnSpc>
                <a:spcPct val="85000"/>
              </a:lnSpc>
              <a:spcBef>
                <a:spcPts val="0"/>
              </a:spcBef>
              <a:spcAft>
                <a:spcPts val="0"/>
              </a:spcAft>
              <a:buNone/>
            </a:pPr>
            <a:r>
              <a:rPr lang="es-AR" sz="2800" b="0" i="0" u="none" strike="noStrike" cap="none">
                <a:solidFill>
                  <a:schemeClr val="dk1"/>
                </a:solidFill>
                <a:latin typeface="Calibri"/>
                <a:ea typeface="Calibri"/>
                <a:cs typeface="Calibri"/>
                <a:sym typeface="Calibri"/>
              </a:rPr>
              <a:t>Los miembros se organizan entre ellos y no se requiere de un líder definido. </a:t>
            </a:r>
            <a:endParaRPr/>
          </a:p>
          <a:p>
            <a:pPr marL="0" marR="0" lvl="0" indent="0" algn="just" rtl="0">
              <a:lnSpc>
                <a:spcPct val="85000"/>
              </a:lnSpc>
              <a:spcBef>
                <a:spcPts val="0"/>
              </a:spcBef>
              <a:spcAft>
                <a:spcPts val="0"/>
              </a:spcAft>
              <a:buNone/>
            </a:pPr>
            <a:r>
              <a:rPr lang="es-AR" sz="2800" b="0" i="0" u="none" strike="noStrike" cap="none">
                <a:solidFill>
                  <a:schemeClr val="dk1"/>
                </a:solidFill>
                <a:latin typeface="Calibri"/>
                <a:ea typeface="Calibri"/>
                <a:cs typeface="Calibri"/>
                <a:sym typeface="Calibri"/>
              </a:rPr>
              <a:t>Las trayectorias de comunicación pueden ser </a:t>
            </a:r>
            <a:r>
              <a:rPr lang="es-AR" sz="2800" b="1" i="0" u="none" strike="noStrike" cap="none">
                <a:solidFill>
                  <a:schemeClr val="dk1"/>
                </a:solidFill>
                <a:latin typeface="Calibri"/>
                <a:ea typeface="Calibri"/>
                <a:cs typeface="Calibri"/>
                <a:sym typeface="Calibri"/>
              </a:rPr>
              <a:t>cualquiera</a:t>
            </a:r>
            <a:r>
              <a:rPr lang="es-AR" sz="2800" b="0" i="0" u="none" strike="noStrike" cap="none">
                <a:solidFill>
                  <a:schemeClr val="dk1"/>
                </a:solidFill>
                <a:latin typeface="Calibri"/>
                <a:ea typeface="Calibri"/>
                <a:cs typeface="Calibri"/>
                <a:sym typeface="Calibri"/>
              </a:rPr>
              <a:t> de los otros tres paradigmas.</a:t>
            </a:r>
            <a:endParaRPr sz="2800" b="0" i="0" u="none" strike="noStrike" cap="none">
              <a:solidFill>
                <a:schemeClr val="dk1"/>
              </a:solidFill>
              <a:latin typeface="Arial"/>
              <a:ea typeface="Arial"/>
              <a:cs typeface="Arial"/>
              <a:sym typeface="Arial"/>
            </a:endParaRPr>
          </a:p>
          <a:p>
            <a:pPr marL="0" marR="0" lvl="0" indent="0" algn="just" rtl="0">
              <a:lnSpc>
                <a:spcPct val="85000"/>
              </a:lnSpc>
              <a:spcBef>
                <a:spcPts val="0"/>
              </a:spcBef>
              <a:spcAft>
                <a:spcPts val="0"/>
              </a:spcAft>
              <a:buNone/>
            </a:pPr>
            <a:endParaRPr sz="2800" b="0" i="0" u="none" strike="noStrike" cap="none">
              <a:solidFill>
                <a:schemeClr val="dk1"/>
              </a:solidFill>
              <a:latin typeface="Calibri"/>
              <a:ea typeface="Calibri"/>
              <a:cs typeface="Calibri"/>
              <a:sym typeface="Calibri"/>
            </a:endParaRPr>
          </a:p>
          <a:p>
            <a:pPr marL="0" marR="0" lvl="0" indent="0" algn="just" rtl="0">
              <a:lnSpc>
                <a:spcPct val="85000"/>
              </a:lnSpc>
              <a:spcBef>
                <a:spcPts val="0"/>
              </a:spcBef>
              <a:spcAft>
                <a:spcPts val="0"/>
              </a:spcAft>
              <a:buNone/>
            </a:pPr>
            <a:r>
              <a:rPr lang="es-AR" sz="2800" b="0" i="1" u="none" strike="noStrike" cap="none">
                <a:solidFill>
                  <a:schemeClr val="dk1"/>
                </a:solidFill>
                <a:latin typeface="Calibri"/>
                <a:ea typeface="Calibri"/>
                <a:cs typeface="Calibri"/>
                <a:sym typeface="Calibri"/>
              </a:rPr>
              <a:t>Cuando se </a:t>
            </a:r>
            <a:r>
              <a:rPr lang="es-AR" sz="2800" b="0" i="1" u="sng" strike="noStrike" cap="none">
                <a:solidFill>
                  <a:schemeClr val="dk1"/>
                </a:solidFill>
                <a:latin typeface="Calibri"/>
                <a:ea typeface="Calibri"/>
                <a:cs typeface="Calibri"/>
                <a:sym typeface="Calibri"/>
              </a:rPr>
              <a:t>requiere innovación o avance tecnológico</a:t>
            </a:r>
            <a:r>
              <a:rPr lang="es-AR" sz="2800" b="0" i="1" u="none" strike="noStrike" cap="none">
                <a:solidFill>
                  <a:schemeClr val="dk1"/>
                </a:solidFill>
                <a:latin typeface="Calibri"/>
                <a:ea typeface="Calibri"/>
                <a:cs typeface="Calibri"/>
                <a:sym typeface="Calibri"/>
              </a:rPr>
              <a:t>, destacarán los equipos que siguen este paradigma, pero pueden batallar cuando se requiera “desempeño ordenado”.</a:t>
            </a:r>
            <a:endParaRPr sz="2800" b="0" i="1" u="none" strike="noStrike" cap="none">
              <a:solidFill>
                <a:schemeClr val="dk1"/>
              </a:solidFill>
              <a:latin typeface="Arial"/>
              <a:ea typeface="Arial"/>
              <a:cs typeface="Arial"/>
              <a:sym typeface="Arial"/>
            </a:endParaRPr>
          </a:p>
          <a:p>
            <a:pPr marL="0" marR="0" lvl="0" indent="0" algn="just" rtl="0">
              <a:lnSpc>
                <a:spcPct val="100000"/>
              </a:lnSpc>
              <a:spcBef>
                <a:spcPts val="0"/>
              </a:spcBef>
              <a:spcAft>
                <a:spcPts val="0"/>
              </a:spcAft>
              <a:buNone/>
            </a:pPr>
            <a:endParaRPr sz="2800" b="0" i="0" u="none" strike="noStrike" cap="none">
              <a:solidFill>
                <a:schemeClr val="dk1"/>
              </a:solidFill>
              <a:latin typeface="Calibri"/>
              <a:ea typeface="Calibri"/>
              <a:cs typeface="Calibri"/>
              <a:sym typeface="Calibri"/>
            </a:endParaRPr>
          </a:p>
        </p:txBody>
      </p:sp>
      <p:sp>
        <p:nvSpPr>
          <p:cNvPr id="647" name="Google Shape;647;p147"/>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Paradigmas Organizacionales del equipo</a:t>
            </a:r>
            <a:endParaRPr/>
          </a:p>
        </p:txBody>
      </p:sp>
      <p:sp>
        <p:nvSpPr>
          <p:cNvPr id="648" name="Google Shape;648;p147"/>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49" name="Google Shape;649;p147"/>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50" name="Google Shape;650;p147"/>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45</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3">
          <a:extLst>
            <a:ext uri="{FF2B5EF4-FFF2-40B4-BE49-F238E27FC236}">
              <a16:creationId xmlns:a16="http://schemas.microsoft.com/office/drawing/2014/main" id="{A740F7F1-6B9E-3A5E-8A77-B39730AFD3D1}"/>
            </a:ext>
          </a:extLst>
        </p:cNvPr>
        <p:cNvGrpSpPr/>
        <p:nvPr/>
      </p:nvGrpSpPr>
      <p:grpSpPr>
        <a:xfrm>
          <a:off x="0" y="0"/>
          <a:ext cx="0" cy="0"/>
          <a:chOff x="0" y="0"/>
          <a:chExt cx="0" cy="0"/>
        </a:xfrm>
      </p:grpSpPr>
      <p:sp>
        <p:nvSpPr>
          <p:cNvPr id="644" name="Google Shape;644;p147">
            <a:extLst>
              <a:ext uri="{FF2B5EF4-FFF2-40B4-BE49-F238E27FC236}">
                <a16:creationId xmlns:a16="http://schemas.microsoft.com/office/drawing/2014/main" id="{DB8F4FA1-23A6-5632-B25D-3ADC54696042}"/>
              </a:ext>
            </a:extLst>
          </p:cNvPr>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5" name="Google Shape;645;p147">
            <a:extLst>
              <a:ext uri="{FF2B5EF4-FFF2-40B4-BE49-F238E27FC236}">
                <a16:creationId xmlns:a16="http://schemas.microsoft.com/office/drawing/2014/main" id="{83229C22-3247-9675-BD33-B0622F45744A}"/>
              </a:ext>
            </a:extLst>
          </p:cNvPr>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8" name="Google Shape;648;p147">
            <a:extLst>
              <a:ext uri="{FF2B5EF4-FFF2-40B4-BE49-F238E27FC236}">
                <a16:creationId xmlns:a16="http://schemas.microsoft.com/office/drawing/2014/main" id="{74D8DF7C-283D-43D5-2043-4BD42B6F5CA6}"/>
              </a:ext>
            </a:extLst>
          </p:cNvPr>
          <p:cNvSpPr txBox="1">
            <a:spLocks noGrp="1"/>
          </p:cNvSpPr>
          <p:nvPr>
            <p:ph type="dt" idx="10"/>
          </p:nvPr>
        </p:nvSpPr>
        <p:spPr>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49" name="Google Shape;649;p147">
            <a:extLst>
              <a:ext uri="{FF2B5EF4-FFF2-40B4-BE49-F238E27FC236}">
                <a16:creationId xmlns:a16="http://schemas.microsoft.com/office/drawing/2014/main" id="{721E8C69-D067-26CD-B44A-275248E6649A}"/>
              </a:ext>
            </a:extLst>
          </p:cNvPr>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50" name="Google Shape;650;p147">
            <a:extLst>
              <a:ext uri="{FF2B5EF4-FFF2-40B4-BE49-F238E27FC236}">
                <a16:creationId xmlns:a16="http://schemas.microsoft.com/office/drawing/2014/main" id="{839869A2-0609-14B9-07BB-AB4E4FFA17D7}"/>
              </a:ext>
            </a:extLst>
          </p:cNvPr>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46</a:t>
            </a:fld>
            <a:endParaRPr>
              <a:solidFill>
                <a:srgbClr val="000000"/>
              </a:solidFill>
              <a:latin typeface="Times New Roman"/>
              <a:ea typeface="Times New Roman"/>
              <a:cs typeface="Times New Roman"/>
              <a:sym typeface="Times New Roman"/>
            </a:endParaRPr>
          </a:p>
        </p:txBody>
      </p:sp>
      <p:pic>
        <p:nvPicPr>
          <p:cNvPr id="658" name="Google Shape;658;g3961ff0e647_0_10" title="paradigamas.jpg"/>
          <p:cNvPicPr preferRelativeResize="0"/>
          <p:nvPr/>
        </p:nvPicPr>
        <p:blipFill>
          <a:blip r:embed="rId3">
            <a:alphaModFix/>
          </a:blip>
          <a:stretch>
            <a:fillRect/>
          </a:stretch>
        </p:blipFill>
        <p:spPr>
          <a:xfrm>
            <a:off x="462310" y="605514"/>
            <a:ext cx="10230050" cy="5705651"/>
          </a:xfrm>
          <a:prstGeom prst="rect">
            <a:avLst/>
          </a:prstGeom>
          <a:noFill/>
          <a:ln>
            <a:noFill/>
          </a:ln>
        </p:spPr>
      </p:pic>
    </p:spTree>
    <p:extLst>
      <p:ext uri="{BB962C8B-B14F-4D97-AF65-F5344CB8AC3E}">
        <p14:creationId xmlns:p14="http://schemas.microsoft.com/office/powerpoint/2010/main" val="820042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148"/>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4" name="Google Shape;664;p148"/>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5" name="Google Shape;665;p148"/>
          <p:cNvSpPr/>
          <p:nvPr/>
        </p:nvSpPr>
        <p:spPr>
          <a:xfrm>
            <a:off x="920147" y="1778134"/>
            <a:ext cx="10271927" cy="4547426"/>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a:solidFill>
                  <a:schemeClr val="dk1"/>
                </a:solidFill>
                <a:latin typeface="Calibri"/>
                <a:ea typeface="Calibri"/>
                <a:cs typeface="Calibri"/>
                <a:sym typeface="Calibri"/>
              </a:rPr>
              <a:t>Sin importar la organización del equipo, el objetivo a alcanzar es lograr un equipo que muestre cohesión. Que se consolide. Los miembros de un equipo consolidado son mucho más productivos y motivados.</a:t>
            </a:r>
            <a:endParaRPr/>
          </a:p>
          <a:p>
            <a:pPr marL="538163" marR="0" lvl="0" indent="-449263" algn="just" rtl="0">
              <a:lnSpc>
                <a:spcPct val="100000"/>
              </a:lnSpc>
              <a:spcBef>
                <a:spcPts val="0"/>
              </a:spcBef>
              <a:spcAft>
                <a:spcPts val="0"/>
              </a:spcAft>
              <a:buClr>
                <a:srgbClr val="C00000"/>
              </a:buClr>
              <a:buSzPts val="1400"/>
              <a:buFont typeface="Noto Sans Symbols"/>
              <a:buNone/>
            </a:pPr>
            <a:endParaRPr sz="1400" b="0" i="0" u="none" strike="noStrike" cap="none">
              <a:solidFill>
                <a:schemeClr val="dk1"/>
              </a:solidFill>
              <a:latin typeface="Calibri"/>
              <a:ea typeface="Calibri"/>
              <a:cs typeface="Calibri"/>
              <a:sym typeface="Calibri"/>
            </a:endParaRPr>
          </a:p>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a:solidFill>
                  <a:schemeClr val="dk1"/>
                </a:solidFill>
                <a:latin typeface="Calibri"/>
                <a:ea typeface="Calibri"/>
                <a:cs typeface="Calibri"/>
                <a:sym typeface="Calibri"/>
              </a:rPr>
              <a:t>Un grupo </a:t>
            </a:r>
            <a:r>
              <a:rPr lang="es-AR" sz="2800" b="1" i="0" u="sng" strike="noStrike" cap="none">
                <a:solidFill>
                  <a:schemeClr val="dk1"/>
                </a:solidFill>
                <a:latin typeface="Calibri"/>
                <a:ea typeface="Calibri"/>
                <a:cs typeface="Calibri"/>
                <a:sym typeface="Calibri"/>
              </a:rPr>
              <a:t>cohesivo</a:t>
            </a:r>
            <a:r>
              <a:rPr lang="es-AR" sz="2800" b="0" i="0" u="none" strike="noStrike" cap="none">
                <a:solidFill>
                  <a:schemeClr val="dk1"/>
                </a:solidFill>
                <a:latin typeface="Calibri"/>
                <a:ea typeface="Calibri"/>
                <a:cs typeface="Calibri"/>
                <a:sym typeface="Calibri"/>
              </a:rPr>
              <a:t> tiene beneficios:</a:t>
            </a:r>
            <a:endParaRPr sz="2800" b="0" i="0" u="none" strike="noStrike" cap="none">
              <a:solidFill>
                <a:schemeClr val="dk1"/>
              </a:solidFill>
              <a:latin typeface="Calibri"/>
              <a:ea typeface="Calibri"/>
              <a:cs typeface="Calibri"/>
              <a:sym typeface="Calibri"/>
            </a:endParaRPr>
          </a:p>
          <a:p>
            <a:pPr marL="800100" marR="0" lvl="2" indent="-358775" algn="l" rtl="0">
              <a:lnSpc>
                <a:spcPct val="85000"/>
              </a:lnSpc>
              <a:spcBef>
                <a:spcPts val="1301"/>
              </a:spcBef>
              <a:spcAft>
                <a:spcPts val="0"/>
              </a:spcAft>
              <a:buClr>
                <a:srgbClr val="000000"/>
              </a:buClr>
              <a:buSzPts val="2160"/>
              <a:buFont typeface="Noto Sans Symbols"/>
              <a:buAutoNum type="arabicPeriod"/>
            </a:pPr>
            <a:r>
              <a:rPr lang="es-AR" sz="2400" b="0" i="0" u="none" strike="noStrike" cap="none">
                <a:solidFill>
                  <a:schemeClr val="dk1"/>
                </a:solidFill>
                <a:latin typeface="Calibri"/>
                <a:ea typeface="Calibri"/>
                <a:cs typeface="Calibri"/>
                <a:sym typeface="Calibri"/>
              </a:rPr>
              <a:t>Puede establecer sus propios estándares de calidad</a:t>
            </a:r>
            <a:endParaRPr sz="2400" b="0" i="0" u="none" strike="noStrike" cap="none">
              <a:solidFill>
                <a:schemeClr val="dk1"/>
              </a:solidFill>
              <a:latin typeface="Calibri"/>
              <a:ea typeface="Calibri"/>
              <a:cs typeface="Calibri"/>
              <a:sym typeface="Calibri"/>
            </a:endParaRPr>
          </a:p>
          <a:p>
            <a:pPr marL="800100" marR="0" lvl="2" indent="-358775" algn="l" rtl="0">
              <a:lnSpc>
                <a:spcPct val="85000"/>
              </a:lnSpc>
              <a:spcBef>
                <a:spcPts val="1301"/>
              </a:spcBef>
              <a:spcAft>
                <a:spcPts val="0"/>
              </a:spcAft>
              <a:buClr>
                <a:srgbClr val="000000"/>
              </a:buClr>
              <a:buSzPts val="2160"/>
              <a:buFont typeface="Noto Sans Symbols"/>
              <a:buAutoNum type="arabicPeriod"/>
            </a:pPr>
            <a:r>
              <a:rPr lang="es-AR" sz="2400" b="0" i="0" u="none" strike="noStrike" cap="none">
                <a:solidFill>
                  <a:schemeClr val="dk1"/>
                </a:solidFill>
                <a:latin typeface="Calibri"/>
                <a:ea typeface="Calibri"/>
                <a:cs typeface="Calibri"/>
                <a:sym typeface="Calibri"/>
              </a:rPr>
              <a:t>Los individuos aprenden de los demás y se apoyan mutuamente</a:t>
            </a:r>
            <a:endParaRPr sz="2400" b="0" i="0" u="none" strike="noStrike" cap="none">
              <a:solidFill>
                <a:schemeClr val="dk1"/>
              </a:solidFill>
              <a:latin typeface="Calibri"/>
              <a:ea typeface="Calibri"/>
              <a:cs typeface="Calibri"/>
              <a:sym typeface="Calibri"/>
            </a:endParaRPr>
          </a:p>
          <a:p>
            <a:pPr marL="800100" marR="0" lvl="2" indent="-358775" algn="l" rtl="0">
              <a:lnSpc>
                <a:spcPct val="85000"/>
              </a:lnSpc>
              <a:spcBef>
                <a:spcPts val="1301"/>
              </a:spcBef>
              <a:spcAft>
                <a:spcPts val="0"/>
              </a:spcAft>
              <a:buClr>
                <a:srgbClr val="000000"/>
              </a:buClr>
              <a:buSzPts val="2160"/>
              <a:buFont typeface="Noto Sans Symbols"/>
              <a:buAutoNum type="arabicPeriod"/>
            </a:pPr>
            <a:r>
              <a:rPr lang="es-AR" sz="2400" b="0" i="0" u="none" strike="noStrike" cap="none">
                <a:solidFill>
                  <a:schemeClr val="dk1"/>
                </a:solidFill>
                <a:latin typeface="Calibri"/>
                <a:ea typeface="Calibri"/>
                <a:cs typeface="Calibri"/>
                <a:sym typeface="Calibri"/>
              </a:rPr>
              <a:t>El conocimiento se comparte</a:t>
            </a:r>
            <a:endParaRPr sz="2400" b="0" i="0" u="none" strike="noStrike" cap="none">
              <a:solidFill>
                <a:schemeClr val="dk1"/>
              </a:solidFill>
              <a:latin typeface="Calibri"/>
              <a:ea typeface="Calibri"/>
              <a:cs typeface="Calibri"/>
              <a:sym typeface="Calibri"/>
            </a:endParaRPr>
          </a:p>
          <a:p>
            <a:pPr marL="800100" marR="0" lvl="2" indent="-358775" algn="l" rtl="0">
              <a:lnSpc>
                <a:spcPct val="85000"/>
              </a:lnSpc>
              <a:spcBef>
                <a:spcPts val="1301"/>
              </a:spcBef>
              <a:spcAft>
                <a:spcPts val="0"/>
              </a:spcAft>
              <a:buClr>
                <a:srgbClr val="000000"/>
              </a:buClr>
              <a:buSzPts val="2160"/>
              <a:buFont typeface="Noto Sans Symbols"/>
              <a:buAutoNum type="arabicPeriod"/>
            </a:pPr>
            <a:r>
              <a:rPr lang="es-AR" sz="2400" b="0" i="0" u="none" strike="noStrike" cap="none">
                <a:solidFill>
                  <a:schemeClr val="dk1"/>
                </a:solidFill>
                <a:latin typeface="Calibri"/>
                <a:ea typeface="Calibri"/>
                <a:cs typeface="Calibri"/>
                <a:sym typeface="Calibri"/>
              </a:rPr>
              <a:t>Se alienta la refactorización y el mejoramiento continuo</a:t>
            </a:r>
            <a:endParaRPr sz="2400" b="0" i="0" u="none" strike="noStrike" cap="none">
              <a:solidFill>
                <a:schemeClr val="dk1"/>
              </a:solidFill>
              <a:latin typeface="Calibri"/>
              <a:ea typeface="Calibri"/>
              <a:cs typeface="Calibri"/>
              <a:sym typeface="Calibri"/>
            </a:endParaRPr>
          </a:p>
        </p:txBody>
      </p:sp>
      <p:sp>
        <p:nvSpPr>
          <p:cNvPr id="666" name="Google Shape;666;p148"/>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 equipo de software</a:t>
            </a:r>
            <a:endParaRPr/>
          </a:p>
        </p:txBody>
      </p:sp>
      <p:sp>
        <p:nvSpPr>
          <p:cNvPr id="667" name="Google Shape;667;p148"/>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68" name="Google Shape;668;p148"/>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69" name="Google Shape;669;p148"/>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47</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149"/>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149"/>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149"/>
          <p:cNvSpPr/>
          <p:nvPr/>
        </p:nvSpPr>
        <p:spPr>
          <a:xfrm>
            <a:off x="920147" y="1778134"/>
            <a:ext cx="10271927" cy="4547426"/>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a:solidFill>
                  <a:schemeClr val="dk1"/>
                </a:solidFill>
                <a:latin typeface="Calibri"/>
                <a:ea typeface="Calibri"/>
                <a:cs typeface="Calibri"/>
                <a:sym typeface="Calibri"/>
              </a:rPr>
              <a:t>Un equipo </a:t>
            </a:r>
            <a:r>
              <a:rPr lang="es-AR" sz="2800" b="1" i="0" u="sng" strike="noStrike" cap="none">
                <a:solidFill>
                  <a:schemeClr val="dk1"/>
                </a:solidFill>
                <a:latin typeface="Calibri"/>
                <a:ea typeface="Calibri"/>
                <a:cs typeface="Calibri"/>
                <a:sym typeface="Calibri"/>
              </a:rPr>
              <a:t>no consolidado</a:t>
            </a:r>
            <a:r>
              <a:rPr lang="es-AR" sz="2800" b="1" i="0" u="none" strike="noStrike" cap="none">
                <a:solidFill>
                  <a:schemeClr val="dk1"/>
                </a:solidFill>
                <a:latin typeface="Calibri"/>
                <a:ea typeface="Calibri"/>
                <a:cs typeface="Calibri"/>
                <a:sym typeface="Calibri"/>
              </a:rPr>
              <a:t> </a:t>
            </a:r>
            <a:r>
              <a:rPr lang="es-AR" sz="2800" b="0" i="0" u="none" strike="noStrike" cap="none">
                <a:solidFill>
                  <a:schemeClr val="dk1"/>
                </a:solidFill>
                <a:latin typeface="Calibri"/>
                <a:ea typeface="Calibri"/>
                <a:cs typeface="Calibri"/>
                <a:sym typeface="Calibri"/>
              </a:rPr>
              <a:t>suele sufrir toxicidad de equipo:</a:t>
            </a:r>
            <a:endParaRPr sz="2800" b="0" i="0" u="none" strike="noStrike" cap="none">
              <a:solidFill>
                <a:schemeClr val="dk1"/>
              </a:solidFill>
              <a:latin typeface="Calibri"/>
              <a:ea typeface="Calibri"/>
              <a:cs typeface="Calibri"/>
              <a:sym typeface="Calibri"/>
            </a:endParaRPr>
          </a:p>
          <a:p>
            <a:pPr marL="800100" marR="0" lvl="2" indent="-358775" algn="l" rtl="0">
              <a:lnSpc>
                <a:spcPct val="85000"/>
              </a:lnSpc>
              <a:spcBef>
                <a:spcPts val="1301"/>
              </a:spcBef>
              <a:spcAft>
                <a:spcPts val="0"/>
              </a:spcAft>
              <a:buClr>
                <a:srgbClr val="000000"/>
              </a:buClr>
              <a:buSzPts val="2400"/>
              <a:buFont typeface="Noto Sans Symbols"/>
              <a:buAutoNum type="arabicPeriod"/>
            </a:pPr>
            <a:r>
              <a:rPr lang="es-AR" sz="2400" b="0" i="0" u="none" strike="noStrike" cap="none">
                <a:solidFill>
                  <a:schemeClr val="dk1"/>
                </a:solidFill>
                <a:latin typeface="Calibri"/>
                <a:ea typeface="Calibri"/>
                <a:cs typeface="Calibri"/>
                <a:sym typeface="Calibri"/>
              </a:rPr>
              <a:t>Atmósfera de trabajo frenética</a:t>
            </a:r>
            <a:endParaRPr sz="2400" b="0" i="0" u="none" strike="noStrike" cap="none">
              <a:solidFill>
                <a:schemeClr val="dk1"/>
              </a:solidFill>
              <a:latin typeface="Arial"/>
              <a:ea typeface="Arial"/>
              <a:cs typeface="Arial"/>
              <a:sym typeface="Arial"/>
            </a:endParaRPr>
          </a:p>
          <a:p>
            <a:pPr marL="800100" marR="0" lvl="2" indent="-358775" algn="l" rtl="0">
              <a:lnSpc>
                <a:spcPct val="85000"/>
              </a:lnSpc>
              <a:spcBef>
                <a:spcPts val="1301"/>
              </a:spcBef>
              <a:spcAft>
                <a:spcPts val="0"/>
              </a:spcAft>
              <a:buClr>
                <a:srgbClr val="000000"/>
              </a:buClr>
              <a:buSzPts val="2400"/>
              <a:buFont typeface="Noto Sans Symbols"/>
              <a:buAutoNum type="arabicPeriod"/>
            </a:pPr>
            <a:r>
              <a:rPr lang="es-AR" sz="2400" b="0" i="0" u="none" strike="noStrike" cap="none">
                <a:solidFill>
                  <a:schemeClr val="dk1"/>
                </a:solidFill>
                <a:latin typeface="Calibri"/>
                <a:ea typeface="Calibri"/>
                <a:cs typeface="Calibri"/>
                <a:sym typeface="Calibri"/>
              </a:rPr>
              <a:t>Fricción entre los miembros del equipo</a:t>
            </a:r>
            <a:endParaRPr sz="2400" b="0" i="0" u="none" strike="noStrike" cap="none">
              <a:solidFill>
                <a:schemeClr val="dk1"/>
              </a:solidFill>
              <a:latin typeface="Arial"/>
              <a:ea typeface="Arial"/>
              <a:cs typeface="Arial"/>
              <a:sym typeface="Arial"/>
            </a:endParaRPr>
          </a:p>
          <a:p>
            <a:pPr marL="800100" marR="0" lvl="2" indent="-358775" algn="l" rtl="0">
              <a:lnSpc>
                <a:spcPct val="85000"/>
              </a:lnSpc>
              <a:spcBef>
                <a:spcPts val="1301"/>
              </a:spcBef>
              <a:spcAft>
                <a:spcPts val="0"/>
              </a:spcAft>
              <a:buClr>
                <a:srgbClr val="000000"/>
              </a:buClr>
              <a:buSzPts val="2400"/>
              <a:buFont typeface="Noto Sans Symbols"/>
              <a:buAutoNum type="arabicPeriod"/>
            </a:pPr>
            <a:r>
              <a:rPr lang="es-AR" sz="2400" b="0" i="0" u="none" strike="noStrike" cap="none">
                <a:solidFill>
                  <a:schemeClr val="dk1"/>
                </a:solidFill>
                <a:latin typeface="Calibri"/>
                <a:ea typeface="Calibri"/>
                <a:cs typeface="Calibri"/>
                <a:sym typeface="Calibri"/>
              </a:rPr>
              <a:t>Proceso de software fragmentado o mal coordinado</a:t>
            </a:r>
            <a:endParaRPr sz="2400" b="0" i="0" u="none" strike="noStrike" cap="none">
              <a:solidFill>
                <a:schemeClr val="dk1"/>
              </a:solidFill>
              <a:latin typeface="Arial"/>
              <a:ea typeface="Arial"/>
              <a:cs typeface="Arial"/>
              <a:sym typeface="Arial"/>
            </a:endParaRPr>
          </a:p>
          <a:p>
            <a:pPr marL="800100" marR="0" lvl="2" indent="-358775" algn="l" rtl="0">
              <a:lnSpc>
                <a:spcPct val="85000"/>
              </a:lnSpc>
              <a:spcBef>
                <a:spcPts val="1301"/>
              </a:spcBef>
              <a:spcAft>
                <a:spcPts val="0"/>
              </a:spcAft>
              <a:buClr>
                <a:srgbClr val="000000"/>
              </a:buClr>
              <a:buSzPts val="2400"/>
              <a:buFont typeface="Noto Sans Symbols"/>
              <a:buAutoNum type="arabicPeriod"/>
            </a:pPr>
            <a:r>
              <a:rPr lang="es-AR" sz="2400" b="0" i="0" u="none" strike="noStrike" cap="none">
                <a:solidFill>
                  <a:schemeClr val="dk1"/>
                </a:solidFill>
                <a:latin typeface="Calibri"/>
                <a:ea typeface="Calibri"/>
                <a:cs typeface="Calibri"/>
                <a:sym typeface="Calibri"/>
              </a:rPr>
              <a:t>Definición imprecisa de roles</a:t>
            </a:r>
            <a:endParaRPr sz="2400" b="0" i="0" u="none" strike="noStrike" cap="none">
              <a:solidFill>
                <a:schemeClr val="dk1"/>
              </a:solidFill>
              <a:latin typeface="Arial"/>
              <a:ea typeface="Arial"/>
              <a:cs typeface="Arial"/>
              <a:sym typeface="Arial"/>
            </a:endParaRPr>
          </a:p>
          <a:p>
            <a:pPr marL="800100" marR="0" lvl="2" indent="-358775" algn="l" rtl="0">
              <a:lnSpc>
                <a:spcPct val="85000"/>
              </a:lnSpc>
              <a:spcBef>
                <a:spcPts val="1301"/>
              </a:spcBef>
              <a:spcAft>
                <a:spcPts val="0"/>
              </a:spcAft>
              <a:buClr>
                <a:srgbClr val="000000"/>
              </a:buClr>
              <a:buSzPts val="2400"/>
              <a:buFont typeface="Noto Sans Symbols"/>
              <a:buAutoNum type="arabicPeriod"/>
            </a:pPr>
            <a:r>
              <a:rPr lang="es-AR" sz="2400" b="0" i="0" u="none" strike="noStrike" cap="none">
                <a:solidFill>
                  <a:schemeClr val="dk1"/>
                </a:solidFill>
                <a:latin typeface="Calibri"/>
                <a:ea typeface="Calibri"/>
                <a:cs typeface="Calibri"/>
                <a:sym typeface="Calibri"/>
              </a:rPr>
              <a:t>Exposición continua y repetida al fracaso</a:t>
            </a:r>
            <a:endParaRPr sz="2400" b="0" i="0" u="none" strike="noStrike" cap="none">
              <a:solidFill>
                <a:schemeClr val="dk1"/>
              </a:solidFill>
              <a:latin typeface="Calibri"/>
              <a:ea typeface="Calibri"/>
              <a:cs typeface="Calibri"/>
              <a:sym typeface="Calibri"/>
            </a:endParaRPr>
          </a:p>
        </p:txBody>
      </p:sp>
      <p:sp>
        <p:nvSpPr>
          <p:cNvPr id="677" name="Google Shape;677;p149"/>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 equipo de software</a:t>
            </a:r>
            <a:endParaRPr/>
          </a:p>
        </p:txBody>
      </p:sp>
      <p:sp>
        <p:nvSpPr>
          <p:cNvPr id="678" name="Google Shape;678;p149"/>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79" name="Google Shape;679;p149"/>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80" name="Google Shape;680;p149"/>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48</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50"/>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150"/>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7" name="Google Shape;687;p150"/>
          <p:cNvSpPr/>
          <p:nvPr/>
        </p:nvSpPr>
        <p:spPr>
          <a:xfrm>
            <a:off x="920147" y="1778134"/>
            <a:ext cx="10271927" cy="4547426"/>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dirty="0">
                <a:solidFill>
                  <a:schemeClr val="dk1"/>
                </a:solidFill>
                <a:latin typeface="Calibri"/>
                <a:ea typeface="Calibri"/>
                <a:cs typeface="Calibri"/>
                <a:sym typeface="Calibri"/>
              </a:rPr>
              <a:t>Comunicación grupal:</a:t>
            </a:r>
            <a:endParaRPr dirty="0"/>
          </a:p>
          <a:p>
            <a:pPr marL="538163" marR="0" lvl="1" indent="-339725" algn="just" rtl="0">
              <a:lnSpc>
                <a:spcPct val="85000"/>
              </a:lnSpc>
              <a:spcBef>
                <a:spcPts val="601"/>
              </a:spcBef>
              <a:spcAft>
                <a:spcPts val="0"/>
              </a:spcAft>
              <a:buClr>
                <a:srgbClr val="262626"/>
              </a:buClr>
              <a:buSzPts val="2600"/>
              <a:buFont typeface="Arial"/>
              <a:buChar char=" "/>
            </a:pPr>
            <a:r>
              <a:rPr lang="es-AR" sz="2400" b="0" i="0" u="none" strike="noStrike" cap="none" dirty="0">
                <a:solidFill>
                  <a:schemeClr val="dk1"/>
                </a:solidFill>
                <a:latin typeface="Calibri"/>
                <a:ea typeface="Calibri"/>
                <a:cs typeface="Calibri"/>
                <a:sym typeface="Calibri"/>
              </a:rPr>
              <a:t>Las comunicaciones en un grupo se ven influenciadas por factores como: status de los miembros del grupo, tamaño del grupo, composición de hombres y mujeres, personalidades y canales de comunicación disponible.</a:t>
            </a:r>
            <a:endParaRPr sz="24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b="0" i="0" u="none" strike="noStrike" cap="none" dirty="0">
              <a:solidFill>
                <a:schemeClr val="dk1"/>
              </a:solidFill>
              <a:latin typeface="Calibri"/>
              <a:ea typeface="Calibri"/>
              <a:cs typeface="Calibri"/>
              <a:sym typeface="Calibri"/>
            </a:endParaRPr>
          </a:p>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dirty="0">
                <a:solidFill>
                  <a:schemeClr val="dk1"/>
                </a:solidFill>
                <a:latin typeface="Calibri"/>
                <a:ea typeface="Calibri"/>
                <a:cs typeface="Calibri"/>
                <a:sym typeface="Calibri"/>
              </a:rPr>
              <a:t>Se deben establecer mecanismos para la comunicación entre los miembros del equipo:</a:t>
            </a:r>
            <a:endParaRPr sz="2800" b="0" i="0" u="none" strike="noStrike" cap="none" dirty="0">
              <a:solidFill>
                <a:schemeClr val="dk1"/>
              </a:solidFill>
              <a:latin typeface="Calibri"/>
              <a:ea typeface="Calibri"/>
              <a:cs typeface="Calibri"/>
              <a:sym typeface="Calibri"/>
            </a:endParaRPr>
          </a:p>
          <a:p>
            <a:pPr marL="800100" marR="0" lvl="2" indent="-261937" algn="just" rtl="0">
              <a:lnSpc>
                <a:spcPct val="85000"/>
              </a:lnSpc>
              <a:spcBef>
                <a:spcPts val="601"/>
              </a:spcBef>
              <a:spcAft>
                <a:spcPts val="0"/>
              </a:spcAft>
              <a:buClr>
                <a:srgbClr val="C00000"/>
              </a:buClr>
              <a:buSzPts val="2600"/>
              <a:buFont typeface="Arial"/>
              <a:buChar char="•"/>
            </a:pPr>
            <a:r>
              <a:rPr lang="es-AR" sz="2400" b="0" i="0" u="sng" strike="noStrike" cap="none" dirty="0">
                <a:solidFill>
                  <a:schemeClr val="dk1"/>
                </a:solidFill>
                <a:latin typeface="Calibri"/>
                <a:ea typeface="Calibri"/>
                <a:cs typeface="Calibri"/>
                <a:sym typeface="Calibri"/>
              </a:rPr>
              <a:t>Comunicación formal</a:t>
            </a:r>
            <a:r>
              <a:rPr lang="es-AR" sz="2400" b="0" i="0" u="none" strike="noStrike" cap="none" dirty="0">
                <a:solidFill>
                  <a:schemeClr val="dk1"/>
                </a:solidFill>
                <a:latin typeface="Calibri"/>
                <a:ea typeface="Calibri"/>
                <a:cs typeface="Calibri"/>
                <a:sym typeface="Calibri"/>
              </a:rPr>
              <a:t>: a través de reuniones, escritos y otros canales no interactivos</a:t>
            </a:r>
            <a:endParaRPr sz="2400" b="0" i="0" u="none" strike="noStrike" cap="none" dirty="0">
              <a:solidFill>
                <a:schemeClr val="dk1"/>
              </a:solidFill>
              <a:latin typeface="Calibri"/>
              <a:ea typeface="Calibri"/>
              <a:cs typeface="Calibri"/>
              <a:sym typeface="Calibri"/>
            </a:endParaRPr>
          </a:p>
          <a:p>
            <a:pPr marL="800100" marR="0" lvl="2" indent="-261937" algn="just" rtl="0">
              <a:lnSpc>
                <a:spcPct val="85000"/>
              </a:lnSpc>
              <a:spcBef>
                <a:spcPts val="601"/>
              </a:spcBef>
              <a:spcAft>
                <a:spcPts val="0"/>
              </a:spcAft>
              <a:buClr>
                <a:srgbClr val="C00000"/>
              </a:buClr>
              <a:buSzPts val="2600"/>
              <a:buFont typeface="Arial"/>
              <a:buChar char="•"/>
            </a:pPr>
            <a:r>
              <a:rPr lang="es-AR" sz="2400" b="0" i="0" u="sng" strike="noStrike" cap="none" dirty="0">
                <a:solidFill>
                  <a:schemeClr val="dk1"/>
                </a:solidFill>
                <a:latin typeface="Calibri"/>
                <a:ea typeface="Calibri"/>
                <a:cs typeface="Calibri"/>
                <a:sym typeface="Calibri"/>
              </a:rPr>
              <a:t>Comunicación informal</a:t>
            </a:r>
            <a:r>
              <a:rPr lang="es-AR" sz="2400" b="0" i="0" u="none" strike="noStrike" cap="none" dirty="0">
                <a:solidFill>
                  <a:schemeClr val="dk1"/>
                </a:solidFill>
                <a:latin typeface="Calibri"/>
                <a:ea typeface="Calibri"/>
                <a:cs typeface="Calibri"/>
                <a:sym typeface="Calibri"/>
              </a:rPr>
              <a:t>: los miembros comparten ideas sobre la marcha.  </a:t>
            </a:r>
            <a:endParaRPr sz="2400" b="0" i="0" u="none" strike="noStrike" cap="none" dirty="0">
              <a:solidFill>
                <a:schemeClr val="dk1"/>
              </a:solidFill>
              <a:latin typeface="Calibri"/>
              <a:ea typeface="Calibri"/>
              <a:cs typeface="Calibri"/>
              <a:sym typeface="Calibri"/>
            </a:endParaRPr>
          </a:p>
        </p:txBody>
      </p:sp>
      <p:sp>
        <p:nvSpPr>
          <p:cNvPr id="688" name="Google Shape;688;p150"/>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 equipo de software</a:t>
            </a:r>
            <a:endParaRPr/>
          </a:p>
        </p:txBody>
      </p:sp>
      <p:sp>
        <p:nvSpPr>
          <p:cNvPr id="689" name="Google Shape;689;p150"/>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690" name="Google Shape;690;p150"/>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691" name="Google Shape;691;p150"/>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49</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151"/>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151"/>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p151"/>
          <p:cNvSpPr/>
          <p:nvPr/>
        </p:nvSpPr>
        <p:spPr>
          <a:xfrm>
            <a:off x="920147" y="1778134"/>
            <a:ext cx="10271927" cy="4547426"/>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a:solidFill>
                  <a:schemeClr val="dk1"/>
                </a:solidFill>
                <a:latin typeface="Calibri"/>
                <a:ea typeface="Calibri"/>
                <a:cs typeface="Calibri"/>
                <a:sym typeface="Calibri"/>
              </a:rPr>
              <a:t>Muchas organizaciones de software defienden el desarrollo ágil de software, lo que conlleva a crear equipos pequeños y muy motivados, lo que se denomina </a:t>
            </a:r>
            <a:r>
              <a:rPr lang="es-AR" sz="2800" b="0" i="0" u="sng" strike="noStrike" cap="none">
                <a:solidFill>
                  <a:schemeClr val="dk1"/>
                </a:solidFill>
                <a:latin typeface="Calibri"/>
                <a:ea typeface="Calibri"/>
                <a:cs typeface="Calibri"/>
                <a:sym typeface="Calibri"/>
              </a:rPr>
              <a:t>equipo ágil</a:t>
            </a:r>
            <a:r>
              <a:rPr lang="es-AR" sz="2800" b="0" i="0" u="none" strike="noStrike" cap="none">
                <a:solidFill>
                  <a:schemeClr val="dk1"/>
                </a:solidFill>
                <a:latin typeface="Calibri"/>
                <a:ea typeface="Calibri"/>
                <a:cs typeface="Calibri"/>
                <a:sym typeface="Calibri"/>
              </a:rPr>
              <a:t>. </a:t>
            </a:r>
            <a:endParaRPr/>
          </a:p>
          <a:p>
            <a:pPr marL="538163" marR="0" lvl="0" indent="-474663" algn="just" rtl="0">
              <a:lnSpc>
                <a:spcPct val="100000"/>
              </a:lnSpc>
              <a:spcBef>
                <a:spcPts val="0"/>
              </a:spcBef>
              <a:spcAft>
                <a:spcPts val="0"/>
              </a:spcAft>
              <a:buClr>
                <a:srgbClr val="C00000"/>
              </a:buClr>
              <a:buSzPts val="1000"/>
              <a:buFont typeface="Noto Sans Symbols"/>
              <a:buNone/>
            </a:pPr>
            <a:endParaRPr sz="1000" b="0" i="0" u="none" strike="noStrike" cap="none">
              <a:solidFill>
                <a:schemeClr val="dk1"/>
              </a:solidFill>
              <a:latin typeface="Calibri"/>
              <a:ea typeface="Calibri"/>
              <a:cs typeface="Calibri"/>
              <a:sym typeface="Calibri"/>
            </a:endParaRPr>
          </a:p>
          <a:p>
            <a:pPr marL="979488" marR="0" lvl="1" indent="-441325" algn="just" rtl="0">
              <a:lnSpc>
                <a:spcPct val="100000"/>
              </a:lnSpc>
              <a:spcBef>
                <a:spcPts val="0"/>
              </a:spcBef>
              <a:spcAft>
                <a:spcPts val="0"/>
              </a:spcAft>
              <a:buClr>
                <a:srgbClr val="C00000"/>
              </a:buClr>
              <a:buSzPts val="2800"/>
              <a:buFont typeface="Arial"/>
              <a:buChar char="•"/>
            </a:pPr>
            <a:r>
              <a:rPr lang="es-AR" sz="2800" b="0" i="0" u="none" strike="noStrike" cap="none">
                <a:solidFill>
                  <a:schemeClr val="dk1"/>
                </a:solidFill>
                <a:latin typeface="Calibri"/>
                <a:ea typeface="Calibri"/>
                <a:cs typeface="Calibri"/>
                <a:sym typeface="Calibri"/>
              </a:rPr>
              <a:t>Se hace hincapié en la competencia individual y colaboración grupal.</a:t>
            </a:r>
            <a:endParaRPr/>
          </a:p>
          <a:p>
            <a:pPr marL="979488" marR="0" lvl="1" indent="-441325" algn="just" rtl="0">
              <a:lnSpc>
                <a:spcPct val="100000"/>
              </a:lnSpc>
              <a:spcBef>
                <a:spcPts val="0"/>
              </a:spcBef>
              <a:spcAft>
                <a:spcPts val="0"/>
              </a:spcAft>
              <a:buClr>
                <a:srgbClr val="C00000"/>
              </a:buClr>
              <a:buSzPts val="2800"/>
              <a:buFont typeface="Arial"/>
              <a:buChar char="•"/>
            </a:pPr>
            <a:r>
              <a:rPr lang="es-AR" sz="2800" b="0" i="0" u="none" strike="noStrike" cap="none">
                <a:solidFill>
                  <a:schemeClr val="dk1"/>
                </a:solidFill>
                <a:latin typeface="Calibri"/>
                <a:ea typeface="Calibri"/>
                <a:cs typeface="Calibri"/>
                <a:sym typeface="Calibri"/>
              </a:rPr>
              <a:t>Son autoorganizados. </a:t>
            </a:r>
            <a:endParaRPr sz="2400" b="0" i="0" u="none" strike="noStrike" cap="none">
              <a:solidFill>
                <a:schemeClr val="dk1"/>
              </a:solidFill>
              <a:latin typeface="Calibri"/>
              <a:ea typeface="Calibri"/>
              <a:cs typeface="Calibri"/>
              <a:sym typeface="Calibri"/>
            </a:endParaRPr>
          </a:p>
        </p:txBody>
      </p:sp>
      <p:sp>
        <p:nvSpPr>
          <p:cNvPr id="699" name="Google Shape;699;p151"/>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 equipo de software ágil</a:t>
            </a:r>
            <a:endParaRPr/>
          </a:p>
        </p:txBody>
      </p:sp>
      <p:sp>
        <p:nvSpPr>
          <p:cNvPr id="700" name="Google Shape;700;p151"/>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701" name="Google Shape;701;p151"/>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702" name="Google Shape;702;p151"/>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50</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152"/>
          <p:cNvSpPr/>
          <p:nvPr/>
        </p:nvSpPr>
        <p:spPr>
          <a:xfrm>
            <a:off x="9232560" y="2935440"/>
            <a:ext cx="2919600" cy="104580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152"/>
          <p:cNvSpPr/>
          <p:nvPr/>
        </p:nvSpPr>
        <p:spPr>
          <a:xfrm>
            <a:off x="5941080" y="6585840"/>
            <a:ext cx="2157480" cy="303480"/>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152"/>
          <p:cNvSpPr/>
          <p:nvPr/>
        </p:nvSpPr>
        <p:spPr>
          <a:xfrm>
            <a:off x="920147" y="1778134"/>
            <a:ext cx="10271927" cy="4547426"/>
          </a:xfrm>
          <a:custGeom>
            <a:avLst/>
            <a:gdLst/>
            <a:ahLst/>
            <a:cxnLst/>
            <a:rect l="l" t="t" r="r" b="b"/>
            <a:pathLst>
              <a:path w="21600" h="21600" extrusionOk="0">
                <a:moveTo>
                  <a:pt x="0" y="0"/>
                </a:moveTo>
                <a:lnTo>
                  <a:pt x="21600" y="0"/>
                </a:lnTo>
                <a:lnTo>
                  <a:pt x="21600" y="21600"/>
                </a:lnTo>
                <a:lnTo>
                  <a:pt x="0" y="21600"/>
                </a:lnTo>
                <a:close/>
              </a:path>
            </a:pathLst>
          </a:custGeom>
          <a:noFill/>
          <a:ln>
            <a:noFill/>
          </a:ln>
        </p:spPr>
        <p:txBody>
          <a:bodyPr spcFirstLastPara="1" wrap="square" lIns="90000" tIns="45000" rIns="90000" bIns="45000" anchor="t" anchorCtr="0">
            <a:noAutofit/>
          </a:bodyPr>
          <a:lstStyle/>
          <a:p>
            <a:pPr marL="538163" marR="0" lvl="0" indent="-538163" algn="just" rtl="0">
              <a:lnSpc>
                <a:spcPct val="100000"/>
              </a:lnSpc>
              <a:spcBef>
                <a:spcPts val="0"/>
              </a:spcBef>
              <a:spcAft>
                <a:spcPts val="0"/>
              </a:spcAft>
              <a:buClr>
                <a:srgbClr val="C00000"/>
              </a:buClr>
              <a:buSzPts val="2800"/>
              <a:buFont typeface="Noto Sans Symbols"/>
              <a:buChar char="❖"/>
            </a:pPr>
            <a:r>
              <a:rPr lang="es-AR" sz="2800" b="0" i="0" u="none" strike="noStrike" cap="none">
                <a:solidFill>
                  <a:schemeClr val="dk1"/>
                </a:solidFill>
                <a:latin typeface="Calibri"/>
                <a:ea typeface="Calibri"/>
                <a:cs typeface="Calibri"/>
                <a:sym typeface="Calibri"/>
              </a:rPr>
              <a:t>Se parece a un paradigma aleatorio con pocos miembros</a:t>
            </a:r>
            <a:endParaRPr/>
          </a:p>
        </p:txBody>
      </p:sp>
      <p:sp>
        <p:nvSpPr>
          <p:cNvPr id="710" name="Google Shape;710;p152"/>
          <p:cNvSpPr txBox="1">
            <a:spLocks noGrp="1"/>
          </p:cNvSpPr>
          <p:nvPr>
            <p:ph type="title"/>
          </p:nvPr>
        </p:nvSpPr>
        <p:spPr>
          <a:xfrm>
            <a:off x="1094964" y="294190"/>
            <a:ext cx="10040064" cy="148394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AR"/>
              <a:t>El equipo de software ágil</a:t>
            </a:r>
            <a:endParaRPr/>
          </a:p>
        </p:txBody>
      </p:sp>
      <p:sp>
        <p:nvSpPr>
          <p:cNvPr id="711" name="Google Shape;711;p152"/>
          <p:cNvSpPr txBox="1">
            <a:spLocks noGrp="1"/>
          </p:cNvSpPr>
          <p:nvPr>
            <p:ph type="dt" idx="10"/>
          </p:nvPr>
        </p:nvSpPr>
        <p:spPr>
          <a:xfrm>
            <a:off x="1094964" y="6613551"/>
            <a:ext cx="2468816" cy="37383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None/>
            </a:pPr>
            <a:r>
              <a:rPr lang="es-AR"/>
              <a:t>2026</a:t>
            </a:r>
            <a:endParaRPr/>
          </a:p>
        </p:txBody>
      </p:sp>
      <p:sp>
        <p:nvSpPr>
          <p:cNvPr id="712" name="Google Shape;712;p152"/>
          <p:cNvSpPr txBox="1">
            <a:spLocks noGrp="1"/>
          </p:cNvSpPr>
          <p:nvPr>
            <p:ph type="ftr" idx="11"/>
          </p:nvPr>
        </p:nvSpPr>
        <p:spPr>
          <a:xfrm>
            <a:off x="3679456" y="6613551"/>
            <a:ext cx="4814033" cy="37383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s-AR"/>
              <a:t>INGENIERÍA DE SOFTWARE II</a:t>
            </a:r>
            <a:endParaRPr/>
          </a:p>
        </p:txBody>
      </p:sp>
      <p:sp>
        <p:nvSpPr>
          <p:cNvPr id="713" name="Google Shape;713;p152"/>
          <p:cNvSpPr txBox="1">
            <a:spLocks noGrp="1"/>
          </p:cNvSpPr>
          <p:nvPr>
            <p:ph type="sldNum" idx="12"/>
          </p:nvPr>
        </p:nvSpPr>
        <p:spPr>
          <a:xfrm>
            <a:off x="9883189" y="6613551"/>
            <a:ext cx="1308885" cy="373831"/>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s-AR"/>
              <a:t>51</a:t>
            </a:fld>
            <a:endParaRPr>
              <a:solidFill>
                <a:srgbClr val="000000"/>
              </a:solidFill>
              <a:latin typeface="Times New Roman"/>
              <a:ea typeface="Times New Roman"/>
              <a:cs typeface="Times New Roman"/>
              <a:sym typeface="Times New Roman"/>
            </a:endParaRPr>
          </a:p>
        </p:txBody>
      </p:sp>
      <p:pic>
        <p:nvPicPr>
          <p:cNvPr id="714" name="Google Shape;714;p152" descr="Imagen que contiene Interfaz de usuario gráfica&#10;&#10;Descripción generada automáticamente"/>
          <p:cNvPicPr preferRelativeResize="0"/>
          <p:nvPr/>
        </p:nvPicPr>
        <p:blipFill rotWithShape="1">
          <a:blip r:embed="rId3">
            <a:alphaModFix/>
          </a:blip>
          <a:srcRect t="5118" b="8294"/>
          <a:stretch/>
        </p:blipFill>
        <p:spPr>
          <a:xfrm>
            <a:off x="2239808" y="2465614"/>
            <a:ext cx="7632604" cy="3641272"/>
          </a:xfrm>
          <a:prstGeom prst="rect">
            <a:avLst/>
          </a:prstGeom>
          <a:noFill/>
          <a:ln>
            <a:noFill/>
          </a:ln>
        </p:spPr>
      </p:pic>
    </p:spTree>
  </p:cSld>
  <p:clrMapOvr>
    <a:masterClrMapping/>
  </p:clrMapOvr>
</p:sld>
</file>

<file path=ppt/theme/theme1.xml><?xml version="1.0" encoding="utf-8"?>
<a:theme xmlns:a="http://schemas.openxmlformats.org/drawingml/2006/main" name="Retrospección">
  <a:themeElements>
    <a:clrScheme name="Naranja rojo">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2605</Words>
  <Application>Microsoft Office PowerPoint</Application>
  <PresentationFormat>Personalizado</PresentationFormat>
  <Paragraphs>462</Paragraphs>
  <Slides>51</Slides>
  <Notes>51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51</vt:i4>
      </vt:variant>
    </vt:vector>
  </HeadingPairs>
  <TitlesOfParts>
    <vt:vector size="58" baseType="lpstr">
      <vt:lpstr>Arial</vt:lpstr>
      <vt:lpstr>Bookman Old Style</vt:lpstr>
      <vt:lpstr>Calibri</vt:lpstr>
      <vt:lpstr>Noto Sans Symbols</vt:lpstr>
      <vt:lpstr>Times New Roman</vt:lpstr>
      <vt:lpstr>Twentieth Century</vt:lpstr>
      <vt:lpstr>Retrospección</vt:lpstr>
      <vt:lpstr>Ingeniería de Software II</vt:lpstr>
      <vt:lpstr>Contenidos</vt:lpstr>
      <vt:lpstr>GCS</vt:lpstr>
      <vt:lpstr>Gestión de la Configuración del Software (GCS)</vt:lpstr>
      <vt:lpstr>¿Quién hace la GCS?</vt:lpstr>
      <vt:lpstr>Elementos de la GCS (ECS)</vt:lpstr>
      <vt:lpstr>Elementos de la GCS (ECS)</vt:lpstr>
      <vt:lpstr>Organización de un repositorio de ECS</vt:lpstr>
      <vt:lpstr>Gestión de la Configuración del Software (GCS)</vt:lpstr>
      <vt:lpstr>Gestión de la Configuración del Software (GCS)</vt:lpstr>
      <vt:lpstr>Gestión de la Configuración del Software (GCS)</vt:lpstr>
      <vt:lpstr>GCS – Línea base</vt:lpstr>
      <vt:lpstr>GCS – Línea base</vt:lpstr>
      <vt:lpstr>GCS – Línea base</vt:lpstr>
      <vt:lpstr>GCS - Importancia</vt:lpstr>
      <vt:lpstr>GCS - Proceso</vt:lpstr>
      <vt:lpstr>GCS - Proceso</vt:lpstr>
      <vt:lpstr>GCS - Proceso</vt:lpstr>
      <vt:lpstr>GCS - Proceso</vt:lpstr>
      <vt:lpstr>GCS - Proceso</vt:lpstr>
      <vt:lpstr>GCS - Proceso</vt:lpstr>
      <vt:lpstr>GCS - Proceso</vt:lpstr>
      <vt:lpstr>GCS - Proceso</vt:lpstr>
      <vt:lpstr>GCS - Proceso</vt:lpstr>
      <vt:lpstr>GCS - Proceso</vt:lpstr>
      <vt:lpstr>GCS - Proceso</vt:lpstr>
      <vt:lpstr>GCS - Proceso</vt:lpstr>
      <vt:lpstr>GCS - Proceso</vt:lpstr>
      <vt:lpstr>Presentación de PowerPoint</vt:lpstr>
      <vt:lpstr>Gestión de Proyectos</vt:lpstr>
      <vt:lpstr>Proyecto - Características</vt:lpstr>
      <vt:lpstr>Las 4 P de la Gestión de Proyectos de Software</vt:lpstr>
      <vt:lpstr>Manifestación de una mala gestión de proyectos</vt:lpstr>
      <vt:lpstr>Elementos clave de la gestión de proyectos</vt:lpstr>
      <vt:lpstr>Gestión de Proyectos</vt:lpstr>
      <vt:lpstr>Planificación organizativa</vt:lpstr>
      <vt:lpstr>Planificación organizativa</vt:lpstr>
      <vt:lpstr>Líderes de equipo</vt:lpstr>
      <vt:lpstr>El equipo de software</vt:lpstr>
      <vt:lpstr>El equipo de software</vt:lpstr>
      <vt:lpstr>El equipo de software</vt:lpstr>
      <vt:lpstr>Paradigmas Organizacionales del equipo</vt:lpstr>
      <vt:lpstr>Paradigmas Organizacionales del equipo</vt:lpstr>
      <vt:lpstr>Paradigmas Organizacionales del equipo</vt:lpstr>
      <vt:lpstr>Paradigmas Organizacionales del equipo</vt:lpstr>
      <vt:lpstr>Presentación de PowerPoint</vt:lpstr>
      <vt:lpstr>El equipo de software</vt:lpstr>
      <vt:lpstr>El equipo de software</vt:lpstr>
      <vt:lpstr>El equipo de software</vt:lpstr>
      <vt:lpstr>El equipo de software ágil</vt:lpstr>
      <vt:lpstr>El equipo de software ágil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Ingeniería de Software II</dc:title>
  <dc:creator>Admin EAD</dc:creator>
  <cp:lastModifiedBy>Rocio Muñoz</cp:lastModifiedBy>
  <cp:revision>2</cp:revision>
  <dcterms:modified xsi:type="dcterms:W3CDTF">2026-03-19T15:19:09Z</dcterms:modified>
</cp:coreProperties>
</file>