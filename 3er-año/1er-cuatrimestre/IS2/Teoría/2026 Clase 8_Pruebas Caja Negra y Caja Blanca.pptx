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4" r:id="rId1"/>
  </p:sldMasterIdLst>
  <p:notesMasterIdLst>
    <p:notesMasterId r:id="rId42"/>
  </p:notesMasterIdLst>
  <p:sldIdLst>
    <p:sldId id="298" r:id="rId2"/>
    <p:sldId id="312" r:id="rId3"/>
    <p:sldId id="257" r:id="rId4"/>
    <p:sldId id="315" r:id="rId5"/>
    <p:sldId id="316" r:id="rId6"/>
    <p:sldId id="317" r:id="rId7"/>
    <p:sldId id="318" r:id="rId8"/>
    <p:sldId id="319" r:id="rId9"/>
    <p:sldId id="320" r:id="rId10"/>
    <p:sldId id="321" r:id="rId11"/>
    <p:sldId id="322" r:id="rId12"/>
    <p:sldId id="323" r:id="rId13"/>
    <p:sldId id="324" r:id="rId14"/>
    <p:sldId id="269" r:id="rId15"/>
    <p:sldId id="325" r:id="rId16"/>
    <p:sldId id="326" r:id="rId17"/>
    <p:sldId id="272" r:id="rId18"/>
    <p:sldId id="327" r:id="rId19"/>
    <p:sldId id="328" r:id="rId20"/>
    <p:sldId id="329" r:id="rId21"/>
    <p:sldId id="330" r:id="rId22"/>
    <p:sldId id="331" r:id="rId23"/>
    <p:sldId id="332" r:id="rId24"/>
    <p:sldId id="333" r:id="rId25"/>
    <p:sldId id="281" r:id="rId26"/>
    <p:sldId id="334" r:id="rId27"/>
    <p:sldId id="335" r:id="rId28"/>
    <p:sldId id="336" r:id="rId29"/>
    <p:sldId id="341" r:id="rId30"/>
    <p:sldId id="337" r:id="rId31"/>
    <p:sldId id="338" r:id="rId32"/>
    <p:sldId id="339" r:id="rId33"/>
    <p:sldId id="340" r:id="rId34"/>
    <p:sldId id="342" r:id="rId35"/>
    <p:sldId id="343" r:id="rId36"/>
    <p:sldId id="344" r:id="rId37"/>
    <p:sldId id="345" r:id="rId38"/>
    <p:sldId id="346" r:id="rId39"/>
    <p:sldId id="347" r:id="rId40"/>
    <p:sldId id="348" r:id="rId41"/>
  </p:sldIdLst>
  <p:sldSz cx="12192000" cy="6858000"/>
  <p:notesSz cx="6858000" cy="9144000"/>
  <p:embeddedFontLst>
    <p:embeddedFont>
      <p:font typeface="Noto Sans Symbols" panose="020B0604020202020204" charset="0"/>
      <p:regular r:id="rId43"/>
      <p:bold r:id="rId44"/>
    </p:embeddedFont>
    <p:embeddedFont>
      <p:font typeface="Noto Sans Symbols2" panose="020B0502040504020204" pitchFamily="34" charset="0"/>
      <p:regular r:id="rId45"/>
    </p:embeddedFont>
    <p:embeddedFont>
      <p:font typeface="Tahoma" panose="020B0604030504040204" pitchFamily="34" charset="0"/>
      <p:regular r:id="rId46"/>
      <p:bold r:id="rId47"/>
    </p:embeddedFont>
    <p:embeddedFont>
      <p:font typeface="Verdana" panose="020B0604030504040204" pitchFamily="34" charset="0"/>
      <p:regular r:id="rId48"/>
      <p:bold r:id="rId49"/>
      <p:italic r:id="rId50"/>
      <p:boldItalic r:id="rId51"/>
    </p:embeddedFont>
  </p:embeddedFontLst>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ho4Vp0FkucWN07m8MBP2dq17t8W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cio Muñoz" initials="RM" lastIdx="1" clrIdx="0">
    <p:extLst>
      <p:ext uri="{19B8F6BF-5375-455C-9EA6-DF929625EA0E}">
        <p15:presenceInfo xmlns:p15="http://schemas.microsoft.com/office/powerpoint/2012/main" userId="S::rmunoz@lidi.info.unlp.edu.ar::bc0f59c4-1657-407c-9a68-886cf893711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43555D-D369-4BB7-928E-1EA982A75EF0}">
  <a:tblStyle styleId="{2143555D-D369-4BB7-928E-1EA982A75EF0}"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954" y="66"/>
      </p:cViewPr>
      <p:guideLst>
        <p:guide orient="horz" pos="2160"/>
        <p:guide pos="384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59"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 Id="rId57" Type="http://schemas.openxmlformats.org/officeDocument/2006/relationships/commentAuthors" Target="commentAuthors.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customschemas.google.com/relationships/presentationmetadata" Target="metadata"/><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 name="Google Shape;6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2: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2</a:t>
            </a:fld>
            <a:endParaRPr sz="1400" b="0" i="0" u="none" strike="noStrike" cap="none">
              <a:solidFill>
                <a:srgbClr val="000000"/>
              </a:solidFill>
              <a:latin typeface="Arial"/>
              <a:ea typeface="Arial"/>
              <a:cs typeface="Arial"/>
              <a:sym typeface="Arial"/>
            </a:endParaRPr>
          </a:p>
        </p:txBody>
      </p:sp>
      <p:sp>
        <p:nvSpPr>
          <p:cNvPr id="129" name="Google Shape;12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0" name="Google Shape;130;p2:notes"/>
          <p:cNvSpPr txBox="1">
            <a:spLocks noGrp="1"/>
          </p:cNvSpPr>
          <p:nvPr>
            <p:ph type="body" idx="1"/>
          </p:nvPr>
        </p:nvSpPr>
        <p:spPr>
          <a:xfrm>
            <a:off x="685800" y="4343400"/>
            <a:ext cx="5485680" cy="41140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131" name="Google Shape;131;p2:notes"/>
          <p:cNvSpPr/>
          <p:nvPr/>
        </p:nvSpPr>
        <p:spPr>
          <a:xfrm>
            <a:off x="3884760" y="8685360"/>
            <a:ext cx="2971080" cy="45648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AR" sz="1200" b="0" i="0" u="none" strike="noStrike" cap="none">
                <a:solidFill>
                  <a:srgbClr val="000000"/>
                </a:solidFill>
                <a:latin typeface="Arial"/>
                <a:ea typeface="Arial"/>
                <a:cs typeface="Arial"/>
                <a:sym typeface="Arial"/>
              </a:rPr>
              <a:t>2</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 name="Google Shape;6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61" name="Google Shape;6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53BCFA83-79CA-D367-B540-3263B05EC8C9}"/>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1200B88C-8ECF-DAC3-94DE-B5E13B8F6E6F}"/>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13DF7CBF-3B0F-DFD6-EF82-DC43DCB40413}"/>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987528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73E4990D-C166-B3CF-65FC-855C1074E4AD}"/>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76F7C92A-8C9B-B9F6-5833-92786C601021}"/>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05EB6FDF-5407-95B9-68A1-72E9BF49D1C7}"/>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040106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0083E9D9-5C00-82B8-0A14-2F53BF488748}"/>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52E0B305-A02C-1E48-A9BF-548336FB0DA4}"/>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B445358D-3583-0522-FD23-F7039181D3C3}"/>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0023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6887D499-1F3B-DB6E-9A47-E5AE31983837}"/>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28CA9ADF-19D8-19FB-A54C-D03BEBE25E53}"/>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5A985277-BCA4-982B-0B67-0A5052D5F7FD}"/>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465131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8B24F8B7-FF79-0FE4-00A4-D4B49D446206}"/>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049EB82F-181F-E677-2FF3-0E4DA7EA133F}"/>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EA373545-81ED-9305-98D2-39FBE6AB5906}"/>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323153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C45E5F01-D28F-28FB-39BE-F4F6493A2259}"/>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F9386A13-A3B5-BDC7-C755-0A1995B5A339}"/>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683AC83A-2C4D-7DE1-031F-4184D55D241E}"/>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3771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AC55C95E-04DF-BDBC-88E2-8D5C98A0DED1}"/>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35001C03-416A-7D61-772B-36B695C44FE1}"/>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CBA13222-FF9D-BDEC-CFBB-5FAEE93E9F77}"/>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24847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6DAE331A-3472-7A54-F4EC-E39EEE92B430}"/>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C2388DE4-865B-E352-BF39-9D0B939194E9}"/>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68C0F98A-B8D3-D960-8A05-4319CBDFFDF4}"/>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574622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7FC912D6-8EE1-A8ED-E6E7-C47DD66EB3E3}"/>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790F7CFA-A51B-5EEA-E589-39F390895191}"/>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B593B9E7-99AC-4334-B82E-C183A4DC830D}"/>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010267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D79AB2D5-97F3-3FC1-B484-CDA456A8ACF5}"/>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2EDC3FAA-CF11-0E95-0F17-CAAB714FD8C1}"/>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97A2C337-295C-6D5B-714B-FBBFAC4A0E8B}"/>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375077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708B5F7E-2D1B-22AB-4B8B-7E9F3872B664}"/>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EDC06166-CE86-0274-2345-CF1B6DF7BFE3}"/>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2F950269-C451-212A-3501-B39083C53C15}"/>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210804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8" name="Google Shape;218;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9CABA1EE-4E3A-8D1C-4D01-F3F64D2143EC}"/>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AC44AA00-A9C7-8295-A580-9B90F271C73D}"/>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6581EAAD-BA5B-0AA5-A09C-DAA9C25D168B}"/>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269717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3299562D-CD6E-EDC9-7A3A-BFE7768EA63A}"/>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4C8FD672-C00B-2212-B618-A51BC8F2DFDB}"/>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FC6B295A-EC2A-27B3-5C42-9AF581FD8D38}"/>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574138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77331442-542C-7251-0C19-6CACBE4EC74D}"/>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FE99AF78-E764-C52D-CBEF-9883C1A75C1E}"/>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4614D0A0-2F72-ECE0-D671-0731BFE44D38}"/>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37105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24D87D2A-832A-ABDD-1850-5ABCAB2D0B3B}"/>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7E709B51-977F-6E5F-4E0D-048EC9605C75}"/>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1959CEDC-46C0-9D1C-F2A2-83AA658A5590}"/>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960432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C957E6F8-612F-8EFE-DED2-C6127F1F90C3}"/>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4AB6718F-BBE9-00F3-D2B0-DB8962868AC9}"/>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46B09138-3EFD-BC31-81D7-0F19FCBBE254}"/>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869322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614F79C9-AC67-E5F7-F6EC-7E8C347AC225}"/>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7E1D464C-9AD5-9F98-E946-17C777389C9D}"/>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8680EB2F-EAA4-A171-FB59-4626F09FE383}"/>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830214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635F0228-7577-826E-1FA0-CB0661606E3E}"/>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AADC8680-8178-3C95-A662-CBB518F43E01}"/>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5B246FE6-EE8F-E71A-8C37-5438F7484D3D}"/>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249187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EF7A0DE4-61EB-7238-E2DC-22757A916EE6}"/>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C4D35399-9042-88F2-35A9-A1F173F340CB}"/>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1BF1ED9B-C595-BDD5-0F21-00A1F329BAC8}"/>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986673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E85CD33B-55BE-E938-593D-4FD392455C11}"/>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F29D17A0-54E3-2432-A7AD-A089C01D9E46}"/>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15F4B0CE-8F5D-4479-438E-F3EF2139531B}"/>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934155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7D7DA40B-EB2E-221B-7DE4-BD8BC95D20C7}"/>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F40C5296-D157-DBAC-138F-F7CEE584EF2B}"/>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094E73DF-F9DC-679C-C55C-34604E062082}"/>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819311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AA60C2A0-8154-4035-5DAD-813CE4E1B5CD}"/>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A4E077C6-47B6-D6A9-DEC4-A38AA07015D8}"/>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BCD64F81-E16C-9F94-60DD-333F8DA783BF}"/>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694856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775B06F3-D335-23C2-DB3E-64E32CE14E3D}"/>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CA03352F-AB5B-D657-BB13-00EC18BEAD30}"/>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6CEEF75F-D648-E04F-3CC2-0289C3578775}"/>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035676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6CE2B87F-5DB3-4876-66D6-0BC752AAC5EE}"/>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AC26B53E-A31A-59D1-3430-606D829E8C64}"/>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628CE55D-9B12-32CC-FF17-1DDD41ABDABC}"/>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300137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5D9B88BC-61CE-AF9D-AA88-EC2B0ECFC1AF}"/>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344795CC-A937-65F6-6CE0-C4BB4A9DB682}"/>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FCAB95F8-889B-D55B-814F-250793BE0544}"/>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39178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0374689A-FB69-92A4-A4CD-8C1404F99362}"/>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48D953D6-40E4-62A3-472A-BAC4561FA063}"/>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5AAD7D54-E792-95B8-2E23-B3C49176C60C}"/>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689937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907370BB-6E1C-61C9-D198-89069DE2279A}"/>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2BEFCA97-E7AB-E78F-0382-F75474C821E9}"/>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B85A7B33-E039-61D8-3676-429C34AA368F}"/>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709039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99215181-D3C4-0857-424E-EA3FF63E90DC}"/>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7E30E14D-66A3-1BDF-17A0-47C60FEC87A1}"/>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34A36BC8-7983-DD86-2AA3-9A9FA8E52217}"/>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464632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0CFCF333-AE64-1985-5DDE-29B3FC9043E2}"/>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310560FB-E60B-30A4-FCF5-44FB6E10B820}"/>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A654CE01-7A05-F64D-18CA-F597E83980DC}"/>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326446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1F54AA09-72CE-7EBD-AA45-7FBFB87178B4}"/>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8FABAE9F-E701-4F89-174A-C892E2312FF5}"/>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F4353195-5A4C-503B-0C75-699352B790D9}"/>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101812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15FA1203-5434-CE54-2AFF-BA8811B69126}"/>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3CC9A5F1-B26A-16A3-C084-F5102FFF6748}"/>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2C8A1BD1-53EB-7DF7-D348-E3C758AAFF73}"/>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286406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476EB18F-D5D3-FC5D-2F2A-4344A5045CF0}"/>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8E541E25-CFD8-E61D-0A38-09D5861B8646}"/>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466F6163-0C51-CBF9-9963-BF965C06F40D}"/>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35121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B6A36DD9-74C9-5491-68AE-0E1721411D4A}"/>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7AA32C96-8FAD-8A19-72C3-52311B55E3CC}"/>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D383100E-3579-7B59-372F-75F5F46BC5DD}"/>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855675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con pie">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078EBB29-1ED9-3ED5-4AEF-C2085E814217}"/>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5" name="Rectangle 7">
            <a:extLst>
              <a:ext uri="{FF2B5EF4-FFF2-40B4-BE49-F238E27FC236}">
                <a16:creationId xmlns:a16="http://schemas.microsoft.com/office/drawing/2014/main" id="{75CB9C08-76E5-0EA7-E902-CAF0275E2415}"/>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cxnSp>
        <p:nvCxnSpPr>
          <p:cNvPr id="6" name="Straight Connector 8">
            <a:extLst>
              <a:ext uri="{FF2B5EF4-FFF2-40B4-BE49-F238E27FC236}">
                <a16:creationId xmlns:a16="http://schemas.microsoft.com/office/drawing/2014/main" id="{0672B9C1-4916-EE25-E49E-9B3C669EA123}"/>
              </a:ext>
            </a:extLst>
          </p:cNvPr>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097280" y="758952"/>
            <a:ext cx="10058400" cy="3566160"/>
          </a:xfrm>
        </p:spPr>
        <p:txBody>
          <a:bodyPr>
            <a:normAutofit/>
          </a:bodyPr>
          <a:lstStyle>
            <a:lvl1pPr algn="l">
              <a:lnSpc>
                <a:spcPct val="85000"/>
              </a:lnSpc>
              <a:defRPr sz="72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7" name="Date Placeholder 3">
            <a:extLst>
              <a:ext uri="{FF2B5EF4-FFF2-40B4-BE49-F238E27FC236}">
                <a16:creationId xmlns:a16="http://schemas.microsoft.com/office/drawing/2014/main" id="{6BB692BA-0EE0-951F-9E68-4334F2FD8126}"/>
              </a:ext>
            </a:extLst>
          </p:cNvPr>
          <p:cNvSpPr>
            <a:spLocks noGrp="1"/>
          </p:cNvSpPr>
          <p:nvPr>
            <p:ph type="dt" sz="half" idx="10"/>
          </p:nvPr>
        </p:nvSpPr>
        <p:spPr/>
        <p:txBody>
          <a:bodyPr/>
          <a:lstStyle>
            <a:lvl1pPr>
              <a:defRPr/>
            </a:lvl1pPr>
          </a:lstStyle>
          <a:p>
            <a:r>
              <a:rPr lang="es-ES" noProof="0"/>
              <a:t>2026</a:t>
            </a:r>
            <a:endParaRPr lang="es-AR" noProof="0"/>
          </a:p>
        </p:txBody>
      </p:sp>
      <p:sp>
        <p:nvSpPr>
          <p:cNvPr id="8" name="Footer Placeholder 4">
            <a:extLst>
              <a:ext uri="{FF2B5EF4-FFF2-40B4-BE49-F238E27FC236}">
                <a16:creationId xmlns:a16="http://schemas.microsoft.com/office/drawing/2014/main" id="{DC341AF9-BD06-DDDA-2762-7EE2198EAD2F}"/>
              </a:ext>
            </a:extLst>
          </p:cNvPr>
          <p:cNvSpPr>
            <a:spLocks noGrp="1"/>
          </p:cNvSpPr>
          <p:nvPr>
            <p:ph type="ftr" sz="quarter" idx="11"/>
          </p:nvPr>
        </p:nvSpPr>
        <p:spPr/>
        <p:txBody>
          <a:bodyPr/>
          <a:lstStyle>
            <a:lvl1pPr>
              <a:defRPr/>
            </a:lvl1pPr>
          </a:lstStyle>
          <a:p>
            <a:r>
              <a:rPr lang="es-AR" noProof="0"/>
              <a:t>Ingeniería de Software II</a:t>
            </a:r>
          </a:p>
        </p:txBody>
      </p:sp>
      <p:sp>
        <p:nvSpPr>
          <p:cNvPr id="9" name="Slide Number Placeholder 5">
            <a:extLst>
              <a:ext uri="{FF2B5EF4-FFF2-40B4-BE49-F238E27FC236}">
                <a16:creationId xmlns:a16="http://schemas.microsoft.com/office/drawing/2014/main" id="{235DF242-27D8-67FB-3E47-92760CAAE27E}"/>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noProof="0" smtClean="0"/>
              <a:t>‹Nº›</a:t>
            </a:fld>
            <a:endParaRPr lang="es-AR" noProof="0" dirty="0"/>
          </a:p>
        </p:txBody>
      </p:sp>
    </p:spTree>
    <p:extLst>
      <p:ext uri="{BB962C8B-B14F-4D97-AF65-F5344CB8AC3E}">
        <p14:creationId xmlns:p14="http://schemas.microsoft.com/office/powerpoint/2010/main" val="32859454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sz="44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a:extLst>
              <a:ext uri="{FF2B5EF4-FFF2-40B4-BE49-F238E27FC236}">
                <a16:creationId xmlns:a16="http://schemas.microsoft.com/office/drawing/2014/main" id="{8C0BC5D9-5290-3D00-857A-7535DCF36C6E}"/>
              </a:ext>
            </a:extLst>
          </p:cNvPr>
          <p:cNvSpPr>
            <a:spLocks noGrp="1"/>
          </p:cNvSpPr>
          <p:nvPr>
            <p:ph type="dt" sz="half" idx="10"/>
          </p:nvPr>
        </p:nvSpPr>
        <p:spPr/>
        <p:txBody>
          <a:bodyPr/>
          <a:lstStyle>
            <a:lvl1pPr>
              <a:defRPr/>
            </a:lvl1pPr>
          </a:lstStyle>
          <a:p>
            <a:r>
              <a:rPr lang="es-ES" noProof="0"/>
              <a:t>2026</a:t>
            </a:r>
            <a:endParaRPr lang="es-AR" noProof="0"/>
          </a:p>
        </p:txBody>
      </p:sp>
      <p:sp>
        <p:nvSpPr>
          <p:cNvPr id="5" name="Footer Placeholder 4">
            <a:extLst>
              <a:ext uri="{FF2B5EF4-FFF2-40B4-BE49-F238E27FC236}">
                <a16:creationId xmlns:a16="http://schemas.microsoft.com/office/drawing/2014/main" id="{B0D1A862-859C-077A-2C8D-DC8C27923D93}"/>
              </a:ext>
            </a:extLst>
          </p:cNvPr>
          <p:cNvSpPr>
            <a:spLocks noGrp="1"/>
          </p:cNvSpPr>
          <p:nvPr>
            <p:ph type="ftr" sz="quarter" idx="11"/>
          </p:nvPr>
        </p:nvSpPr>
        <p:spPr/>
        <p:txBody>
          <a:bodyPr/>
          <a:lstStyle>
            <a:lvl1pPr>
              <a:defRPr/>
            </a:lvl1pPr>
          </a:lstStyle>
          <a:p>
            <a:r>
              <a:rPr lang="es-AR" noProof="0"/>
              <a:t>Ingeniería de Software II</a:t>
            </a:r>
          </a:p>
        </p:txBody>
      </p:sp>
      <p:sp>
        <p:nvSpPr>
          <p:cNvPr id="6" name="Slide Number Placeholder 5">
            <a:extLst>
              <a:ext uri="{FF2B5EF4-FFF2-40B4-BE49-F238E27FC236}">
                <a16:creationId xmlns:a16="http://schemas.microsoft.com/office/drawing/2014/main" id="{20EB1AD7-5ED3-30AC-3D50-8424E91F261B}"/>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noProof="0" smtClean="0"/>
              <a:t>‹Nº›</a:t>
            </a:fld>
            <a:endParaRPr lang="es-AR" noProof="0" dirty="0"/>
          </a:p>
        </p:txBody>
      </p:sp>
    </p:spTree>
    <p:extLst>
      <p:ext uri="{BB962C8B-B14F-4D97-AF65-F5344CB8AC3E}">
        <p14:creationId xmlns:p14="http://schemas.microsoft.com/office/powerpoint/2010/main" val="2787720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132950DC-B528-E980-36CE-84C3469D559E}"/>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a:extLst>
              <a:ext uri="{FF2B5EF4-FFF2-40B4-BE49-F238E27FC236}">
                <a16:creationId xmlns:a16="http://schemas.microsoft.com/office/drawing/2014/main" id="{DF6F8C9B-3E05-3466-E7DA-3BF31F90B7D1}"/>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8">
            <a:extLst>
              <a:ext uri="{FF2B5EF4-FFF2-40B4-BE49-F238E27FC236}">
                <a16:creationId xmlns:a16="http://schemas.microsoft.com/office/drawing/2014/main" id="{E1BB79FA-5457-A465-E8BC-FA9F1D63075B}"/>
              </a:ext>
            </a:extLst>
          </p:cNvPr>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097280" y="758952"/>
            <a:ext cx="10058400" cy="3566160"/>
          </a:xfrm>
        </p:spPr>
        <p:txBody>
          <a:bodyPr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7" name="Date Placeholder 3">
            <a:extLst>
              <a:ext uri="{FF2B5EF4-FFF2-40B4-BE49-F238E27FC236}">
                <a16:creationId xmlns:a16="http://schemas.microsoft.com/office/drawing/2014/main" id="{53947FC6-67F9-C35F-7FF5-793F96DB37D5}"/>
              </a:ext>
            </a:extLst>
          </p:cNvPr>
          <p:cNvSpPr>
            <a:spLocks noGrp="1"/>
          </p:cNvSpPr>
          <p:nvPr>
            <p:ph type="dt" sz="half" idx="10"/>
          </p:nvPr>
        </p:nvSpPr>
        <p:spPr/>
        <p:txBody>
          <a:bodyPr/>
          <a:lstStyle>
            <a:lvl1pPr>
              <a:defRPr/>
            </a:lvl1pPr>
          </a:lstStyle>
          <a:p>
            <a:r>
              <a:rPr lang="es-ES" noProof="0"/>
              <a:t>2026</a:t>
            </a:r>
            <a:endParaRPr lang="es-AR" noProof="0"/>
          </a:p>
        </p:txBody>
      </p:sp>
      <p:sp>
        <p:nvSpPr>
          <p:cNvPr id="8" name="Footer Placeholder 4">
            <a:extLst>
              <a:ext uri="{FF2B5EF4-FFF2-40B4-BE49-F238E27FC236}">
                <a16:creationId xmlns:a16="http://schemas.microsoft.com/office/drawing/2014/main" id="{40AD9C56-BD3A-6FF0-0543-7F56654C8B74}"/>
              </a:ext>
            </a:extLst>
          </p:cNvPr>
          <p:cNvSpPr>
            <a:spLocks noGrp="1"/>
          </p:cNvSpPr>
          <p:nvPr>
            <p:ph type="ftr" sz="quarter" idx="11"/>
          </p:nvPr>
        </p:nvSpPr>
        <p:spPr/>
        <p:txBody>
          <a:bodyPr/>
          <a:lstStyle>
            <a:lvl1pPr>
              <a:defRPr/>
            </a:lvl1pPr>
          </a:lstStyle>
          <a:p>
            <a:r>
              <a:rPr lang="es-AR" noProof="0"/>
              <a:t>Ingeniería de Software II</a:t>
            </a:r>
          </a:p>
        </p:txBody>
      </p:sp>
      <p:sp>
        <p:nvSpPr>
          <p:cNvPr id="9" name="Slide Number Placeholder 5">
            <a:extLst>
              <a:ext uri="{FF2B5EF4-FFF2-40B4-BE49-F238E27FC236}">
                <a16:creationId xmlns:a16="http://schemas.microsoft.com/office/drawing/2014/main" id="{1FFEA19F-C996-63FD-7962-666B2B69456E}"/>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noProof="0" smtClean="0"/>
              <a:t>‹Nº›</a:t>
            </a:fld>
            <a:endParaRPr lang="es-AR" noProof="0" dirty="0"/>
          </a:p>
        </p:txBody>
      </p:sp>
    </p:spTree>
    <p:extLst>
      <p:ext uri="{BB962C8B-B14F-4D97-AF65-F5344CB8AC3E}">
        <p14:creationId xmlns:p14="http://schemas.microsoft.com/office/powerpoint/2010/main" val="1926616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2" name="Date Placeholder 3">
            <a:extLst>
              <a:ext uri="{FF2B5EF4-FFF2-40B4-BE49-F238E27FC236}">
                <a16:creationId xmlns:a16="http://schemas.microsoft.com/office/drawing/2014/main" id="{9E6EAFD8-578B-8AD6-8905-E8619795990D}"/>
              </a:ext>
            </a:extLst>
          </p:cNvPr>
          <p:cNvSpPr>
            <a:spLocks noGrp="1"/>
          </p:cNvSpPr>
          <p:nvPr>
            <p:ph type="dt" sz="half" idx="10"/>
          </p:nvPr>
        </p:nvSpPr>
        <p:spPr/>
        <p:txBody>
          <a:bodyPr/>
          <a:lstStyle>
            <a:lvl1pPr>
              <a:defRPr/>
            </a:lvl1pPr>
          </a:lstStyle>
          <a:p>
            <a:r>
              <a:rPr lang="es-ES" noProof="0"/>
              <a:t>2026</a:t>
            </a:r>
            <a:endParaRPr lang="es-AR" noProof="0"/>
          </a:p>
        </p:txBody>
      </p:sp>
      <p:sp>
        <p:nvSpPr>
          <p:cNvPr id="5" name="Footer Placeholder 4">
            <a:extLst>
              <a:ext uri="{FF2B5EF4-FFF2-40B4-BE49-F238E27FC236}">
                <a16:creationId xmlns:a16="http://schemas.microsoft.com/office/drawing/2014/main" id="{47D6D3E3-7C1D-8F81-7946-2F065A6182A6}"/>
              </a:ext>
            </a:extLst>
          </p:cNvPr>
          <p:cNvSpPr>
            <a:spLocks noGrp="1"/>
          </p:cNvSpPr>
          <p:nvPr>
            <p:ph type="ftr" sz="quarter" idx="11"/>
          </p:nvPr>
        </p:nvSpPr>
        <p:spPr/>
        <p:txBody>
          <a:bodyPr/>
          <a:lstStyle>
            <a:lvl1pPr>
              <a:defRPr/>
            </a:lvl1pPr>
          </a:lstStyle>
          <a:p>
            <a:r>
              <a:rPr lang="es-AR" noProof="0"/>
              <a:t>Ingeniería de Software II</a:t>
            </a:r>
          </a:p>
        </p:txBody>
      </p:sp>
      <p:sp>
        <p:nvSpPr>
          <p:cNvPr id="6" name="Slide Number Placeholder 5">
            <a:extLst>
              <a:ext uri="{FF2B5EF4-FFF2-40B4-BE49-F238E27FC236}">
                <a16:creationId xmlns:a16="http://schemas.microsoft.com/office/drawing/2014/main" id="{D590FE27-5271-B151-D2E0-0F69C678C4EC}"/>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noProof="0" smtClean="0"/>
              <a:t>‹Nº›</a:t>
            </a:fld>
            <a:endParaRPr lang="es-AR" noProof="0" dirty="0"/>
          </a:p>
        </p:txBody>
      </p:sp>
    </p:spTree>
    <p:extLst>
      <p:ext uri="{BB962C8B-B14F-4D97-AF65-F5344CB8AC3E}">
        <p14:creationId xmlns:p14="http://schemas.microsoft.com/office/powerpoint/2010/main" val="4040966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2" name="Date Placeholder 3">
            <a:extLst>
              <a:ext uri="{FF2B5EF4-FFF2-40B4-BE49-F238E27FC236}">
                <a16:creationId xmlns:a16="http://schemas.microsoft.com/office/drawing/2014/main" id="{58BAEBC7-6A13-BDC4-E423-5DA21CC7ED74}"/>
              </a:ext>
            </a:extLst>
          </p:cNvPr>
          <p:cNvSpPr>
            <a:spLocks noGrp="1"/>
          </p:cNvSpPr>
          <p:nvPr>
            <p:ph type="dt" sz="half" idx="10"/>
          </p:nvPr>
        </p:nvSpPr>
        <p:spPr/>
        <p:txBody>
          <a:bodyPr/>
          <a:lstStyle>
            <a:lvl1pPr>
              <a:defRPr/>
            </a:lvl1pPr>
          </a:lstStyle>
          <a:p>
            <a:r>
              <a:rPr lang="es-ES" noProof="0"/>
              <a:t>2026</a:t>
            </a:r>
            <a:endParaRPr lang="es-AR" noProof="0"/>
          </a:p>
        </p:txBody>
      </p:sp>
      <p:sp>
        <p:nvSpPr>
          <p:cNvPr id="7" name="Footer Placeholder 4">
            <a:extLst>
              <a:ext uri="{FF2B5EF4-FFF2-40B4-BE49-F238E27FC236}">
                <a16:creationId xmlns:a16="http://schemas.microsoft.com/office/drawing/2014/main" id="{7F8186F5-126D-3ED3-4D36-680923317529}"/>
              </a:ext>
            </a:extLst>
          </p:cNvPr>
          <p:cNvSpPr>
            <a:spLocks noGrp="1"/>
          </p:cNvSpPr>
          <p:nvPr>
            <p:ph type="ftr" sz="quarter" idx="11"/>
          </p:nvPr>
        </p:nvSpPr>
        <p:spPr/>
        <p:txBody>
          <a:bodyPr/>
          <a:lstStyle>
            <a:lvl1pPr>
              <a:defRPr/>
            </a:lvl1pPr>
          </a:lstStyle>
          <a:p>
            <a:r>
              <a:rPr lang="es-AR" noProof="0"/>
              <a:t>Ingeniería de Software II</a:t>
            </a:r>
          </a:p>
        </p:txBody>
      </p:sp>
      <p:sp>
        <p:nvSpPr>
          <p:cNvPr id="8" name="Slide Number Placeholder 5">
            <a:extLst>
              <a:ext uri="{FF2B5EF4-FFF2-40B4-BE49-F238E27FC236}">
                <a16:creationId xmlns:a16="http://schemas.microsoft.com/office/drawing/2014/main" id="{99207381-792F-1270-AC50-4A2E48DC44A8}"/>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noProof="0" smtClean="0"/>
              <a:t>‹Nº›</a:t>
            </a:fld>
            <a:endParaRPr lang="es-AR" noProof="0" dirty="0"/>
          </a:p>
        </p:txBody>
      </p:sp>
    </p:spTree>
    <p:extLst>
      <p:ext uri="{BB962C8B-B14F-4D97-AF65-F5344CB8AC3E}">
        <p14:creationId xmlns:p14="http://schemas.microsoft.com/office/powerpoint/2010/main" val="3188540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3">
            <a:extLst>
              <a:ext uri="{FF2B5EF4-FFF2-40B4-BE49-F238E27FC236}">
                <a16:creationId xmlns:a16="http://schemas.microsoft.com/office/drawing/2014/main" id="{E170F39A-AED4-AE93-CDEE-6D2379205B85}"/>
              </a:ext>
            </a:extLst>
          </p:cNvPr>
          <p:cNvSpPr>
            <a:spLocks noGrp="1"/>
          </p:cNvSpPr>
          <p:nvPr>
            <p:ph type="dt" sz="half" idx="10"/>
          </p:nvPr>
        </p:nvSpPr>
        <p:spPr/>
        <p:txBody>
          <a:bodyPr/>
          <a:lstStyle>
            <a:lvl1pPr>
              <a:defRPr/>
            </a:lvl1pPr>
          </a:lstStyle>
          <a:p>
            <a:r>
              <a:rPr lang="es-ES" noProof="0"/>
              <a:t>2026</a:t>
            </a:r>
            <a:endParaRPr lang="es-AR" noProof="0"/>
          </a:p>
        </p:txBody>
      </p:sp>
      <p:sp>
        <p:nvSpPr>
          <p:cNvPr id="4" name="Footer Placeholder 4">
            <a:extLst>
              <a:ext uri="{FF2B5EF4-FFF2-40B4-BE49-F238E27FC236}">
                <a16:creationId xmlns:a16="http://schemas.microsoft.com/office/drawing/2014/main" id="{A497004B-76F8-7C47-3B32-C232789C095D}"/>
              </a:ext>
            </a:extLst>
          </p:cNvPr>
          <p:cNvSpPr>
            <a:spLocks noGrp="1"/>
          </p:cNvSpPr>
          <p:nvPr>
            <p:ph type="ftr" sz="quarter" idx="11"/>
          </p:nvPr>
        </p:nvSpPr>
        <p:spPr/>
        <p:txBody>
          <a:bodyPr/>
          <a:lstStyle>
            <a:lvl1pPr>
              <a:defRPr/>
            </a:lvl1pPr>
          </a:lstStyle>
          <a:p>
            <a:r>
              <a:rPr lang="es-AR" noProof="0"/>
              <a:t>Ingeniería de Software II</a:t>
            </a:r>
          </a:p>
        </p:txBody>
      </p:sp>
      <p:sp>
        <p:nvSpPr>
          <p:cNvPr id="5" name="Slide Number Placeholder 5">
            <a:extLst>
              <a:ext uri="{FF2B5EF4-FFF2-40B4-BE49-F238E27FC236}">
                <a16:creationId xmlns:a16="http://schemas.microsoft.com/office/drawing/2014/main" id="{9CFFDA8D-AD04-6700-CFB9-23E5A679C471}"/>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noProof="0" smtClean="0"/>
              <a:t>‹Nº›</a:t>
            </a:fld>
            <a:endParaRPr lang="es-AR" noProof="0" dirty="0"/>
          </a:p>
        </p:txBody>
      </p:sp>
    </p:spTree>
    <p:extLst>
      <p:ext uri="{BB962C8B-B14F-4D97-AF65-F5344CB8AC3E}">
        <p14:creationId xmlns:p14="http://schemas.microsoft.com/office/powerpoint/2010/main" val="2935616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EB845BA-B0CA-8E9F-19DB-66A77FCD9DF3}"/>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5">
            <a:extLst>
              <a:ext uri="{FF2B5EF4-FFF2-40B4-BE49-F238E27FC236}">
                <a16:creationId xmlns:a16="http://schemas.microsoft.com/office/drawing/2014/main" id="{DF104240-2F22-0CD8-DD19-972CDC866718}"/>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4" name="Google Shape;67;p52">
            <a:extLst>
              <a:ext uri="{FF2B5EF4-FFF2-40B4-BE49-F238E27FC236}">
                <a16:creationId xmlns:a16="http://schemas.microsoft.com/office/drawing/2014/main" id="{841B5935-D0AC-339B-C3C8-324C79FFC435}"/>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79125" y="177800"/>
            <a:ext cx="1206500"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6">
            <a:extLst>
              <a:ext uri="{FF2B5EF4-FFF2-40B4-BE49-F238E27FC236}">
                <a16:creationId xmlns:a16="http://schemas.microsoft.com/office/drawing/2014/main" id="{6CB39845-320F-384D-7BB9-EAE4945DD50C}"/>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6" name="Footer Placeholder 7">
            <a:extLst>
              <a:ext uri="{FF2B5EF4-FFF2-40B4-BE49-F238E27FC236}">
                <a16:creationId xmlns:a16="http://schemas.microsoft.com/office/drawing/2014/main" id="{DE879BAF-8A25-FA5F-09C4-2D4E36F6DFC5}"/>
              </a:ext>
            </a:extLst>
          </p:cNvPr>
          <p:cNvSpPr>
            <a:spLocks noGrp="1"/>
          </p:cNvSpPr>
          <p:nvPr>
            <p:ph type="ftr" sz="quarter" idx="11"/>
          </p:nvPr>
        </p:nvSpPr>
        <p:spPr/>
        <p:txBody>
          <a:bodyPr/>
          <a:lstStyle>
            <a:lvl1pPr>
              <a:defRPr>
                <a:solidFill>
                  <a:srgbClr val="FFFFFF"/>
                </a:solidFill>
              </a:defRPr>
            </a:lvl1pPr>
          </a:lstStyle>
          <a:p>
            <a:pPr>
              <a:defRPr/>
            </a:pPr>
            <a:r>
              <a:rPr lang="es-ES"/>
              <a:t>Ingeniería de Software II</a:t>
            </a:r>
            <a:endParaRPr lang="es-ES" dirty="0"/>
          </a:p>
        </p:txBody>
      </p:sp>
      <p:sp>
        <p:nvSpPr>
          <p:cNvPr id="7" name="Slide Number Placeholder 8">
            <a:extLst>
              <a:ext uri="{FF2B5EF4-FFF2-40B4-BE49-F238E27FC236}">
                <a16:creationId xmlns:a16="http://schemas.microsoft.com/office/drawing/2014/main" id="{40B272C3-4AD1-772E-B4B9-6DBD70D720A9}"/>
              </a:ext>
            </a:extLst>
          </p:cNvPr>
          <p:cNvSpPr>
            <a:spLocks noGrp="1"/>
          </p:cNvSpPr>
          <p:nvPr>
            <p:ph type="sldNum" sz="quarter" idx="12"/>
          </p:nvPr>
        </p:nvSpPr>
        <p:spPr/>
        <p:txBody>
          <a:bodyPr/>
          <a:lstStyle>
            <a:lvl1pPr>
              <a:defRPr/>
            </a:lvl1pPr>
          </a:lstStyle>
          <a:p>
            <a:pPr>
              <a:defRPr/>
            </a:pPr>
            <a:fld id="{8E6EDD24-B8E0-4A0F-B5D4-A37DFC75491E}" type="slidenum">
              <a:rPr lang="es-ES"/>
              <a:pPr>
                <a:defRPr/>
              </a:pPr>
              <a:t>‹Nº›</a:t>
            </a:fld>
            <a:endParaRPr lang="es-ES"/>
          </a:p>
        </p:txBody>
      </p:sp>
    </p:spTree>
    <p:extLst>
      <p:ext uri="{BB962C8B-B14F-4D97-AF65-F5344CB8AC3E}">
        <p14:creationId xmlns:p14="http://schemas.microsoft.com/office/powerpoint/2010/main" val="1522611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F31417F-4542-15A8-1312-E08FC90170F2}"/>
              </a:ext>
            </a:extLst>
          </p:cNvPr>
          <p:cNvSpPr/>
          <p:nvPr/>
        </p:nvSpPr>
        <p:spPr>
          <a:xfrm>
            <a:off x="0" y="0"/>
            <a:ext cx="40513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a:extLst>
              <a:ext uri="{FF2B5EF4-FFF2-40B4-BE49-F238E27FC236}">
                <a16:creationId xmlns:a16="http://schemas.microsoft.com/office/drawing/2014/main" id="{10C7418F-7DB4-799A-D9A9-BC1DF2E76DD4}"/>
              </a:ext>
            </a:extLst>
          </p:cNvPr>
          <p:cNvSpPr/>
          <p:nvPr/>
        </p:nvSpPr>
        <p:spPr>
          <a:xfrm>
            <a:off x="4040188" y="0"/>
            <a:ext cx="635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a:extLst>
              <a:ext uri="{FF2B5EF4-FFF2-40B4-BE49-F238E27FC236}">
                <a16:creationId xmlns:a16="http://schemas.microsoft.com/office/drawing/2014/main" id="{F63CA9DA-4FD0-1914-6BC7-D6DE20875755}"/>
              </a:ext>
            </a:extLst>
          </p:cNvPr>
          <p:cNvSpPr>
            <a:spLocks noGrp="1"/>
          </p:cNvSpPr>
          <p:nvPr>
            <p:ph type="dt" sz="half" idx="10"/>
          </p:nvPr>
        </p:nvSpPr>
        <p:spPr>
          <a:xfrm>
            <a:off x="465138" y="6459538"/>
            <a:ext cx="2619375" cy="365125"/>
          </a:xfrm>
        </p:spPr>
        <p:txBody>
          <a:bodyPr/>
          <a:lstStyle>
            <a:lvl1pPr algn="l">
              <a:defRPr/>
            </a:lvl1pPr>
          </a:lstStyle>
          <a:p>
            <a:r>
              <a:rPr lang="es-ES" noProof="0"/>
              <a:t>2026</a:t>
            </a:r>
            <a:endParaRPr lang="es-AR" noProof="0"/>
          </a:p>
        </p:txBody>
      </p:sp>
      <p:sp>
        <p:nvSpPr>
          <p:cNvPr id="8" name="Footer Placeholder 5">
            <a:extLst>
              <a:ext uri="{FF2B5EF4-FFF2-40B4-BE49-F238E27FC236}">
                <a16:creationId xmlns:a16="http://schemas.microsoft.com/office/drawing/2014/main" id="{7117C318-D9D4-109D-0AC2-F738ECACE2AE}"/>
              </a:ext>
            </a:extLst>
          </p:cNvPr>
          <p:cNvSpPr>
            <a:spLocks noGrp="1"/>
          </p:cNvSpPr>
          <p:nvPr>
            <p:ph type="ftr" sz="quarter" idx="11"/>
          </p:nvPr>
        </p:nvSpPr>
        <p:spPr>
          <a:xfrm>
            <a:off x="4800600" y="6459538"/>
            <a:ext cx="4648200" cy="365125"/>
          </a:xfrm>
        </p:spPr>
        <p:txBody>
          <a:bodyPr/>
          <a:lstStyle>
            <a:lvl1pPr algn="l">
              <a:defRPr>
                <a:solidFill>
                  <a:schemeClr val="tx2"/>
                </a:solidFill>
              </a:defRPr>
            </a:lvl1pPr>
          </a:lstStyle>
          <a:p>
            <a:r>
              <a:rPr lang="es-AR" noProof="0"/>
              <a:t>Ingeniería de Software II</a:t>
            </a:r>
          </a:p>
        </p:txBody>
      </p:sp>
      <p:sp>
        <p:nvSpPr>
          <p:cNvPr id="9" name="Slide Number Placeholder 6">
            <a:extLst>
              <a:ext uri="{FF2B5EF4-FFF2-40B4-BE49-F238E27FC236}">
                <a16:creationId xmlns:a16="http://schemas.microsoft.com/office/drawing/2014/main" id="{1758656D-C0A9-49B6-9CA3-60D257E59554}"/>
              </a:ext>
            </a:extLst>
          </p:cNvPr>
          <p:cNvSpPr>
            <a:spLocks noGrp="1"/>
          </p:cNvSpPr>
          <p:nvPr>
            <p:ph type="sldNum" sz="quarter" idx="12"/>
          </p:nvPr>
        </p:nvSpPr>
        <p:spPr/>
        <p:txBody>
          <a:bodyPr/>
          <a:lstStyle>
            <a:lvl1pPr>
              <a:defRPr smtClean="0">
                <a:solidFill>
                  <a:schemeClr val="tx2"/>
                </a:solidFill>
              </a:defRPr>
            </a:lvl1pPr>
          </a:lstStyle>
          <a:p>
            <a:pPr marL="0" lvl="0" indent="0" algn="r" rtl="0">
              <a:spcBef>
                <a:spcPts val="0"/>
              </a:spcBef>
              <a:spcAft>
                <a:spcPts val="0"/>
              </a:spcAft>
              <a:buNone/>
            </a:pPr>
            <a:fld id="{00000000-1234-1234-1234-123412341234}" type="slidenum">
              <a:rPr lang="es-AR" noProof="0" smtClean="0"/>
              <a:t>‹Nº›</a:t>
            </a:fld>
            <a:endParaRPr lang="es-AR" noProof="0" dirty="0"/>
          </a:p>
        </p:txBody>
      </p:sp>
    </p:spTree>
    <p:extLst>
      <p:ext uri="{BB962C8B-B14F-4D97-AF65-F5344CB8AC3E}">
        <p14:creationId xmlns:p14="http://schemas.microsoft.com/office/powerpoint/2010/main" val="2611029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9478BBE-59E1-6286-EC60-7C5AE2B140EF}"/>
              </a:ext>
            </a:extLst>
          </p:cNvPr>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a:extLst>
              <a:ext uri="{FF2B5EF4-FFF2-40B4-BE49-F238E27FC236}">
                <a16:creationId xmlns:a16="http://schemas.microsoft.com/office/drawing/2014/main" id="{ACE24765-EE49-6E2E-36D3-95F5BDBBEA00}"/>
              </a:ext>
            </a:extLst>
          </p:cNvPr>
          <p:cNvSpPr/>
          <p:nvPr/>
        </p:nvSpPr>
        <p:spPr>
          <a:xfrm>
            <a:off x="0" y="4914900"/>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tIns="0" bIns="0"/>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rtlCol="0">
            <a:normAutofit/>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a:t>Haga clic en el icono para agregar una imagen</a:t>
            </a:r>
            <a:endParaRPr lang="en-US" noProof="0"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a:extLst>
              <a:ext uri="{FF2B5EF4-FFF2-40B4-BE49-F238E27FC236}">
                <a16:creationId xmlns:a16="http://schemas.microsoft.com/office/drawing/2014/main" id="{90D20158-CA25-E261-4EED-4D977D980B68}"/>
              </a:ext>
            </a:extLst>
          </p:cNvPr>
          <p:cNvSpPr>
            <a:spLocks noGrp="1"/>
          </p:cNvSpPr>
          <p:nvPr>
            <p:ph type="dt" sz="half" idx="10"/>
          </p:nvPr>
        </p:nvSpPr>
        <p:spPr/>
        <p:txBody>
          <a:bodyPr/>
          <a:lstStyle>
            <a:lvl1pPr>
              <a:defRPr/>
            </a:lvl1pPr>
          </a:lstStyle>
          <a:p>
            <a:r>
              <a:rPr lang="es-ES" noProof="0"/>
              <a:t>2026</a:t>
            </a:r>
            <a:endParaRPr lang="es-AR" noProof="0"/>
          </a:p>
        </p:txBody>
      </p:sp>
      <p:sp>
        <p:nvSpPr>
          <p:cNvPr id="8" name="Footer Placeholder 5">
            <a:extLst>
              <a:ext uri="{FF2B5EF4-FFF2-40B4-BE49-F238E27FC236}">
                <a16:creationId xmlns:a16="http://schemas.microsoft.com/office/drawing/2014/main" id="{94BE0C34-A5AE-6171-C30A-B31032672832}"/>
              </a:ext>
            </a:extLst>
          </p:cNvPr>
          <p:cNvSpPr>
            <a:spLocks noGrp="1"/>
          </p:cNvSpPr>
          <p:nvPr>
            <p:ph type="ftr" sz="quarter" idx="11"/>
          </p:nvPr>
        </p:nvSpPr>
        <p:spPr/>
        <p:txBody>
          <a:bodyPr/>
          <a:lstStyle>
            <a:lvl1pPr>
              <a:defRPr/>
            </a:lvl1pPr>
          </a:lstStyle>
          <a:p>
            <a:r>
              <a:rPr lang="es-AR" noProof="0"/>
              <a:t>Ingeniería de Software II</a:t>
            </a:r>
          </a:p>
        </p:txBody>
      </p:sp>
      <p:sp>
        <p:nvSpPr>
          <p:cNvPr id="9" name="Slide Number Placeholder 6">
            <a:extLst>
              <a:ext uri="{FF2B5EF4-FFF2-40B4-BE49-F238E27FC236}">
                <a16:creationId xmlns:a16="http://schemas.microsoft.com/office/drawing/2014/main" id="{7945A581-B880-0788-BE06-6425CFBD9533}"/>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noProof="0" smtClean="0"/>
              <a:t>‹Nº›</a:t>
            </a:fld>
            <a:endParaRPr lang="es-AR" noProof="0" dirty="0"/>
          </a:p>
        </p:txBody>
      </p:sp>
    </p:spTree>
    <p:extLst>
      <p:ext uri="{BB962C8B-B14F-4D97-AF65-F5344CB8AC3E}">
        <p14:creationId xmlns:p14="http://schemas.microsoft.com/office/powerpoint/2010/main" val="3938783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a:extLst>
              <a:ext uri="{FF2B5EF4-FFF2-40B4-BE49-F238E27FC236}">
                <a16:creationId xmlns:a16="http://schemas.microsoft.com/office/drawing/2014/main" id="{56BC6337-F0EB-7F3E-7552-ABABDA871EBF}"/>
              </a:ext>
            </a:extLst>
          </p:cNvPr>
          <p:cNvSpPr>
            <a:spLocks noGrp="1"/>
          </p:cNvSpPr>
          <p:nvPr>
            <p:ph type="dt" sz="half" idx="10"/>
          </p:nvPr>
        </p:nvSpPr>
        <p:spPr/>
        <p:txBody>
          <a:bodyPr/>
          <a:lstStyle>
            <a:lvl1pPr>
              <a:defRPr/>
            </a:lvl1pPr>
          </a:lstStyle>
          <a:p>
            <a:r>
              <a:rPr lang="es-ES" noProof="0"/>
              <a:t>2026</a:t>
            </a:r>
            <a:endParaRPr lang="es-AR" noProof="0"/>
          </a:p>
        </p:txBody>
      </p:sp>
      <p:sp>
        <p:nvSpPr>
          <p:cNvPr id="5" name="Footer Placeholder 4">
            <a:extLst>
              <a:ext uri="{FF2B5EF4-FFF2-40B4-BE49-F238E27FC236}">
                <a16:creationId xmlns:a16="http://schemas.microsoft.com/office/drawing/2014/main" id="{9DCA7F85-29EA-B5DC-2493-03401809DE7B}"/>
              </a:ext>
            </a:extLst>
          </p:cNvPr>
          <p:cNvSpPr>
            <a:spLocks noGrp="1"/>
          </p:cNvSpPr>
          <p:nvPr>
            <p:ph type="ftr" sz="quarter" idx="11"/>
          </p:nvPr>
        </p:nvSpPr>
        <p:spPr/>
        <p:txBody>
          <a:bodyPr/>
          <a:lstStyle>
            <a:lvl1pPr>
              <a:defRPr/>
            </a:lvl1pPr>
          </a:lstStyle>
          <a:p>
            <a:r>
              <a:rPr lang="es-AR" noProof="0"/>
              <a:t>Ingeniería de Software II</a:t>
            </a:r>
          </a:p>
        </p:txBody>
      </p:sp>
      <p:sp>
        <p:nvSpPr>
          <p:cNvPr id="6" name="Slide Number Placeholder 5">
            <a:extLst>
              <a:ext uri="{FF2B5EF4-FFF2-40B4-BE49-F238E27FC236}">
                <a16:creationId xmlns:a16="http://schemas.microsoft.com/office/drawing/2014/main" id="{6EE64CD5-213C-EB01-F262-D701B998EB64}"/>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noProof="0" smtClean="0"/>
              <a:t>‹Nº›</a:t>
            </a:fld>
            <a:endParaRPr lang="es-AR" noProof="0" dirty="0"/>
          </a:p>
        </p:txBody>
      </p:sp>
    </p:spTree>
    <p:extLst>
      <p:ext uri="{BB962C8B-B14F-4D97-AF65-F5344CB8AC3E}">
        <p14:creationId xmlns:p14="http://schemas.microsoft.com/office/powerpoint/2010/main" val="783301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A6B07F5F-8849-47EC-D68D-E639D2AB80C6}"/>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a:extLst>
              <a:ext uri="{FF2B5EF4-FFF2-40B4-BE49-F238E27FC236}">
                <a16:creationId xmlns:a16="http://schemas.microsoft.com/office/drawing/2014/main" id="{BD651F8F-7DAF-D59F-E5F3-3146CB497B81}"/>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Date Placeholder 3">
            <a:extLst>
              <a:ext uri="{FF2B5EF4-FFF2-40B4-BE49-F238E27FC236}">
                <a16:creationId xmlns:a16="http://schemas.microsoft.com/office/drawing/2014/main" id="{D155D923-96BB-715D-7B6F-2EA532AE599C}"/>
              </a:ext>
            </a:extLst>
          </p:cNvPr>
          <p:cNvSpPr>
            <a:spLocks noGrp="1"/>
          </p:cNvSpPr>
          <p:nvPr>
            <p:ph type="dt" sz="half" idx="10"/>
          </p:nvPr>
        </p:nvSpPr>
        <p:spPr/>
        <p:txBody>
          <a:bodyPr/>
          <a:lstStyle>
            <a:lvl1pPr>
              <a:defRPr/>
            </a:lvl1pPr>
          </a:lstStyle>
          <a:p>
            <a:r>
              <a:rPr lang="es-ES" noProof="0"/>
              <a:t>2026</a:t>
            </a:r>
            <a:endParaRPr lang="es-AR" noProof="0"/>
          </a:p>
        </p:txBody>
      </p:sp>
      <p:sp>
        <p:nvSpPr>
          <p:cNvPr id="7" name="Footer Placeholder 4">
            <a:extLst>
              <a:ext uri="{FF2B5EF4-FFF2-40B4-BE49-F238E27FC236}">
                <a16:creationId xmlns:a16="http://schemas.microsoft.com/office/drawing/2014/main" id="{49C4280D-E30E-5B05-9EC8-BFFC2FB0DD12}"/>
              </a:ext>
            </a:extLst>
          </p:cNvPr>
          <p:cNvSpPr>
            <a:spLocks noGrp="1"/>
          </p:cNvSpPr>
          <p:nvPr>
            <p:ph type="ftr" sz="quarter" idx="11"/>
          </p:nvPr>
        </p:nvSpPr>
        <p:spPr/>
        <p:txBody>
          <a:bodyPr/>
          <a:lstStyle>
            <a:lvl1pPr>
              <a:defRPr/>
            </a:lvl1pPr>
          </a:lstStyle>
          <a:p>
            <a:r>
              <a:rPr lang="es-AR" noProof="0"/>
              <a:t>Ingeniería de Software II</a:t>
            </a:r>
          </a:p>
        </p:txBody>
      </p:sp>
      <p:sp>
        <p:nvSpPr>
          <p:cNvPr id="8" name="Slide Number Placeholder 5">
            <a:extLst>
              <a:ext uri="{FF2B5EF4-FFF2-40B4-BE49-F238E27FC236}">
                <a16:creationId xmlns:a16="http://schemas.microsoft.com/office/drawing/2014/main" id="{57359F51-64B6-6055-C0C2-952B347CCCF5}"/>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noProof="0" smtClean="0"/>
              <a:t>‹Nº›</a:t>
            </a:fld>
            <a:endParaRPr lang="es-AR" noProof="0" dirty="0"/>
          </a:p>
        </p:txBody>
      </p:sp>
    </p:spTree>
    <p:extLst>
      <p:ext uri="{BB962C8B-B14F-4D97-AF65-F5344CB8AC3E}">
        <p14:creationId xmlns:p14="http://schemas.microsoft.com/office/powerpoint/2010/main" val="3871030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En blanco">
  <p:cSld name="1_En blanco">
    <p:spTree>
      <p:nvGrpSpPr>
        <p:cNvPr id="1" name="Shape 25"/>
        <p:cNvGrpSpPr/>
        <p:nvPr/>
      </p:nvGrpSpPr>
      <p:grpSpPr>
        <a:xfrm>
          <a:off x="0" y="0"/>
          <a:ext cx="0" cy="0"/>
          <a:chOff x="0" y="0"/>
          <a:chExt cx="0" cy="0"/>
        </a:xfrm>
      </p:grpSpPr>
      <p:sp>
        <p:nvSpPr>
          <p:cNvPr id="6" name="Título 5"/>
          <p:cNvSpPr>
            <a:spLocks noGrp="1"/>
          </p:cNvSpPr>
          <p:nvPr>
            <p:ph type="title"/>
          </p:nvPr>
        </p:nvSpPr>
        <p:spPr/>
        <p:txBody>
          <a:bodyPr/>
          <a:lstStyle>
            <a:lvl1pPr>
              <a:defRPr sz="4400"/>
            </a:lvl1pPr>
          </a:lstStyle>
          <a:p>
            <a:r>
              <a:rPr lang="es-ES"/>
              <a:t>Haga clic para modificar el estilo de título del patrón</a:t>
            </a:r>
            <a:endParaRPr lang="es-ES" dirty="0"/>
          </a:p>
        </p:txBody>
      </p:sp>
      <p:sp>
        <p:nvSpPr>
          <p:cNvPr id="2" name="Date Placeholder 3">
            <a:extLst>
              <a:ext uri="{FF2B5EF4-FFF2-40B4-BE49-F238E27FC236}">
                <a16:creationId xmlns:a16="http://schemas.microsoft.com/office/drawing/2014/main" id="{429C9676-4444-6670-7BAC-D8324C26C2F1}"/>
              </a:ext>
            </a:extLst>
          </p:cNvPr>
          <p:cNvSpPr>
            <a:spLocks noGrp="1"/>
          </p:cNvSpPr>
          <p:nvPr>
            <p:ph type="dt" sz="half" idx="10"/>
          </p:nvPr>
        </p:nvSpPr>
        <p:spPr/>
        <p:txBody>
          <a:bodyPr/>
          <a:lstStyle>
            <a:lvl1pPr>
              <a:defRPr/>
            </a:lvl1pPr>
          </a:lstStyle>
          <a:p>
            <a:r>
              <a:rPr lang="es-ES" noProof="0"/>
              <a:t>2026</a:t>
            </a:r>
            <a:endParaRPr lang="es-AR" noProof="0"/>
          </a:p>
        </p:txBody>
      </p:sp>
      <p:sp>
        <p:nvSpPr>
          <p:cNvPr id="3" name="Footer Placeholder 4">
            <a:extLst>
              <a:ext uri="{FF2B5EF4-FFF2-40B4-BE49-F238E27FC236}">
                <a16:creationId xmlns:a16="http://schemas.microsoft.com/office/drawing/2014/main" id="{CF1720C8-3280-79E4-536E-87167897761D}"/>
              </a:ext>
            </a:extLst>
          </p:cNvPr>
          <p:cNvSpPr>
            <a:spLocks noGrp="1"/>
          </p:cNvSpPr>
          <p:nvPr>
            <p:ph type="ftr" sz="quarter" idx="11"/>
          </p:nvPr>
        </p:nvSpPr>
        <p:spPr/>
        <p:txBody>
          <a:bodyPr/>
          <a:lstStyle>
            <a:lvl1pPr>
              <a:defRPr/>
            </a:lvl1pPr>
          </a:lstStyle>
          <a:p>
            <a:r>
              <a:rPr lang="es-AR" noProof="0"/>
              <a:t>Ingeniería de Software II</a:t>
            </a:r>
          </a:p>
        </p:txBody>
      </p:sp>
      <p:sp>
        <p:nvSpPr>
          <p:cNvPr id="4" name="Slide Number Placeholder 5">
            <a:extLst>
              <a:ext uri="{FF2B5EF4-FFF2-40B4-BE49-F238E27FC236}">
                <a16:creationId xmlns:a16="http://schemas.microsoft.com/office/drawing/2014/main" id="{1FEF1C79-70F1-7921-1C19-6EE43E4878A7}"/>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noProof="0" smtClean="0"/>
              <a:t>‹Nº›</a:t>
            </a:fld>
            <a:endParaRPr lang="es-AR" noProof="0" dirty="0"/>
          </a:p>
        </p:txBody>
      </p:sp>
    </p:spTree>
    <p:extLst>
      <p:ext uri="{BB962C8B-B14F-4D97-AF65-F5344CB8AC3E}">
        <p14:creationId xmlns:p14="http://schemas.microsoft.com/office/powerpoint/2010/main" val="12016987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magen con título">
  <p:cSld name="1_Imagen con título">
    <p:spTree>
      <p:nvGrpSpPr>
        <p:cNvPr id="1" name="Shape 18"/>
        <p:cNvGrpSpPr/>
        <p:nvPr/>
      </p:nvGrpSpPr>
      <p:grpSpPr>
        <a:xfrm>
          <a:off x="0" y="0"/>
          <a:ext cx="0" cy="0"/>
          <a:chOff x="0" y="0"/>
          <a:chExt cx="0" cy="0"/>
        </a:xfrm>
      </p:grpSpPr>
      <p:sp>
        <p:nvSpPr>
          <p:cNvPr id="2" name="Date Placeholder 3">
            <a:extLst>
              <a:ext uri="{FF2B5EF4-FFF2-40B4-BE49-F238E27FC236}">
                <a16:creationId xmlns:a16="http://schemas.microsoft.com/office/drawing/2014/main" id="{8A68BD04-6596-C711-95EE-B7EE0349F79F}"/>
              </a:ext>
            </a:extLst>
          </p:cNvPr>
          <p:cNvSpPr>
            <a:spLocks noGrp="1"/>
          </p:cNvSpPr>
          <p:nvPr>
            <p:ph type="dt" sz="half" idx="10"/>
          </p:nvPr>
        </p:nvSpPr>
        <p:spPr/>
        <p:txBody>
          <a:bodyPr/>
          <a:lstStyle>
            <a:lvl1pPr>
              <a:defRPr/>
            </a:lvl1pPr>
          </a:lstStyle>
          <a:p>
            <a:r>
              <a:rPr lang="es-ES" noProof="0"/>
              <a:t>2026</a:t>
            </a:r>
            <a:endParaRPr lang="es-AR" noProof="0"/>
          </a:p>
        </p:txBody>
      </p:sp>
      <p:sp>
        <p:nvSpPr>
          <p:cNvPr id="3" name="Footer Placeholder 4">
            <a:extLst>
              <a:ext uri="{FF2B5EF4-FFF2-40B4-BE49-F238E27FC236}">
                <a16:creationId xmlns:a16="http://schemas.microsoft.com/office/drawing/2014/main" id="{21C22974-D21A-2A8B-C3BF-7F4ADCC1D2E6}"/>
              </a:ext>
            </a:extLst>
          </p:cNvPr>
          <p:cNvSpPr>
            <a:spLocks noGrp="1"/>
          </p:cNvSpPr>
          <p:nvPr>
            <p:ph type="ftr" sz="quarter" idx="11"/>
          </p:nvPr>
        </p:nvSpPr>
        <p:spPr/>
        <p:txBody>
          <a:bodyPr/>
          <a:lstStyle>
            <a:lvl1pPr>
              <a:defRPr/>
            </a:lvl1pPr>
          </a:lstStyle>
          <a:p>
            <a:r>
              <a:rPr lang="es-AR" noProof="0"/>
              <a:t>Ingeniería de Software II</a:t>
            </a:r>
          </a:p>
        </p:txBody>
      </p:sp>
      <p:sp>
        <p:nvSpPr>
          <p:cNvPr id="4" name="Slide Number Placeholder 5">
            <a:extLst>
              <a:ext uri="{FF2B5EF4-FFF2-40B4-BE49-F238E27FC236}">
                <a16:creationId xmlns:a16="http://schemas.microsoft.com/office/drawing/2014/main" id="{92C30D67-3738-D708-E70F-8E0527D7E911}"/>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noProof="0" smtClean="0"/>
              <a:t>‹Nº›</a:t>
            </a:fld>
            <a:endParaRPr lang="es-AR" noProof="0" dirty="0"/>
          </a:p>
        </p:txBody>
      </p:sp>
    </p:spTree>
    <p:extLst>
      <p:ext uri="{BB962C8B-B14F-4D97-AF65-F5344CB8AC3E}">
        <p14:creationId xmlns:p14="http://schemas.microsoft.com/office/powerpoint/2010/main" val="40369507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ormal con fuente ">
  <p:cSld name="Normal con fuente ">
    <p:spTree>
      <p:nvGrpSpPr>
        <p:cNvPr id="1" name="Shape 28"/>
        <p:cNvGrpSpPr/>
        <p:nvPr/>
      </p:nvGrpSpPr>
      <p:grpSpPr>
        <a:xfrm>
          <a:off x="0" y="0"/>
          <a:ext cx="0" cy="0"/>
          <a:chOff x="0" y="0"/>
          <a:chExt cx="0" cy="0"/>
        </a:xfrm>
      </p:grpSpPr>
      <p:sp>
        <p:nvSpPr>
          <p:cNvPr id="2" name="Date Placeholder 4">
            <a:extLst>
              <a:ext uri="{FF2B5EF4-FFF2-40B4-BE49-F238E27FC236}">
                <a16:creationId xmlns:a16="http://schemas.microsoft.com/office/drawing/2014/main" id="{8356B459-FF87-01B0-0442-7AC5A9180D3F}"/>
              </a:ext>
            </a:extLst>
          </p:cNvPr>
          <p:cNvSpPr>
            <a:spLocks noGrp="1"/>
          </p:cNvSpPr>
          <p:nvPr>
            <p:ph type="dt" sz="half" idx="10"/>
          </p:nvPr>
        </p:nvSpPr>
        <p:spPr/>
        <p:txBody>
          <a:bodyPr/>
          <a:lstStyle>
            <a:lvl1pPr>
              <a:defRPr/>
            </a:lvl1pPr>
          </a:lstStyle>
          <a:p>
            <a:r>
              <a:rPr lang="es-ES" noProof="0"/>
              <a:t>2026</a:t>
            </a:r>
            <a:endParaRPr lang="es-AR" noProof="0"/>
          </a:p>
        </p:txBody>
      </p:sp>
      <p:sp>
        <p:nvSpPr>
          <p:cNvPr id="3" name="Footer Placeholder 5">
            <a:extLst>
              <a:ext uri="{FF2B5EF4-FFF2-40B4-BE49-F238E27FC236}">
                <a16:creationId xmlns:a16="http://schemas.microsoft.com/office/drawing/2014/main" id="{74A60081-B757-25A2-0CEA-66E04A67E2A1}"/>
              </a:ext>
            </a:extLst>
          </p:cNvPr>
          <p:cNvSpPr>
            <a:spLocks noGrp="1"/>
          </p:cNvSpPr>
          <p:nvPr>
            <p:ph type="ftr" sz="quarter" idx="11"/>
          </p:nvPr>
        </p:nvSpPr>
        <p:spPr/>
        <p:txBody>
          <a:bodyPr/>
          <a:lstStyle>
            <a:lvl1pPr>
              <a:defRPr/>
            </a:lvl1pPr>
          </a:lstStyle>
          <a:p>
            <a:r>
              <a:rPr lang="es-AR" noProof="0"/>
              <a:t>Ingeniería de Software II</a:t>
            </a:r>
          </a:p>
        </p:txBody>
      </p:sp>
      <p:sp>
        <p:nvSpPr>
          <p:cNvPr id="4" name="Slide Number Placeholder 6">
            <a:extLst>
              <a:ext uri="{FF2B5EF4-FFF2-40B4-BE49-F238E27FC236}">
                <a16:creationId xmlns:a16="http://schemas.microsoft.com/office/drawing/2014/main" id="{EA7523AF-11FC-6C4C-ED56-21D439850B8D}"/>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noProof="0" smtClean="0"/>
              <a:t>‹Nº›</a:t>
            </a:fld>
            <a:endParaRPr lang="es-AR" noProof="0" dirty="0"/>
          </a:p>
        </p:txBody>
      </p:sp>
    </p:spTree>
    <p:extLst>
      <p:ext uri="{BB962C8B-B14F-4D97-AF65-F5344CB8AC3E}">
        <p14:creationId xmlns:p14="http://schemas.microsoft.com/office/powerpoint/2010/main" val="33189673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Imagen con título">
  <p:cSld name="1_Imagen con título">
    <p:spTree>
      <p:nvGrpSpPr>
        <p:cNvPr id="1" name="Shape 17"/>
        <p:cNvGrpSpPr/>
        <p:nvPr/>
      </p:nvGrpSpPr>
      <p:grpSpPr>
        <a:xfrm>
          <a:off x="0" y="0"/>
          <a:ext cx="0" cy="0"/>
          <a:chOff x="0" y="0"/>
          <a:chExt cx="0" cy="0"/>
        </a:xfrm>
      </p:grpSpPr>
      <p:sp>
        <p:nvSpPr>
          <p:cNvPr id="18" name="Google Shape;18;p48"/>
          <p:cNvSpPr txBox="1">
            <a:spLocks noGrp="1"/>
          </p:cNvSpPr>
          <p:nvPr>
            <p:ph type="title"/>
          </p:nvPr>
        </p:nvSpPr>
        <p:spPr>
          <a:xfrm>
            <a:off x="653976" y="4737542"/>
            <a:ext cx="10780776" cy="613283"/>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Clr>
                <a:srgbClr val="4A6617"/>
              </a:buClr>
              <a:buSzPts val="4400"/>
              <a:buFont typeface="Calibri"/>
              <a:buNone/>
              <a:defRPr sz="4400" b="1">
                <a:solidFill>
                  <a:srgbClr val="4A661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8"/>
          <p:cNvSpPr txBox="1">
            <a:spLocks noGrp="1"/>
          </p:cNvSpPr>
          <p:nvPr>
            <p:ph type="body" idx="1"/>
          </p:nvPr>
        </p:nvSpPr>
        <p:spPr>
          <a:xfrm>
            <a:off x="653976" y="5487888"/>
            <a:ext cx="9229344" cy="5334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300"/>
              </a:spcBef>
              <a:spcAft>
                <a:spcPts val="0"/>
              </a:spcAft>
              <a:buSzPts val="2400"/>
              <a:buNone/>
              <a:defRPr sz="2400">
                <a:solidFill>
                  <a:srgbClr val="4A6617"/>
                </a:solidFill>
              </a:defRPr>
            </a:lvl1pPr>
            <a:lvl2pPr marL="914400" lvl="1" indent="-228600" algn="l">
              <a:lnSpc>
                <a:spcPct val="85000"/>
              </a:lnSpc>
              <a:spcBef>
                <a:spcPts val="600"/>
              </a:spcBef>
              <a:spcAft>
                <a:spcPts val="0"/>
              </a:spcAft>
              <a:buClr>
                <a:srgbClr val="262626"/>
              </a:buClr>
              <a:buSzPts val="1200"/>
              <a:buNone/>
              <a:defRPr sz="1200"/>
            </a:lvl2pPr>
            <a:lvl3pPr marL="1371600" lvl="2" indent="-228600" algn="l">
              <a:lnSpc>
                <a:spcPct val="85000"/>
              </a:lnSpc>
              <a:spcBef>
                <a:spcPts val="600"/>
              </a:spcBef>
              <a:spcAft>
                <a:spcPts val="0"/>
              </a:spcAft>
              <a:buClr>
                <a:srgbClr val="262626"/>
              </a:buClr>
              <a:buSzPts val="1000"/>
              <a:buNone/>
              <a:defRPr sz="1000"/>
            </a:lvl3pPr>
            <a:lvl4pPr marL="1828800" lvl="3" indent="-228600" algn="l">
              <a:lnSpc>
                <a:spcPct val="85000"/>
              </a:lnSpc>
              <a:spcBef>
                <a:spcPts val="600"/>
              </a:spcBef>
              <a:spcAft>
                <a:spcPts val="0"/>
              </a:spcAft>
              <a:buClr>
                <a:srgbClr val="262626"/>
              </a:buClr>
              <a:buSzPts val="900"/>
              <a:buNone/>
              <a:defRPr sz="900"/>
            </a:lvl4pPr>
            <a:lvl5pPr marL="2286000" lvl="4" indent="-228600" algn="l">
              <a:lnSpc>
                <a:spcPct val="85000"/>
              </a:lnSpc>
              <a:spcBef>
                <a:spcPts val="600"/>
              </a:spcBef>
              <a:spcAft>
                <a:spcPts val="0"/>
              </a:spcAft>
              <a:buClr>
                <a:srgbClr val="262626"/>
              </a:buClr>
              <a:buSzPts val="900"/>
              <a:buNone/>
              <a:defRPr sz="900"/>
            </a:lvl5pPr>
            <a:lvl6pPr marL="2743200" lvl="5" indent="-228600" algn="l">
              <a:lnSpc>
                <a:spcPct val="85000"/>
              </a:lnSpc>
              <a:spcBef>
                <a:spcPts val="600"/>
              </a:spcBef>
              <a:spcAft>
                <a:spcPts val="0"/>
              </a:spcAft>
              <a:buClr>
                <a:srgbClr val="262626"/>
              </a:buClr>
              <a:buSzPts val="900"/>
              <a:buNone/>
              <a:defRPr sz="900"/>
            </a:lvl6pPr>
            <a:lvl7pPr marL="3200400" lvl="6" indent="-228600" algn="l">
              <a:lnSpc>
                <a:spcPct val="85000"/>
              </a:lnSpc>
              <a:spcBef>
                <a:spcPts val="600"/>
              </a:spcBef>
              <a:spcAft>
                <a:spcPts val="0"/>
              </a:spcAft>
              <a:buClr>
                <a:srgbClr val="262626"/>
              </a:buClr>
              <a:buSzPts val="900"/>
              <a:buNone/>
              <a:defRPr sz="900"/>
            </a:lvl7pPr>
            <a:lvl8pPr marL="3657600" lvl="7" indent="-228600" algn="l">
              <a:lnSpc>
                <a:spcPct val="85000"/>
              </a:lnSpc>
              <a:spcBef>
                <a:spcPts val="600"/>
              </a:spcBef>
              <a:spcAft>
                <a:spcPts val="0"/>
              </a:spcAft>
              <a:buClr>
                <a:srgbClr val="262626"/>
              </a:buClr>
              <a:buSzPts val="900"/>
              <a:buNone/>
              <a:defRPr sz="900"/>
            </a:lvl8pPr>
            <a:lvl9pPr marL="4114800" lvl="8" indent="-228600" algn="l">
              <a:lnSpc>
                <a:spcPct val="85000"/>
              </a:lnSpc>
              <a:spcBef>
                <a:spcPts val="600"/>
              </a:spcBef>
              <a:spcAft>
                <a:spcPts val="0"/>
              </a:spcAft>
              <a:buClr>
                <a:srgbClr val="262626"/>
              </a:buClr>
              <a:buSzPts val="900"/>
              <a:buNone/>
              <a:defRPr sz="900"/>
            </a:lvl9pPr>
          </a:lstStyle>
          <a:p>
            <a:endParaRPr/>
          </a:p>
        </p:txBody>
      </p:sp>
      <p:sp>
        <p:nvSpPr>
          <p:cNvPr id="20" name="Google Shape;20;p48"/>
          <p:cNvSpPr txBox="1">
            <a:spLocks noGrp="1"/>
          </p:cNvSpPr>
          <p:nvPr>
            <p:ph type="ftr" idx="11"/>
          </p:nvPr>
        </p:nvSpPr>
        <p:spPr>
          <a:xfrm>
            <a:off x="685800" y="6481096"/>
            <a:ext cx="2241848" cy="302201"/>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rgbClr val="4A661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Ingeniería de Software II</a:t>
            </a:r>
            <a:endParaRPr/>
          </a:p>
        </p:txBody>
      </p:sp>
      <p:sp>
        <p:nvSpPr>
          <p:cNvPr id="21" name="Google Shape;21;p48"/>
          <p:cNvSpPr txBox="1">
            <a:spLocks noGrp="1"/>
          </p:cNvSpPr>
          <p:nvPr>
            <p:ph type="sldNum" idx="12"/>
          </p:nvPr>
        </p:nvSpPr>
        <p:spPr>
          <a:xfrm>
            <a:off x="9265920" y="2780928"/>
            <a:ext cx="2926080" cy="1397039"/>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0300"/>
              <a:buFont typeface="Arial"/>
              <a:buNone/>
              <a:defRPr sz="10300" b="0" i="0" u="none" strike="noStrike" cap="none">
                <a:solidFill>
                  <a:schemeClr val="accent6"/>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300"/>
              <a:buFont typeface="Arial"/>
              <a:buNone/>
              <a:defRPr sz="10300" b="0" i="0" u="none" strike="noStrike" cap="none">
                <a:solidFill>
                  <a:schemeClr val="accent6"/>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300"/>
              <a:buFont typeface="Arial"/>
              <a:buNone/>
              <a:defRPr sz="10300" b="0" i="0" u="none" strike="noStrike" cap="none">
                <a:solidFill>
                  <a:schemeClr val="accent6"/>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300"/>
              <a:buFont typeface="Arial"/>
              <a:buNone/>
              <a:defRPr sz="10300" b="0" i="0" u="none" strike="noStrike" cap="none">
                <a:solidFill>
                  <a:schemeClr val="accent6"/>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300"/>
              <a:buFont typeface="Arial"/>
              <a:buNone/>
              <a:defRPr sz="10300" b="0" i="0" u="none" strike="noStrike" cap="none">
                <a:solidFill>
                  <a:schemeClr val="accent6"/>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300"/>
              <a:buFont typeface="Arial"/>
              <a:buNone/>
              <a:defRPr sz="10300" b="0" i="0" u="none" strike="noStrike" cap="none">
                <a:solidFill>
                  <a:schemeClr val="accent6"/>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300"/>
              <a:buFont typeface="Arial"/>
              <a:buNone/>
              <a:defRPr sz="10300" b="0" i="0" u="none" strike="noStrike" cap="none">
                <a:solidFill>
                  <a:schemeClr val="accent6"/>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300"/>
              <a:buFont typeface="Arial"/>
              <a:buNone/>
              <a:defRPr sz="10300" b="0" i="0" u="none" strike="noStrike" cap="none">
                <a:solidFill>
                  <a:schemeClr val="accent6"/>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300"/>
              <a:buFont typeface="Arial"/>
              <a:buNone/>
              <a:defRPr sz="10300" b="0" i="0" u="none" strike="noStrike" cap="none">
                <a:solidFill>
                  <a:schemeClr val="accent6"/>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3515173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05FDCF3-07BF-9493-6A4E-437E35D035A4}"/>
              </a:ext>
            </a:extLst>
          </p:cNvPr>
          <p:cNvSpPr/>
          <p:nvPr/>
        </p:nvSpPr>
        <p:spPr>
          <a:xfrm>
            <a:off x="0"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9" name="Rectangle 8">
            <a:extLst>
              <a:ext uri="{FF2B5EF4-FFF2-40B4-BE49-F238E27FC236}">
                <a16:creationId xmlns:a16="http://schemas.microsoft.com/office/drawing/2014/main" id="{837FC571-9722-6E43-0858-555017A089EF}"/>
              </a:ext>
            </a:extLst>
          </p:cNvPr>
          <p:cNvSpPr/>
          <p:nvPr/>
        </p:nvSpPr>
        <p:spPr>
          <a:xfrm>
            <a:off x="0" y="6334125"/>
            <a:ext cx="12192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 name="Title Placeholder 1">
            <a:extLst>
              <a:ext uri="{FF2B5EF4-FFF2-40B4-BE49-F238E27FC236}">
                <a16:creationId xmlns:a16="http://schemas.microsoft.com/office/drawing/2014/main" id="{D3A28EFE-F041-738B-13F3-7C2877D1B06D}"/>
              </a:ext>
            </a:extLst>
          </p:cNvPr>
          <p:cNvSpPr>
            <a:spLocks noGrp="1"/>
          </p:cNvSpPr>
          <p:nvPr>
            <p:ph type="title"/>
          </p:nvPr>
        </p:nvSpPr>
        <p:spPr>
          <a:xfrm>
            <a:off x="1096963" y="287338"/>
            <a:ext cx="10058400" cy="1449387"/>
          </a:xfrm>
          <a:prstGeom prst="rect">
            <a:avLst/>
          </a:prstGeom>
        </p:spPr>
        <p:txBody>
          <a:bodyPr vert="horz" lIns="91440" tIns="45720" rIns="91440" bIns="45720" rtlCol="0" anchor="b">
            <a:noAutofit/>
          </a:bodyPr>
          <a:lstStyle/>
          <a:p>
            <a:r>
              <a:rPr lang="es-ES" dirty="0"/>
              <a:t>Haga clic para modificar el estilo de título del patrón</a:t>
            </a:r>
            <a:endParaRPr lang="en-US" dirty="0"/>
          </a:p>
        </p:txBody>
      </p:sp>
      <p:sp>
        <p:nvSpPr>
          <p:cNvPr id="1029" name="Text Placeholder 2">
            <a:extLst>
              <a:ext uri="{FF2B5EF4-FFF2-40B4-BE49-F238E27FC236}">
                <a16:creationId xmlns:a16="http://schemas.microsoft.com/office/drawing/2014/main" id="{84DD58B0-89E9-6F65-ACAF-ADCE95A2FCA1}"/>
              </a:ext>
            </a:extLst>
          </p:cNvPr>
          <p:cNvSpPr>
            <a:spLocks noGrp="1" noChangeArrowheads="1"/>
          </p:cNvSpPr>
          <p:nvPr>
            <p:ph type="body" idx="1"/>
          </p:nvPr>
        </p:nvSpPr>
        <p:spPr bwMode="auto">
          <a:xfrm>
            <a:off x="1096963" y="1846263"/>
            <a:ext cx="100584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s-ES" altLang="es-ES"/>
              <a:t>Haga clic para modificar los estilos de texto del patrón</a:t>
            </a:r>
          </a:p>
          <a:p>
            <a:pPr lvl="1"/>
            <a:r>
              <a:rPr lang="es-ES" altLang="es-ES"/>
              <a:t>Segundo nivel</a:t>
            </a:r>
          </a:p>
          <a:p>
            <a:pPr lvl="2"/>
            <a:r>
              <a:rPr lang="es-ES" altLang="es-ES"/>
              <a:t>Tercer nivel</a:t>
            </a:r>
          </a:p>
          <a:p>
            <a:pPr lvl="3"/>
            <a:r>
              <a:rPr lang="es-ES" altLang="es-ES"/>
              <a:t>Cuarto nivel</a:t>
            </a:r>
          </a:p>
          <a:p>
            <a:pPr lvl="4"/>
            <a:r>
              <a:rPr lang="es-ES" altLang="es-ES"/>
              <a:t>Quinto nivel</a:t>
            </a:r>
            <a:endParaRPr lang="en-US" altLang="es-ES"/>
          </a:p>
        </p:txBody>
      </p:sp>
      <p:sp>
        <p:nvSpPr>
          <p:cNvPr id="4" name="Date Placeholder 3">
            <a:extLst>
              <a:ext uri="{FF2B5EF4-FFF2-40B4-BE49-F238E27FC236}">
                <a16:creationId xmlns:a16="http://schemas.microsoft.com/office/drawing/2014/main" id="{4C4C16B8-C921-17A2-714C-F2608FD57F20}"/>
              </a:ext>
            </a:extLst>
          </p:cNvPr>
          <p:cNvSpPr>
            <a:spLocks noGrp="1"/>
          </p:cNvSpPr>
          <p:nvPr>
            <p:ph type="dt" sz="half" idx="2"/>
          </p:nvPr>
        </p:nvSpPr>
        <p:spPr>
          <a:xfrm>
            <a:off x="1096963" y="6459538"/>
            <a:ext cx="2473325"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rgbClr val="FFFFFF"/>
                </a:solidFill>
                <a:latin typeface="+mn-lt"/>
              </a:defRPr>
            </a:lvl1pPr>
          </a:lstStyle>
          <a:p>
            <a:r>
              <a:rPr lang="es-ES" noProof="0"/>
              <a:t>2026</a:t>
            </a:r>
            <a:endParaRPr lang="es-AR" noProof="0"/>
          </a:p>
        </p:txBody>
      </p:sp>
      <p:sp>
        <p:nvSpPr>
          <p:cNvPr id="5" name="Footer Placeholder 4">
            <a:extLst>
              <a:ext uri="{FF2B5EF4-FFF2-40B4-BE49-F238E27FC236}">
                <a16:creationId xmlns:a16="http://schemas.microsoft.com/office/drawing/2014/main" id="{7030B177-A3ED-2FE0-E8AF-44B01C074C51}"/>
              </a:ext>
            </a:extLst>
          </p:cNvPr>
          <p:cNvSpPr>
            <a:spLocks noGrp="1"/>
          </p:cNvSpPr>
          <p:nvPr>
            <p:ph type="ftr" sz="quarter" idx="3"/>
          </p:nvPr>
        </p:nvSpPr>
        <p:spPr>
          <a:xfrm>
            <a:off x="3686175" y="6459538"/>
            <a:ext cx="4822825" cy="365125"/>
          </a:xfrm>
          <a:prstGeom prst="rect">
            <a:avLst/>
          </a:prstGeom>
        </p:spPr>
        <p:txBody>
          <a:bodyPr vert="horz" lIns="91440" tIns="45720" rIns="91440" bIns="45720" rtlCol="0" anchor="ctr"/>
          <a:lstStyle>
            <a:lvl1pPr algn="ctr" eaLnBrk="1" fontAlgn="auto" hangingPunct="1">
              <a:spcBef>
                <a:spcPts val="0"/>
              </a:spcBef>
              <a:spcAft>
                <a:spcPts val="0"/>
              </a:spcAft>
              <a:defRPr sz="900" cap="all" baseline="0">
                <a:solidFill>
                  <a:srgbClr val="FFFFFF"/>
                </a:solidFill>
                <a:latin typeface="+mn-lt"/>
              </a:defRPr>
            </a:lvl1pPr>
          </a:lstStyle>
          <a:p>
            <a:r>
              <a:rPr lang="es-AR" noProof="0"/>
              <a:t>Ingeniería de Software II</a:t>
            </a:r>
          </a:p>
        </p:txBody>
      </p:sp>
      <p:sp>
        <p:nvSpPr>
          <p:cNvPr id="6" name="Slide Number Placeholder 5">
            <a:extLst>
              <a:ext uri="{FF2B5EF4-FFF2-40B4-BE49-F238E27FC236}">
                <a16:creationId xmlns:a16="http://schemas.microsoft.com/office/drawing/2014/main" id="{ACC1F042-317B-86E4-005D-01B7258E1058}"/>
              </a:ext>
            </a:extLst>
          </p:cNvPr>
          <p:cNvSpPr>
            <a:spLocks noGrp="1"/>
          </p:cNvSpPr>
          <p:nvPr>
            <p:ph type="sldNum" sz="quarter" idx="4"/>
          </p:nvPr>
        </p:nvSpPr>
        <p:spPr>
          <a:xfrm>
            <a:off x="9901238" y="6459538"/>
            <a:ext cx="1311275" cy="365125"/>
          </a:xfrm>
          <a:prstGeom prst="rect">
            <a:avLst/>
          </a:prstGeom>
        </p:spPr>
        <p:txBody>
          <a:bodyPr vert="horz" lIns="91440" tIns="45720" rIns="91440" bIns="45720" rtlCol="0" anchor="ctr"/>
          <a:lstStyle>
            <a:lvl1pPr algn="r" eaLnBrk="1" fontAlgn="auto" hangingPunct="1">
              <a:spcBef>
                <a:spcPts val="0"/>
              </a:spcBef>
              <a:spcAft>
                <a:spcPts val="0"/>
              </a:spcAft>
              <a:defRPr sz="1050" smtClean="0">
                <a:solidFill>
                  <a:srgbClr val="FFFFFF"/>
                </a:solidFill>
                <a:latin typeface="+mn-lt"/>
              </a:defRPr>
            </a:lvl1pPr>
          </a:lstStyle>
          <a:p>
            <a:pPr marL="0" lvl="0" indent="0" algn="r" rtl="0">
              <a:spcBef>
                <a:spcPts val="0"/>
              </a:spcBef>
              <a:spcAft>
                <a:spcPts val="0"/>
              </a:spcAft>
              <a:buNone/>
            </a:pPr>
            <a:fld id="{00000000-1234-1234-1234-123412341234}" type="slidenum">
              <a:rPr lang="es-AR" noProof="0" smtClean="0"/>
              <a:t>‹Nº›</a:t>
            </a:fld>
            <a:endParaRPr lang="es-AR" noProof="0" dirty="0"/>
          </a:p>
        </p:txBody>
      </p:sp>
      <p:cxnSp>
        <p:nvCxnSpPr>
          <p:cNvPr id="10" name="Straight Connector 9">
            <a:extLst>
              <a:ext uri="{FF2B5EF4-FFF2-40B4-BE49-F238E27FC236}">
                <a16:creationId xmlns:a16="http://schemas.microsoft.com/office/drawing/2014/main" id="{7D212AD0-AB2F-9A52-F8AC-6E77FF4E2C8C}"/>
              </a:ext>
            </a:extLst>
          </p:cNvPr>
          <p:cNvCxnSpPr/>
          <p:nvPr/>
        </p:nvCxnSpPr>
        <p:spPr>
          <a:xfrm>
            <a:off x="1193800" y="1738313"/>
            <a:ext cx="996632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34" name="Google Shape;67;p52">
            <a:extLst>
              <a:ext uri="{FF2B5EF4-FFF2-40B4-BE49-F238E27FC236}">
                <a16:creationId xmlns:a16="http://schemas.microsoft.com/office/drawing/2014/main" id="{C5EBF57E-3FC2-AFAB-C9DB-C25EFBD80042}"/>
              </a:ext>
            </a:extLst>
          </p:cNvPr>
          <p:cNvPicPr preferRelativeResize="0">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779125" y="177800"/>
            <a:ext cx="1206500"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87804102"/>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 id="2147483668" r:id="rId14"/>
    <p:sldLayoutId id="2147483669" r:id="rId15"/>
  </p:sldLayoutIdLst>
  <p:hf hdr="0"/>
  <p:txStyles>
    <p:titleStyle>
      <a:lvl1pPr algn="l" rtl="0" eaLnBrk="1" fontAlgn="base" hangingPunct="1">
        <a:lnSpc>
          <a:spcPct val="85000"/>
        </a:lnSpc>
        <a:spcBef>
          <a:spcPct val="0"/>
        </a:spcBef>
        <a:spcAft>
          <a:spcPct val="0"/>
        </a:spcAft>
        <a:defRPr sz="5400" kern="1200" spc="-50">
          <a:solidFill>
            <a:schemeClr val="tx1"/>
          </a:solidFill>
          <a:latin typeface="+mn-lt"/>
          <a:ea typeface="+mj-ea"/>
          <a:cs typeface="+mj-cs"/>
        </a:defRPr>
      </a:lvl1pPr>
      <a:lvl2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2pPr>
      <a:lvl3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3pPr>
      <a:lvl4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4pPr>
      <a:lvl5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5pPr>
      <a:lvl6pPr marL="457200" algn="l" rtl="0" eaLnBrk="1" fontAlgn="base" hangingPunct="1">
        <a:lnSpc>
          <a:spcPct val="85000"/>
        </a:lnSpc>
        <a:spcBef>
          <a:spcPct val="0"/>
        </a:spcBef>
        <a:spcAft>
          <a:spcPct val="0"/>
        </a:spcAft>
        <a:defRPr sz="5400">
          <a:solidFill>
            <a:schemeClr val="tx1"/>
          </a:solidFill>
          <a:latin typeface="Calibri" panose="020F0502020204030204" pitchFamily="34" charset="0"/>
        </a:defRPr>
      </a:lvl6pPr>
      <a:lvl7pPr marL="914400" algn="l" rtl="0" eaLnBrk="1" fontAlgn="base" hangingPunct="1">
        <a:lnSpc>
          <a:spcPct val="85000"/>
        </a:lnSpc>
        <a:spcBef>
          <a:spcPct val="0"/>
        </a:spcBef>
        <a:spcAft>
          <a:spcPct val="0"/>
        </a:spcAft>
        <a:defRPr sz="5400">
          <a:solidFill>
            <a:schemeClr val="tx1"/>
          </a:solidFill>
          <a:latin typeface="Calibri" panose="020F0502020204030204" pitchFamily="34" charset="0"/>
        </a:defRPr>
      </a:lvl7pPr>
      <a:lvl8pPr marL="1371600" algn="l" rtl="0" eaLnBrk="1" fontAlgn="base" hangingPunct="1">
        <a:lnSpc>
          <a:spcPct val="85000"/>
        </a:lnSpc>
        <a:spcBef>
          <a:spcPct val="0"/>
        </a:spcBef>
        <a:spcAft>
          <a:spcPct val="0"/>
        </a:spcAft>
        <a:defRPr sz="5400">
          <a:solidFill>
            <a:schemeClr val="tx1"/>
          </a:solidFill>
          <a:latin typeface="Calibri" panose="020F0502020204030204" pitchFamily="34" charset="0"/>
        </a:defRPr>
      </a:lvl8pPr>
      <a:lvl9pPr marL="1828800" algn="l" rtl="0" eaLnBrk="1" fontAlgn="base" hangingPunct="1">
        <a:lnSpc>
          <a:spcPct val="85000"/>
        </a:lnSpc>
        <a:spcBef>
          <a:spcPct val="0"/>
        </a:spcBef>
        <a:spcAft>
          <a:spcPct val="0"/>
        </a:spcAft>
        <a:defRPr sz="5400">
          <a:solidFill>
            <a:schemeClr val="tx1"/>
          </a:solidFill>
          <a:latin typeface="Calibri" panose="020F0502020204030204" pitchFamily="34" charset="0"/>
        </a:defRPr>
      </a:lvl9pPr>
    </p:titleStyle>
    <p:body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2"/>
          <p:cNvSpPr txBox="1">
            <a:spLocks noGrp="1"/>
          </p:cNvSpPr>
          <p:nvPr>
            <p:ph type="ctrTitle"/>
          </p:nvPr>
        </p:nvSpPr>
        <p:spPr>
          <a:prstGeom prst="rect">
            <a:avLst/>
          </a:prstGeom>
          <a:noFill/>
          <a:ln>
            <a:noFill/>
          </a:ln>
        </p:spPr>
        <p:txBody>
          <a:bodyPr spcFirstLastPara="1" wrap="square" lIns="91425" tIns="45700" rIns="91425" bIns="45700" anchor="b" anchorCtr="0">
            <a:noAutofit/>
          </a:bodyPr>
          <a:lstStyle/>
          <a:p>
            <a:pPr lvl="0">
              <a:spcBef>
                <a:spcPts val="0"/>
              </a:spcBef>
              <a:spcAft>
                <a:spcPts val="0"/>
              </a:spcAft>
              <a:buClr>
                <a:schemeClr val="dk2"/>
              </a:buClr>
              <a:buSzPts val="7200"/>
            </a:pPr>
            <a:r>
              <a:rPr lang="es-AR" dirty="0"/>
              <a:t>Ingeniería de Software II</a:t>
            </a:r>
            <a:endParaRPr b="1" dirty="0">
              <a:solidFill>
                <a:srgbClr val="4A6617"/>
              </a:solidFill>
            </a:endParaRPr>
          </a:p>
        </p:txBody>
      </p:sp>
      <p:sp>
        <p:nvSpPr>
          <p:cNvPr id="65" name="Google Shape;65;p2"/>
          <p:cNvSpPr txBox="1">
            <a:spLocks noGrp="1"/>
          </p:cNvSpPr>
          <p:nvPr>
            <p:ph type="subTitle" idx="1"/>
          </p:nvPr>
        </p:nvSpPr>
        <p:spPr>
          <a:prstGeom prst="rect">
            <a:avLst/>
          </a:prstGeom>
          <a:noFill/>
          <a:ln>
            <a:noFill/>
          </a:ln>
        </p:spPr>
        <p:txBody>
          <a:bodyPr spcFirstLastPara="1" wrap="square" lIns="91425" tIns="45700" rIns="91425" bIns="45700" anchor="t" anchorCtr="0">
            <a:normAutofit/>
          </a:bodyPr>
          <a:lstStyle/>
          <a:p>
            <a:pPr lvl="0">
              <a:spcBef>
                <a:spcPts val="0"/>
              </a:spcBef>
              <a:spcAft>
                <a:spcPts val="0"/>
              </a:spcAft>
              <a:buSzPts val="2300"/>
            </a:pPr>
            <a:r>
              <a:rPr lang="es-AR" dirty="0"/>
              <a:t>2026 – CLASE 8</a:t>
            </a:r>
          </a:p>
        </p:txBody>
      </p:sp>
      <p:sp>
        <p:nvSpPr>
          <p:cNvPr id="3" name="Marcador de pie de página 2">
            <a:extLst>
              <a:ext uri="{FF2B5EF4-FFF2-40B4-BE49-F238E27FC236}">
                <a16:creationId xmlns:a16="http://schemas.microsoft.com/office/drawing/2014/main" id="{0C52CB20-B78C-1990-D42A-63E20E8EF6BF}"/>
              </a:ext>
            </a:extLst>
          </p:cNvPr>
          <p:cNvSpPr>
            <a:spLocks noGrp="1"/>
          </p:cNvSpPr>
          <p:nvPr>
            <p:ph type="ftr" sz="quarter" idx="11"/>
          </p:nvPr>
        </p:nvSpPr>
        <p:spPr/>
        <p:txBody>
          <a:bodyPr/>
          <a:lstStyle/>
          <a:p>
            <a:r>
              <a:rPr lang="es-ES"/>
              <a:t>Ingeniería de Software II</a:t>
            </a:r>
            <a:endParaRPr lang="es-ES" dirty="0"/>
          </a:p>
        </p:txBody>
      </p:sp>
      <p:sp>
        <p:nvSpPr>
          <p:cNvPr id="5" name="Google Shape;139;p2">
            <a:extLst>
              <a:ext uri="{FF2B5EF4-FFF2-40B4-BE49-F238E27FC236}">
                <a16:creationId xmlns:a16="http://schemas.microsoft.com/office/drawing/2014/main" id="{96B343B4-C220-21D8-663E-A95EB26AE944}"/>
              </a:ext>
            </a:extLst>
          </p:cNvPr>
          <p:cNvSpPr txBox="1">
            <a:spLocks/>
          </p:cNvSpPr>
          <p:nvPr/>
        </p:nvSpPr>
        <p:spPr>
          <a:xfrm>
            <a:off x="9805850" y="6459540"/>
            <a:ext cx="1278405" cy="365125"/>
          </a:xfrm>
          <a:prstGeom prst="rect">
            <a:avLst/>
          </a:prstGeom>
          <a:noFill/>
          <a:ln>
            <a:noFill/>
          </a:ln>
        </p:spPr>
        <p:txBody>
          <a:bodyPr spcFirstLastPara="1" vert="horz" wrap="square" lIns="89296" tIns="44636" rIns="89296" bIns="44636" rtlCol="0" anchor="ctr" anchorCtr="0">
            <a:noAutofit/>
          </a:bodyPr>
          <a:lstStyle>
            <a:defPPr>
              <a:defRPr lang="en-US"/>
            </a:defPPr>
            <a:lvl1pPr algn="r" defTabSz="457200" rtl="0" eaLnBrk="1" fontAlgn="auto" hangingPunct="1">
              <a:spcBef>
                <a:spcPts val="0"/>
              </a:spcBef>
              <a:spcAft>
                <a:spcPts val="0"/>
              </a:spcAft>
              <a:defRPr sz="1050" kern="1200" smtClean="0">
                <a:solidFill>
                  <a:srgbClr val="FFFFFF"/>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buSzPts val="1000"/>
            </a:pPr>
            <a:fld id="{00000000-1234-1234-1234-123412341234}" type="slidenum">
              <a:rPr lang="es-AR" smtClean="0"/>
              <a:pPr>
                <a:buSzPts val="1000"/>
              </a:pPr>
              <a:t>1</a:t>
            </a:fld>
            <a:endParaRPr lang="es-AR">
              <a:solidFill>
                <a:srgbClr val="000000"/>
              </a:solidFill>
              <a:latin typeface="Times New Roman"/>
              <a:ea typeface="Times New Roman"/>
              <a:cs typeface="Times New Roman"/>
              <a:sym typeface="Times New Roman"/>
            </a:endParaRPr>
          </a:p>
        </p:txBody>
      </p:sp>
      <p:sp>
        <p:nvSpPr>
          <p:cNvPr id="6" name="Google Shape;137;p2">
            <a:extLst>
              <a:ext uri="{FF2B5EF4-FFF2-40B4-BE49-F238E27FC236}">
                <a16:creationId xmlns:a16="http://schemas.microsoft.com/office/drawing/2014/main" id="{E76F2B96-E0E5-4767-88C2-D55D769E397B}"/>
              </a:ext>
            </a:extLst>
          </p:cNvPr>
          <p:cNvSpPr txBox="1">
            <a:spLocks noGrp="1"/>
          </p:cNvSpPr>
          <p:nvPr>
            <p:ph type="dt" idx="10"/>
          </p:nvPr>
        </p:nvSpPr>
        <p:spPr>
          <a:xfrm>
            <a:off x="1222279" y="6459540"/>
            <a:ext cx="2411324" cy="365125"/>
          </a:xfrm>
          <a:prstGeom prst="rect">
            <a:avLst/>
          </a:prstGeom>
          <a:noFill/>
          <a:ln>
            <a:noFill/>
          </a:ln>
        </p:spPr>
        <p:txBody>
          <a:bodyPr spcFirstLastPara="1" vert="horz" wrap="square" lIns="89296" tIns="44636" rIns="89296" bIns="44636" rtlCol="0" anchor="ctr" anchorCtr="0">
            <a:noAutofit/>
          </a:bodyPr>
          <a:lstStyle/>
          <a:p>
            <a:r>
              <a:rPr lang="es-ES"/>
              <a:t>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4" name="Google Shape;134;p2"/>
          <p:cNvSpPr/>
          <p:nvPr/>
        </p:nvSpPr>
        <p:spPr>
          <a:xfrm>
            <a:off x="5955542" y="6509477"/>
            <a:ext cx="2107590" cy="304852"/>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89296" tIns="44636" rIns="89296" bIns="44636" anchor="t" anchorCtr="0">
            <a:noAutofit/>
          </a:bodyPr>
          <a:lstStyle/>
          <a:p>
            <a:pPr>
              <a:spcBef>
                <a:spcPts val="0"/>
              </a:spcBef>
              <a:spcAft>
                <a:spcPts val="0"/>
              </a:spcAft>
              <a:buClr>
                <a:srgbClr val="000000"/>
              </a:buClr>
              <a:buSzPts val="1400"/>
            </a:pPr>
            <a:endParaRPr sz="1367">
              <a:solidFill>
                <a:srgbClr val="000000"/>
              </a:solidFill>
              <a:latin typeface="Arial"/>
              <a:ea typeface="Arial"/>
              <a:cs typeface="Arial"/>
              <a:sym typeface="Arial"/>
            </a:endParaRPr>
          </a:p>
        </p:txBody>
      </p:sp>
      <p:sp>
        <p:nvSpPr>
          <p:cNvPr id="135" name="Google Shape;135;p2"/>
          <p:cNvSpPr/>
          <p:nvPr/>
        </p:nvSpPr>
        <p:spPr>
          <a:xfrm>
            <a:off x="1222279" y="1859038"/>
            <a:ext cx="9902083" cy="4478188"/>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nSpc>
                <a:spcPct val="85000"/>
              </a:lnSpc>
              <a:spcBef>
                <a:spcPts val="1642"/>
              </a:spcBef>
              <a:spcAft>
                <a:spcPts val="0"/>
              </a:spcAft>
              <a:buClr>
                <a:srgbClr val="C00000"/>
              </a:buClr>
              <a:buSzPts val="3600"/>
              <a:buFont typeface="Noto Sans Symbols"/>
              <a:buChar char="❖"/>
            </a:pPr>
            <a:r>
              <a:rPr lang="es-ES" sz="3516" dirty="0">
                <a:solidFill>
                  <a:srgbClr val="000000"/>
                </a:solidFill>
                <a:latin typeface="Calibri"/>
                <a:ea typeface="Calibri"/>
                <a:cs typeface="Calibri"/>
                <a:sym typeface="Calibri"/>
              </a:rPr>
              <a:t>Pruebas del Software</a:t>
            </a:r>
          </a:p>
          <a:p>
            <a:pPr marL="558360" indent="-558360">
              <a:lnSpc>
                <a:spcPct val="85000"/>
              </a:lnSpc>
              <a:spcBef>
                <a:spcPts val="1642"/>
              </a:spcBef>
              <a:spcAft>
                <a:spcPts val="0"/>
              </a:spcAft>
              <a:buClr>
                <a:srgbClr val="C00000"/>
              </a:buClr>
              <a:buSzPts val="3600"/>
              <a:buFont typeface="Noto Sans Symbols"/>
              <a:buChar char="❖"/>
            </a:pPr>
            <a:r>
              <a:rPr lang="es-ES" sz="3516" dirty="0">
                <a:solidFill>
                  <a:srgbClr val="000000"/>
                </a:solidFill>
                <a:latin typeface="Calibri"/>
                <a:ea typeface="Arial"/>
                <a:cs typeface="Calibri"/>
                <a:sym typeface="Calibri"/>
              </a:rPr>
              <a:t>Tipos de Prueba del Software</a:t>
            </a:r>
            <a:endParaRPr sz="3516" dirty="0">
              <a:solidFill>
                <a:srgbClr val="000000"/>
              </a:solidFill>
              <a:latin typeface="Arial"/>
              <a:ea typeface="Arial"/>
              <a:cs typeface="Arial"/>
              <a:sym typeface="Arial"/>
            </a:endParaRPr>
          </a:p>
          <a:p>
            <a:pPr marL="1451454" lvl="3" indent="-558360">
              <a:lnSpc>
                <a:spcPct val="85000"/>
              </a:lnSpc>
              <a:spcBef>
                <a:spcPts val="756"/>
              </a:spcBef>
              <a:spcAft>
                <a:spcPts val="0"/>
              </a:spcAft>
              <a:buClr>
                <a:srgbClr val="000000"/>
              </a:buClr>
              <a:buSzPts val="3600"/>
              <a:buFont typeface="Arial"/>
              <a:buChar char="•"/>
            </a:pPr>
            <a:r>
              <a:rPr lang="es-ES" sz="3516" dirty="0">
                <a:solidFill>
                  <a:srgbClr val="000000"/>
                </a:solidFill>
                <a:latin typeface="Calibri"/>
                <a:ea typeface="Arial"/>
                <a:cs typeface="Calibri"/>
                <a:sym typeface="Calibri"/>
              </a:rPr>
              <a:t>Pruebas de caja negra</a:t>
            </a:r>
          </a:p>
          <a:p>
            <a:pPr marL="1451454" lvl="3" indent="-558360">
              <a:lnSpc>
                <a:spcPct val="85000"/>
              </a:lnSpc>
              <a:spcBef>
                <a:spcPts val="756"/>
              </a:spcBef>
              <a:spcAft>
                <a:spcPts val="0"/>
              </a:spcAft>
              <a:buClr>
                <a:srgbClr val="000000"/>
              </a:buClr>
              <a:buSzPts val="3600"/>
              <a:buFont typeface="Arial"/>
              <a:buChar char="•"/>
            </a:pPr>
            <a:r>
              <a:rPr lang="es-ES" sz="3516" dirty="0">
                <a:solidFill>
                  <a:srgbClr val="000000"/>
                </a:solidFill>
                <a:latin typeface="Calibri"/>
                <a:ea typeface="Arial"/>
                <a:cs typeface="Calibri"/>
                <a:sym typeface="Calibri"/>
              </a:rPr>
              <a:t>Pruebas de caja blanca</a:t>
            </a:r>
            <a:endParaRPr sz="3516" dirty="0">
              <a:solidFill>
                <a:srgbClr val="000000"/>
              </a:solidFill>
              <a:latin typeface="Arial"/>
              <a:ea typeface="Arial"/>
              <a:cs typeface="Arial"/>
              <a:sym typeface="Arial"/>
            </a:endParaRPr>
          </a:p>
          <a:p>
            <a:pPr>
              <a:lnSpc>
                <a:spcPct val="85000"/>
              </a:lnSpc>
              <a:spcBef>
                <a:spcPts val="1642"/>
              </a:spcBef>
              <a:spcAft>
                <a:spcPts val="0"/>
              </a:spcAft>
              <a:buClr>
                <a:srgbClr val="000000"/>
              </a:buClr>
              <a:buSzPts val="3600"/>
            </a:pPr>
            <a:endParaRPr sz="3516" dirty="0">
              <a:solidFill>
                <a:srgbClr val="000000"/>
              </a:solidFill>
              <a:latin typeface="Arial"/>
              <a:ea typeface="Arial"/>
              <a:cs typeface="Arial"/>
              <a:sym typeface="Arial"/>
            </a:endParaRPr>
          </a:p>
        </p:txBody>
      </p:sp>
      <p:sp>
        <p:nvSpPr>
          <p:cNvPr id="136" name="Google Shape;136;p2"/>
          <p:cNvSpPr txBox="1">
            <a:spLocks noGrp="1"/>
          </p:cNvSpPr>
          <p:nvPr>
            <p:ph type="title"/>
          </p:nvPr>
        </p:nvSpPr>
        <p:spPr>
          <a:xfrm>
            <a:off x="1222279" y="287339"/>
            <a:ext cx="9806257" cy="1449387"/>
          </a:xfrm>
          <a:prstGeom prst="rect">
            <a:avLst/>
          </a:prstGeom>
          <a:noFill/>
          <a:ln>
            <a:noFill/>
          </a:ln>
        </p:spPr>
        <p:txBody>
          <a:bodyPr spcFirstLastPara="1" vert="horz" wrap="square" lIns="89296" tIns="44636" rIns="89296" bIns="44636" rtlCol="0" anchor="b" anchorCtr="0">
            <a:noAutofit/>
          </a:bodyPr>
          <a:lstStyle/>
          <a:p>
            <a:pPr>
              <a:spcBef>
                <a:spcPts val="0"/>
              </a:spcBef>
              <a:spcAft>
                <a:spcPts val="0"/>
              </a:spcAft>
            </a:pPr>
            <a:r>
              <a:rPr lang="es-AR"/>
              <a:t>Contenidos</a:t>
            </a:r>
            <a:endParaRPr/>
          </a:p>
        </p:txBody>
      </p:sp>
      <p:sp>
        <p:nvSpPr>
          <p:cNvPr id="137" name="Google Shape;137;p2"/>
          <p:cNvSpPr txBox="1">
            <a:spLocks noGrp="1"/>
          </p:cNvSpPr>
          <p:nvPr>
            <p:ph type="dt" idx="10"/>
          </p:nvPr>
        </p:nvSpPr>
        <p:spPr>
          <a:xfrm>
            <a:off x="1222279" y="6459540"/>
            <a:ext cx="2411324" cy="365125"/>
          </a:xfrm>
          <a:prstGeom prst="rect">
            <a:avLst/>
          </a:prstGeom>
          <a:noFill/>
          <a:ln>
            <a:noFill/>
          </a:ln>
        </p:spPr>
        <p:txBody>
          <a:bodyPr spcFirstLastPara="1" vert="horz" wrap="square" lIns="89296" tIns="44636" rIns="89296" bIns="44636" rtlCol="0" anchor="ctr" anchorCtr="0">
            <a:noAutofit/>
          </a:bodyPr>
          <a:lstStyle/>
          <a:p>
            <a:r>
              <a:rPr lang="es-ES"/>
              <a:t>2026</a:t>
            </a:r>
            <a:endParaRPr/>
          </a:p>
        </p:txBody>
      </p:sp>
      <p:sp>
        <p:nvSpPr>
          <p:cNvPr id="138" name="Google Shape;138;p2"/>
          <p:cNvSpPr txBox="1">
            <a:spLocks noGrp="1"/>
          </p:cNvSpPr>
          <p:nvPr>
            <p:ph type="ftr" idx="11"/>
          </p:nvPr>
        </p:nvSpPr>
        <p:spPr>
          <a:xfrm>
            <a:off x="3746586" y="6459540"/>
            <a:ext cx="4701927" cy="365125"/>
          </a:xfrm>
          <a:prstGeom prst="rect">
            <a:avLst/>
          </a:prstGeom>
          <a:noFill/>
          <a:ln>
            <a:noFill/>
          </a:ln>
        </p:spPr>
        <p:txBody>
          <a:bodyPr spcFirstLastPara="1" vert="horz" wrap="square" lIns="89296" tIns="44636" rIns="89296" bIns="44636" rtlCol="0" anchor="ctr" anchorCtr="0">
            <a:noAutofit/>
          </a:bodyPr>
          <a:lstStyle/>
          <a:p>
            <a:r>
              <a:rPr lang="es-AR"/>
              <a:t>Ingeniería de Software II</a:t>
            </a:r>
            <a:endParaRPr/>
          </a:p>
        </p:txBody>
      </p:sp>
      <p:sp>
        <p:nvSpPr>
          <p:cNvPr id="139" name="Google Shape;139;p2"/>
          <p:cNvSpPr txBox="1">
            <a:spLocks noGrp="1"/>
          </p:cNvSpPr>
          <p:nvPr>
            <p:ph type="sldNum" idx="12"/>
          </p:nvPr>
        </p:nvSpPr>
        <p:spPr>
          <a:xfrm>
            <a:off x="9805850" y="6459540"/>
            <a:ext cx="1278405" cy="365125"/>
          </a:xfrm>
          <a:prstGeom prst="rect">
            <a:avLst/>
          </a:prstGeom>
          <a:noFill/>
          <a:ln>
            <a:noFill/>
          </a:ln>
        </p:spPr>
        <p:txBody>
          <a:bodyPr spcFirstLastPara="1" vert="horz" wrap="square" lIns="89296" tIns="44636" rIns="89296" bIns="44636" rtlCol="0" anchor="ctr" anchorCtr="0">
            <a:noAutofit/>
          </a:bodyPr>
          <a:lstStyle/>
          <a:p>
            <a:pPr>
              <a:buSzPts val="1000"/>
            </a:pPr>
            <a:fld id="{00000000-1234-1234-1234-123412341234}" type="slidenum">
              <a:rPr lang="es-AR"/>
              <a:pPr>
                <a:buSzPts val="1000"/>
              </a:pPr>
              <a:t>2</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2"/>
          <p:cNvSpPr txBox="1">
            <a:spLocks noGrp="1"/>
          </p:cNvSpPr>
          <p:nvPr>
            <p:ph type="title"/>
          </p:nvPr>
        </p:nvSpPr>
        <p:spPr>
          <a:xfrm>
            <a:off x="457200" y="1725561"/>
            <a:ext cx="3200400" cy="1154798"/>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noProof="0" dirty="0"/>
              <a:t>Pruebas del Software</a:t>
            </a:r>
          </a:p>
        </p:txBody>
      </p:sp>
      <p:sp>
        <p:nvSpPr>
          <p:cNvPr id="66" name="Google Shape;66;p2"/>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442913" lvl="0" indent="-442913" algn="just" rtl="0">
              <a:lnSpc>
                <a:spcPct val="85000"/>
              </a:lnSpc>
              <a:spcBef>
                <a:spcPts val="0"/>
              </a:spcBef>
              <a:spcAft>
                <a:spcPts val="0"/>
              </a:spcAft>
              <a:buClr>
                <a:srgbClr val="C00000"/>
              </a:buClr>
              <a:buFont typeface="Wingdings" panose="05000000000000000000" pitchFamily="2" charset="2"/>
              <a:buChar char="v"/>
            </a:pPr>
            <a:r>
              <a:rPr lang="es-AR" sz="2800" noProof="0" dirty="0">
                <a:solidFill>
                  <a:schemeClr val="tx1"/>
                </a:solidFill>
              </a:rPr>
              <a:t>La etapa de Prueba no es la primera instancia en que se localizan defectos.</a:t>
            </a:r>
          </a:p>
          <a:p>
            <a:pPr marL="442913" lvl="0" indent="-442913" algn="just" rtl="0">
              <a:lnSpc>
                <a:spcPct val="85000"/>
              </a:lnSpc>
              <a:spcBef>
                <a:spcPts val="0"/>
              </a:spcBef>
              <a:spcAft>
                <a:spcPts val="0"/>
              </a:spcAft>
              <a:buClr>
                <a:srgbClr val="C00000"/>
              </a:buClr>
              <a:buFont typeface="Wingdings" panose="05000000000000000000" pitchFamily="2" charset="2"/>
              <a:buChar char="v"/>
            </a:pPr>
            <a:endParaRPr lang="es-AR" sz="2800" noProof="0" dirty="0">
              <a:solidFill>
                <a:schemeClr val="tx1"/>
              </a:solidFill>
            </a:endParaRPr>
          </a:p>
          <a:p>
            <a:pPr marL="442913" lvl="0" indent="-442913" algn="just" rtl="0">
              <a:lnSpc>
                <a:spcPct val="85000"/>
              </a:lnSpc>
              <a:spcBef>
                <a:spcPts val="1300"/>
              </a:spcBef>
              <a:spcAft>
                <a:spcPts val="0"/>
              </a:spcAft>
              <a:buClr>
                <a:srgbClr val="C00000"/>
              </a:buClr>
              <a:buFont typeface="Wingdings" panose="05000000000000000000" pitchFamily="2" charset="2"/>
              <a:buChar char="v"/>
            </a:pPr>
            <a:r>
              <a:rPr lang="es-AR" sz="2800" noProof="0" dirty="0">
                <a:solidFill>
                  <a:schemeClr val="tx1"/>
                </a:solidFill>
              </a:rPr>
              <a:t>Se ha visto que la revisión de requerimientos y el diseño contribuyen a descubrir los problemas (defectos) en las etapas tempranas.</a:t>
            </a:r>
          </a:p>
        </p:txBody>
      </p:sp>
      <p:sp>
        <p:nvSpPr>
          <p:cNvPr id="3" name="Marcador de texto 2">
            <a:extLst>
              <a:ext uri="{FF2B5EF4-FFF2-40B4-BE49-F238E27FC236}">
                <a16:creationId xmlns:a16="http://schemas.microsoft.com/office/drawing/2014/main" id="{BFB22B7A-ADDD-A921-3961-E7EC7DCAA820}"/>
              </a:ext>
            </a:extLst>
          </p:cNvPr>
          <p:cNvSpPr>
            <a:spLocks noGrp="1"/>
          </p:cNvSpPr>
          <p:nvPr>
            <p:ph type="body" sz="half" idx="2"/>
          </p:nvPr>
        </p:nvSpPr>
        <p:spPr/>
        <p:txBody>
          <a:bodyPr/>
          <a:lstStyle/>
          <a:p>
            <a:endParaRPr lang="es-ES"/>
          </a:p>
        </p:txBody>
      </p:sp>
      <p:sp>
        <p:nvSpPr>
          <p:cNvPr id="67" name="Google Shape;67;p2"/>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Ingeniería de Software II</a:t>
            </a:r>
            <a:endParaRPr/>
          </a:p>
        </p:txBody>
      </p:sp>
      <p:sp>
        <p:nvSpPr>
          <p:cNvPr id="64" name="Google Shape;64;p2"/>
          <p:cNvSpPr txBox="1">
            <a:spLocks noGrp="1"/>
          </p:cNvSpPr>
          <p:nvPr>
            <p:ph type="sldNum" sz="quarter" idx="12"/>
          </p:nvPr>
        </p:nvSpPr>
        <p:spPr>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0300"/>
              <a:buNone/>
            </a:pPr>
            <a:fld id="{00000000-1234-1234-1234-123412341234}" type="slidenum">
              <a:rPr lang="en-US"/>
              <a:t>3</a:t>
            </a:fld>
            <a:endParaRPr/>
          </a:p>
        </p:txBody>
      </p:sp>
      <p:sp>
        <p:nvSpPr>
          <p:cNvPr id="2" name="Marcador de fecha 1">
            <a:extLst>
              <a:ext uri="{FF2B5EF4-FFF2-40B4-BE49-F238E27FC236}">
                <a16:creationId xmlns:a16="http://schemas.microsoft.com/office/drawing/2014/main" id="{9DD60904-A681-7189-2DBC-B0CB7FFC621A}"/>
              </a:ext>
            </a:extLst>
          </p:cNvPr>
          <p:cNvSpPr>
            <a:spLocks noGrp="1"/>
          </p:cNvSpPr>
          <p:nvPr>
            <p:ph type="dt" sz="half" idx="10"/>
          </p:nvPr>
        </p:nvSpPr>
        <p:spPr/>
        <p:txBody>
          <a:bodyPr/>
          <a:lstStyle/>
          <a:p>
            <a:r>
              <a:rPr lang="es-ES" noProof="0"/>
              <a:t>2026</a:t>
            </a:r>
            <a:endParaRPr lang="es-AR" noProof="0"/>
          </a:p>
        </p:txBody>
      </p:sp>
      <p:pic>
        <p:nvPicPr>
          <p:cNvPr id="1026" name="Picture 2" descr="Comprendiendo el valor de los diferentes tipos de pruebas">
            <a:extLst>
              <a:ext uri="{FF2B5EF4-FFF2-40B4-BE49-F238E27FC236}">
                <a16:creationId xmlns:a16="http://schemas.microsoft.com/office/drawing/2014/main" id="{853AD094-8A28-34E7-4309-1F5DF5DC5A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0919" y="4013117"/>
            <a:ext cx="4648200" cy="24464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del Software</a:t>
            </a:r>
            <a:endParaRPr dirty="0"/>
          </a:p>
        </p:txBody>
      </p:sp>
      <p:sp>
        <p:nvSpPr>
          <p:cNvPr id="160" name="Google Shape;160;p4"/>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4</a:t>
            </a:fld>
            <a:endParaRPr/>
          </a:p>
        </p:txBody>
      </p:sp>
      <p:sp>
        <p:nvSpPr>
          <p:cNvPr id="163" name="Google Shape;163;p4"/>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85000"/>
              </a:lnSpc>
              <a:spcBef>
                <a:spcPts val="0"/>
              </a:spcBef>
              <a:spcAft>
                <a:spcPts val="600"/>
              </a:spcAft>
              <a:buClr>
                <a:srgbClr val="C00000"/>
              </a:buClr>
              <a:buFont typeface="Noto Sans Symbols"/>
              <a:buChar char="❖"/>
            </a:pPr>
            <a:r>
              <a:rPr lang="es-ES" sz="2800" dirty="0">
                <a:solidFill>
                  <a:schemeClr val="dk1"/>
                </a:solidFill>
              </a:rPr>
              <a:t>¿Qué significa que el software ha fallado?</a:t>
            </a:r>
          </a:p>
          <a:p>
            <a:pPr marL="0" lvl="0" indent="0" algn="just" rtl="0">
              <a:lnSpc>
                <a:spcPct val="85000"/>
              </a:lnSpc>
              <a:spcBef>
                <a:spcPts val="0"/>
              </a:spcBef>
              <a:spcAft>
                <a:spcPts val="600"/>
              </a:spcAft>
              <a:buClr>
                <a:srgbClr val="C00000"/>
              </a:buClr>
              <a:buNone/>
            </a:pPr>
            <a:r>
              <a:rPr lang="es-ES" sz="2800" dirty="0">
                <a:solidFill>
                  <a:schemeClr val="dk1"/>
                </a:solidFill>
              </a:rPr>
              <a:t>	</a:t>
            </a:r>
            <a:r>
              <a:rPr lang="es-ES" sz="2800" i="1" dirty="0">
                <a:solidFill>
                  <a:schemeClr val="dk1"/>
                </a:solidFill>
              </a:rPr>
              <a:t>El software no hace lo que especifican los requerimientos.</a:t>
            </a:r>
          </a:p>
          <a:p>
            <a:pPr marL="0" lvl="0" indent="0" algn="just" rtl="0">
              <a:lnSpc>
                <a:spcPct val="85000"/>
              </a:lnSpc>
              <a:spcBef>
                <a:spcPts val="0"/>
              </a:spcBef>
              <a:spcAft>
                <a:spcPts val="600"/>
              </a:spcAft>
              <a:buClr>
                <a:srgbClr val="C00000"/>
              </a:buClr>
              <a:buNone/>
            </a:pPr>
            <a:endParaRPr lang="es-ES" sz="2800" i="1" dirty="0">
              <a:solidFill>
                <a:schemeClr val="dk1"/>
              </a:solidFill>
            </a:endParaRPr>
          </a:p>
          <a:p>
            <a:pPr marL="530225" lvl="0" indent="-530225" algn="just" rtl="0">
              <a:lnSpc>
                <a:spcPct val="85000"/>
              </a:lnSpc>
              <a:spcBef>
                <a:spcPts val="0"/>
              </a:spcBef>
              <a:spcAft>
                <a:spcPts val="600"/>
              </a:spcAft>
              <a:buClr>
                <a:srgbClr val="C00000"/>
              </a:buClr>
              <a:buFont typeface="Noto Sans Symbols"/>
              <a:buChar char="❖"/>
            </a:pPr>
            <a:r>
              <a:rPr lang="es-ES" sz="2800" dirty="0">
                <a:solidFill>
                  <a:schemeClr val="dk1"/>
                </a:solidFill>
              </a:rPr>
              <a:t>Posibles razones:</a:t>
            </a:r>
          </a:p>
          <a:p>
            <a:pPr marL="722313" lvl="0" indent="-368300" algn="just" rtl="0">
              <a:lnSpc>
                <a:spcPct val="85000"/>
              </a:lnSpc>
              <a:spcBef>
                <a:spcPts val="0"/>
              </a:spcBef>
              <a:spcAft>
                <a:spcPts val="600"/>
              </a:spcAft>
              <a:buClr>
                <a:srgbClr val="C00000"/>
              </a:buClr>
              <a:buFont typeface="Noto Sans Symbols2" panose="020B0502040504020204" pitchFamily="34" charset="0"/>
              <a:buChar char="»"/>
            </a:pPr>
            <a:r>
              <a:rPr lang="es-ES" sz="2400" dirty="0">
                <a:solidFill>
                  <a:schemeClr val="dk1"/>
                </a:solidFill>
              </a:rPr>
              <a:t>Especificación errónea.</a:t>
            </a:r>
          </a:p>
          <a:p>
            <a:pPr marL="722313" lvl="0" indent="-368300" algn="just" rtl="0">
              <a:lnSpc>
                <a:spcPct val="85000"/>
              </a:lnSpc>
              <a:spcBef>
                <a:spcPts val="0"/>
              </a:spcBef>
              <a:spcAft>
                <a:spcPts val="600"/>
              </a:spcAft>
              <a:buClr>
                <a:srgbClr val="C00000"/>
              </a:buClr>
              <a:buFont typeface="Noto Sans Symbols2" panose="020B0502040504020204" pitchFamily="34" charset="0"/>
              <a:buChar char="»"/>
            </a:pPr>
            <a:r>
              <a:rPr lang="es-ES" sz="2400" dirty="0">
                <a:solidFill>
                  <a:schemeClr val="dk1"/>
                </a:solidFill>
              </a:rPr>
              <a:t>Requerimientos imposibles con las estructuras previstas.</a:t>
            </a:r>
          </a:p>
          <a:p>
            <a:pPr marL="722313" lvl="0" indent="-368300" algn="just" rtl="0">
              <a:lnSpc>
                <a:spcPct val="85000"/>
              </a:lnSpc>
              <a:spcBef>
                <a:spcPts val="0"/>
              </a:spcBef>
              <a:spcAft>
                <a:spcPts val="600"/>
              </a:spcAft>
              <a:buClr>
                <a:srgbClr val="C00000"/>
              </a:buClr>
              <a:buFont typeface="Noto Sans Symbols2" panose="020B0502040504020204" pitchFamily="34" charset="0"/>
              <a:buChar char="»"/>
            </a:pPr>
            <a:r>
              <a:rPr lang="es-ES" sz="2400" dirty="0">
                <a:solidFill>
                  <a:schemeClr val="dk1"/>
                </a:solidFill>
              </a:rPr>
              <a:t>Defectos en diseño del sistema.</a:t>
            </a:r>
          </a:p>
          <a:p>
            <a:pPr marL="722313" lvl="0" indent="-368300" algn="just" rtl="0">
              <a:lnSpc>
                <a:spcPct val="85000"/>
              </a:lnSpc>
              <a:spcBef>
                <a:spcPts val="0"/>
              </a:spcBef>
              <a:spcAft>
                <a:spcPts val="600"/>
              </a:spcAft>
              <a:buClr>
                <a:srgbClr val="C00000"/>
              </a:buClr>
              <a:buFont typeface="Noto Sans Symbols2" panose="020B0502040504020204" pitchFamily="34" charset="0"/>
              <a:buChar char="»"/>
            </a:pPr>
            <a:r>
              <a:rPr lang="es-ES" sz="2400" dirty="0">
                <a:solidFill>
                  <a:schemeClr val="dk1"/>
                </a:solidFill>
              </a:rPr>
              <a:t>Defectos en diseño del programa.</a:t>
            </a:r>
          </a:p>
          <a:p>
            <a:pPr marL="722313" lvl="0" indent="-368300" algn="just" rtl="0">
              <a:lnSpc>
                <a:spcPct val="85000"/>
              </a:lnSpc>
              <a:spcBef>
                <a:spcPts val="0"/>
              </a:spcBef>
              <a:spcAft>
                <a:spcPts val="600"/>
              </a:spcAft>
              <a:buClr>
                <a:srgbClr val="C00000"/>
              </a:buClr>
              <a:buFont typeface="Noto Sans Symbols2" panose="020B0502040504020204" pitchFamily="34" charset="0"/>
              <a:buChar char="»"/>
            </a:pPr>
            <a:r>
              <a:rPr lang="es-ES" sz="2400" dirty="0">
                <a:solidFill>
                  <a:schemeClr val="dk1"/>
                </a:solidFill>
              </a:rPr>
              <a:t>Defectos en código.</a:t>
            </a:r>
          </a:p>
          <a:p>
            <a:pPr marL="530225" lvl="0" indent="-530225" algn="just" rtl="0">
              <a:lnSpc>
                <a:spcPct val="85000"/>
              </a:lnSpc>
              <a:spcBef>
                <a:spcPts val="0"/>
              </a:spcBef>
              <a:spcAft>
                <a:spcPts val="600"/>
              </a:spcAft>
              <a:buClr>
                <a:srgbClr val="C00000"/>
              </a:buClr>
              <a:buFont typeface="Noto Sans Symbols"/>
              <a:buChar char="❖"/>
            </a:pPr>
            <a:endParaRPr sz="2800" dirty="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3" end="3"/>
                                            </p:txEl>
                                          </p:spTgt>
                                        </p:tgtEl>
                                        <p:attrNameLst>
                                          <p:attrName>style.visibility</p:attrName>
                                        </p:attrNameLst>
                                      </p:cBhvr>
                                      <p:to>
                                        <p:strVal val="visible"/>
                                      </p:to>
                                    </p:set>
                                    <p:animEffect transition="in" filter="fade">
                                      <p:cBhvr>
                                        <p:cTn id="7" dur="500"/>
                                        <p:tgtEl>
                                          <p:spTgt spid="16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63">
                                            <p:txEl>
                                              <p:pRg st="4" end="4"/>
                                            </p:txEl>
                                          </p:spTgt>
                                        </p:tgtEl>
                                        <p:attrNameLst>
                                          <p:attrName>style.visibility</p:attrName>
                                        </p:attrNameLst>
                                      </p:cBhvr>
                                      <p:to>
                                        <p:strVal val="visible"/>
                                      </p:to>
                                    </p:set>
                                    <p:animEffect transition="in" filter="fade">
                                      <p:cBhvr>
                                        <p:cTn id="10" dur="500"/>
                                        <p:tgtEl>
                                          <p:spTgt spid="16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63">
                                            <p:txEl>
                                              <p:pRg st="5" end="5"/>
                                            </p:txEl>
                                          </p:spTgt>
                                        </p:tgtEl>
                                        <p:attrNameLst>
                                          <p:attrName>style.visibility</p:attrName>
                                        </p:attrNameLst>
                                      </p:cBhvr>
                                      <p:to>
                                        <p:strVal val="visible"/>
                                      </p:to>
                                    </p:set>
                                    <p:animEffect transition="in" filter="fade">
                                      <p:cBhvr>
                                        <p:cTn id="13" dur="500"/>
                                        <p:tgtEl>
                                          <p:spTgt spid="16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63">
                                            <p:txEl>
                                              <p:pRg st="6" end="6"/>
                                            </p:txEl>
                                          </p:spTgt>
                                        </p:tgtEl>
                                        <p:attrNameLst>
                                          <p:attrName>style.visibility</p:attrName>
                                        </p:attrNameLst>
                                      </p:cBhvr>
                                      <p:to>
                                        <p:strVal val="visible"/>
                                      </p:to>
                                    </p:set>
                                    <p:animEffect transition="in" filter="fade">
                                      <p:cBhvr>
                                        <p:cTn id="16" dur="500"/>
                                        <p:tgtEl>
                                          <p:spTgt spid="163">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63">
                                            <p:txEl>
                                              <p:pRg st="7" end="7"/>
                                            </p:txEl>
                                          </p:spTgt>
                                        </p:tgtEl>
                                        <p:attrNameLst>
                                          <p:attrName>style.visibility</p:attrName>
                                        </p:attrNameLst>
                                      </p:cBhvr>
                                      <p:to>
                                        <p:strVal val="visible"/>
                                      </p:to>
                                    </p:set>
                                    <p:animEffect transition="in" filter="fade">
                                      <p:cBhvr>
                                        <p:cTn id="19" dur="500"/>
                                        <p:tgtEl>
                                          <p:spTgt spid="163">
                                            <p:txEl>
                                              <p:pRg st="7" end="7"/>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63">
                                            <p:txEl>
                                              <p:pRg st="8" end="8"/>
                                            </p:txEl>
                                          </p:spTgt>
                                        </p:tgtEl>
                                        <p:attrNameLst>
                                          <p:attrName>style.visibility</p:attrName>
                                        </p:attrNameLst>
                                      </p:cBhvr>
                                      <p:to>
                                        <p:strVal val="visible"/>
                                      </p:to>
                                    </p:set>
                                    <p:animEffect transition="in" filter="fade">
                                      <p:cBhvr>
                                        <p:cTn id="22" dur="500"/>
                                        <p:tgtEl>
                                          <p:spTgt spid="16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5E44D892-1F37-9F64-FD72-0207643080FD}"/>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5AAEB664-11E5-F431-50A5-05E9F1279AFF}"/>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Tipos de defectos</a:t>
            </a:r>
            <a:endParaRPr dirty="0"/>
          </a:p>
        </p:txBody>
      </p:sp>
      <p:sp>
        <p:nvSpPr>
          <p:cNvPr id="160" name="Google Shape;160;p4">
            <a:extLst>
              <a:ext uri="{FF2B5EF4-FFF2-40B4-BE49-F238E27FC236}">
                <a16:creationId xmlns:a16="http://schemas.microsoft.com/office/drawing/2014/main" id="{BD30D021-F342-1F9B-F1ED-88F386BBDF10}"/>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E485966D-7500-8D0A-E742-0943993C0626}"/>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A17465BB-451D-FE0B-2AD2-AE58EABBEA63}"/>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5</a:t>
            </a:fld>
            <a:endParaRPr/>
          </a:p>
        </p:txBody>
      </p:sp>
      <p:pic>
        <p:nvPicPr>
          <p:cNvPr id="3" name="Imagen 2">
            <a:extLst>
              <a:ext uri="{FF2B5EF4-FFF2-40B4-BE49-F238E27FC236}">
                <a16:creationId xmlns:a16="http://schemas.microsoft.com/office/drawing/2014/main" id="{0D75FA34-243C-EB1E-9472-0F4E33CB6A42}"/>
              </a:ext>
            </a:extLst>
          </p:cNvPr>
          <p:cNvPicPr>
            <a:picLocks noChangeAspect="1"/>
          </p:cNvPicPr>
          <p:nvPr/>
        </p:nvPicPr>
        <p:blipFill>
          <a:blip r:embed="rId3"/>
          <a:stretch>
            <a:fillRect/>
          </a:stretch>
        </p:blipFill>
        <p:spPr>
          <a:xfrm>
            <a:off x="2544338" y="1810465"/>
            <a:ext cx="7163649" cy="4457852"/>
          </a:xfrm>
          <a:prstGeom prst="rect">
            <a:avLst/>
          </a:prstGeom>
        </p:spPr>
      </p:pic>
    </p:spTree>
    <p:extLst>
      <p:ext uri="{BB962C8B-B14F-4D97-AF65-F5344CB8AC3E}">
        <p14:creationId xmlns:p14="http://schemas.microsoft.com/office/powerpoint/2010/main" val="589312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3356F089-A977-2F0A-3EDE-27A7ED66707C}"/>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F3CA3A2D-DDF3-D294-2DA9-59EC903C2AAD}"/>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Tipos de defectos - Clasificación</a:t>
            </a:r>
            <a:endParaRPr dirty="0"/>
          </a:p>
        </p:txBody>
      </p:sp>
      <p:sp>
        <p:nvSpPr>
          <p:cNvPr id="160" name="Google Shape;160;p4">
            <a:extLst>
              <a:ext uri="{FF2B5EF4-FFF2-40B4-BE49-F238E27FC236}">
                <a16:creationId xmlns:a16="http://schemas.microsoft.com/office/drawing/2014/main" id="{7D6CC1DD-857E-4322-FDFD-217D5008A462}"/>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405EAA35-D338-E047-EC6D-98941EBA48C5}"/>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43A45F8E-7830-63E1-52DE-C467622CF35D}"/>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6</a:t>
            </a:fld>
            <a:endParaRPr/>
          </a:p>
        </p:txBody>
      </p:sp>
      <p:sp>
        <p:nvSpPr>
          <p:cNvPr id="163" name="Google Shape;163;p4">
            <a:extLst>
              <a:ext uri="{FF2B5EF4-FFF2-40B4-BE49-F238E27FC236}">
                <a16:creationId xmlns:a16="http://schemas.microsoft.com/office/drawing/2014/main" id="{F39DF42B-BB6D-A90F-B3BA-EE2AE667FDD1}"/>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85000"/>
              </a:lnSpc>
              <a:spcBef>
                <a:spcPts val="0"/>
              </a:spcBef>
              <a:spcAft>
                <a:spcPts val="600"/>
              </a:spcAft>
              <a:buClr>
                <a:srgbClr val="C00000"/>
              </a:buClr>
              <a:buFont typeface="Noto Sans Symbols"/>
              <a:buChar char="❖"/>
            </a:pPr>
            <a:r>
              <a:rPr lang="es-ES" sz="2800" dirty="0">
                <a:solidFill>
                  <a:schemeClr val="dk1"/>
                </a:solidFill>
              </a:rPr>
              <a:t>Los defectos se organizan en categorías. </a:t>
            </a:r>
          </a:p>
          <a:p>
            <a:pPr marL="530225" lvl="0" indent="-530225" algn="just" rtl="0">
              <a:lnSpc>
                <a:spcPct val="85000"/>
              </a:lnSpc>
              <a:spcBef>
                <a:spcPts val="0"/>
              </a:spcBef>
              <a:spcAft>
                <a:spcPts val="600"/>
              </a:spcAft>
              <a:buClr>
                <a:srgbClr val="C00000"/>
              </a:buClr>
              <a:buFont typeface="Noto Sans Symbols"/>
              <a:buChar char="❖"/>
            </a:pPr>
            <a:endParaRPr lang="es-ES" sz="2800" dirty="0">
              <a:solidFill>
                <a:schemeClr val="dk1"/>
              </a:solidFill>
            </a:endParaRPr>
          </a:p>
          <a:p>
            <a:pPr marL="530225" lvl="0" indent="-530225" algn="just" rtl="0">
              <a:lnSpc>
                <a:spcPct val="100000"/>
              </a:lnSpc>
              <a:spcBef>
                <a:spcPts val="0"/>
              </a:spcBef>
              <a:spcAft>
                <a:spcPts val="600"/>
              </a:spcAft>
              <a:buClr>
                <a:srgbClr val="C00000"/>
              </a:buClr>
              <a:buFont typeface="Noto Sans Symbols"/>
              <a:buChar char="❖"/>
            </a:pPr>
            <a:r>
              <a:rPr lang="es-ES" sz="2800" dirty="0">
                <a:solidFill>
                  <a:schemeClr val="dk1"/>
                </a:solidFill>
              </a:rPr>
              <a:t>Primeramente, se debe identificar si es un:</a:t>
            </a:r>
          </a:p>
          <a:p>
            <a:pPr marL="722313" lvl="0" indent="-368300" algn="just" rtl="0">
              <a:lnSpc>
                <a:spcPct val="100000"/>
              </a:lnSpc>
              <a:spcBef>
                <a:spcPts val="0"/>
              </a:spcBef>
              <a:spcAft>
                <a:spcPts val="600"/>
              </a:spcAft>
              <a:buClr>
                <a:srgbClr val="C00000"/>
              </a:buClr>
              <a:buFont typeface="Noto Sans Symbols2" panose="020B0502040504020204" pitchFamily="34" charset="0"/>
              <a:buChar char="»"/>
            </a:pPr>
            <a:r>
              <a:rPr lang="es-ES" sz="2400" dirty="0">
                <a:solidFill>
                  <a:schemeClr val="dk1"/>
                </a:solidFill>
              </a:rPr>
              <a:t>Defecto por omisión (falta algún aspecto clave del código).</a:t>
            </a:r>
          </a:p>
          <a:p>
            <a:pPr marL="354013" lvl="0" indent="0" algn="just" rtl="0">
              <a:lnSpc>
                <a:spcPct val="100000"/>
              </a:lnSpc>
              <a:spcBef>
                <a:spcPts val="0"/>
              </a:spcBef>
              <a:spcAft>
                <a:spcPts val="600"/>
              </a:spcAft>
              <a:buClr>
                <a:srgbClr val="C00000"/>
              </a:buClr>
              <a:buNone/>
            </a:pPr>
            <a:r>
              <a:rPr lang="es-ES" sz="2400" dirty="0">
                <a:solidFill>
                  <a:schemeClr val="dk1"/>
                </a:solidFill>
              </a:rPr>
              <a:t>	</a:t>
            </a:r>
            <a:r>
              <a:rPr lang="es-ES" sz="2400" i="1" dirty="0" err="1">
                <a:solidFill>
                  <a:schemeClr val="dk1"/>
                </a:solidFill>
              </a:rPr>
              <a:t>Ej</a:t>
            </a:r>
            <a:r>
              <a:rPr lang="es-ES" sz="2400" i="1" dirty="0">
                <a:solidFill>
                  <a:schemeClr val="dk1"/>
                </a:solidFill>
              </a:rPr>
              <a:t>: variable no inicializada.</a:t>
            </a:r>
          </a:p>
          <a:p>
            <a:pPr marL="722313" lvl="0" indent="-368300" algn="just" rtl="0">
              <a:lnSpc>
                <a:spcPct val="100000"/>
              </a:lnSpc>
              <a:spcBef>
                <a:spcPts val="0"/>
              </a:spcBef>
              <a:spcAft>
                <a:spcPts val="600"/>
              </a:spcAft>
              <a:buClr>
                <a:srgbClr val="C00000"/>
              </a:buClr>
              <a:buFont typeface="Noto Sans Symbols2" panose="020B0502040504020204" pitchFamily="34" charset="0"/>
              <a:buChar char="»"/>
            </a:pPr>
            <a:r>
              <a:rPr lang="es-ES" sz="2400" dirty="0">
                <a:solidFill>
                  <a:schemeClr val="dk1"/>
                </a:solidFill>
              </a:rPr>
              <a:t>Defecto de cometido (algún aspecto es incorrecto). </a:t>
            </a:r>
          </a:p>
          <a:p>
            <a:pPr marL="354013" lvl="0" indent="0" algn="just" rtl="0">
              <a:lnSpc>
                <a:spcPct val="100000"/>
              </a:lnSpc>
              <a:spcBef>
                <a:spcPts val="0"/>
              </a:spcBef>
              <a:spcAft>
                <a:spcPts val="600"/>
              </a:spcAft>
              <a:buClr>
                <a:srgbClr val="C00000"/>
              </a:buClr>
              <a:buNone/>
            </a:pPr>
            <a:r>
              <a:rPr lang="es-ES" sz="2400" dirty="0">
                <a:solidFill>
                  <a:schemeClr val="dk1"/>
                </a:solidFill>
              </a:rPr>
              <a:t>	</a:t>
            </a:r>
            <a:r>
              <a:rPr lang="es-ES" sz="2400" i="1" dirty="0" err="1">
                <a:solidFill>
                  <a:schemeClr val="dk1"/>
                </a:solidFill>
              </a:rPr>
              <a:t>Ej</a:t>
            </a:r>
            <a:r>
              <a:rPr lang="es-ES" sz="2400" i="1" dirty="0">
                <a:solidFill>
                  <a:schemeClr val="dk1"/>
                </a:solidFill>
              </a:rPr>
              <a:t>: variable inicializada con un valor erróneo.</a:t>
            </a:r>
          </a:p>
          <a:p>
            <a:pPr marL="530225" lvl="0" indent="-530225" algn="just" rtl="0">
              <a:lnSpc>
                <a:spcPct val="85000"/>
              </a:lnSpc>
              <a:spcBef>
                <a:spcPts val="0"/>
              </a:spcBef>
              <a:spcAft>
                <a:spcPts val="600"/>
              </a:spcAft>
              <a:buClr>
                <a:srgbClr val="C00000"/>
              </a:buClr>
              <a:buFont typeface="Noto Sans Symbols"/>
              <a:buChar char="❖"/>
            </a:pPr>
            <a:endParaRPr sz="2800" dirty="0">
              <a:solidFill>
                <a:schemeClr val="dk1"/>
              </a:solidFill>
            </a:endParaRPr>
          </a:p>
        </p:txBody>
      </p:sp>
    </p:spTree>
    <p:extLst>
      <p:ext uri="{BB962C8B-B14F-4D97-AF65-F5344CB8AC3E}">
        <p14:creationId xmlns:p14="http://schemas.microsoft.com/office/powerpoint/2010/main" val="2434098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05519FEE-261D-9AF3-2D9B-E408AB195CFD}"/>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52000B45-CAAC-E092-1BBC-7729E60963B0}"/>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Tipos de defectos – Clasificación ortogonal</a:t>
            </a:r>
            <a:endParaRPr dirty="0"/>
          </a:p>
        </p:txBody>
      </p:sp>
      <p:sp>
        <p:nvSpPr>
          <p:cNvPr id="160" name="Google Shape;160;p4">
            <a:extLst>
              <a:ext uri="{FF2B5EF4-FFF2-40B4-BE49-F238E27FC236}">
                <a16:creationId xmlns:a16="http://schemas.microsoft.com/office/drawing/2014/main" id="{4C341DA2-6092-817E-B5B6-A07745FA8A69}"/>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F92A9726-7572-7EE0-1C31-3F8CD0AE82F4}"/>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A019E070-31E6-3078-9808-4FD7A1E29306}"/>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7</a:t>
            </a:fld>
            <a:endParaRPr/>
          </a:p>
        </p:txBody>
      </p:sp>
      <p:graphicFrame>
        <p:nvGraphicFramePr>
          <p:cNvPr id="2" name="Google Shape;112;p7">
            <a:extLst>
              <a:ext uri="{FF2B5EF4-FFF2-40B4-BE49-F238E27FC236}">
                <a16:creationId xmlns:a16="http://schemas.microsoft.com/office/drawing/2014/main" id="{D5F44FFE-4F0A-94D2-D651-D90C3DB7863A}"/>
              </a:ext>
            </a:extLst>
          </p:cNvPr>
          <p:cNvGraphicFramePr/>
          <p:nvPr>
            <p:extLst>
              <p:ext uri="{D42A27DB-BD31-4B8C-83A1-F6EECF244321}">
                <p14:modId xmlns:p14="http://schemas.microsoft.com/office/powerpoint/2010/main" val="620604247"/>
              </p:ext>
            </p:extLst>
          </p:nvPr>
        </p:nvGraphicFramePr>
        <p:xfrm>
          <a:off x="2333625" y="2157879"/>
          <a:ext cx="8065875" cy="3880505"/>
        </p:xfrm>
        <a:graphic>
          <a:graphicData uri="http://schemas.openxmlformats.org/drawingml/2006/table">
            <a:tbl>
              <a:tblPr>
                <a:noFill/>
                <a:tableStyleId>{2143555D-D369-4BB7-928E-1EA982A75EF0}</a:tableStyleId>
              </a:tblPr>
              <a:tblGrid>
                <a:gridCol w="2927325">
                  <a:extLst>
                    <a:ext uri="{9D8B030D-6E8A-4147-A177-3AD203B41FA5}">
                      <a16:colId xmlns:a16="http://schemas.microsoft.com/office/drawing/2014/main" val="20000"/>
                    </a:ext>
                  </a:extLst>
                </a:gridCol>
                <a:gridCol w="5138550">
                  <a:extLst>
                    <a:ext uri="{9D8B030D-6E8A-4147-A177-3AD203B41FA5}">
                      <a16:colId xmlns:a16="http://schemas.microsoft.com/office/drawing/2014/main" val="20001"/>
                    </a:ext>
                  </a:extLst>
                </a:gridCol>
              </a:tblGrid>
              <a:tr h="371475">
                <a:tc>
                  <a:txBody>
                    <a:bodyPr/>
                    <a:lstStyle/>
                    <a:p>
                      <a:pPr marL="0" marR="0" lvl="0" indent="0" algn="ctr" rtl="0">
                        <a:lnSpc>
                          <a:spcPct val="100000"/>
                        </a:lnSpc>
                        <a:spcBef>
                          <a:spcPts val="0"/>
                        </a:spcBef>
                        <a:spcAft>
                          <a:spcPts val="0"/>
                        </a:spcAft>
                        <a:buClr>
                          <a:schemeClr val="dk1"/>
                        </a:buClr>
                        <a:buSzPts val="1800"/>
                        <a:buFont typeface="Twentieth Century"/>
                        <a:buNone/>
                      </a:pPr>
                      <a:r>
                        <a:rPr lang="en-US" sz="1800" b="1" i="0" u="none" strike="noStrike" cap="none" dirty="0">
                          <a:solidFill>
                            <a:schemeClr val="bg1"/>
                          </a:solidFill>
                          <a:latin typeface="Twentieth Century"/>
                          <a:ea typeface="Twentieth Century"/>
                          <a:cs typeface="Twentieth Century"/>
                          <a:sym typeface="Twentieth Century"/>
                        </a:rPr>
                        <a:t>Tipo de </a:t>
                      </a:r>
                      <a:r>
                        <a:rPr lang="en-US" sz="1800" b="1" i="0" u="none" strike="noStrike" cap="none" dirty="0" err="1">
                          <a:solidFill>
                            <a:schemeClr val="bg1"/>
                          </a:solidFill>
                          <a:latin typeface="Twentieth Century"/>
                          <a:ea typeface="Twentieth Century"/>
                          <a:cs typeface="Twentieth Century"/>
                          <a:sym typeface="Twentieth Century"/>
                        </a:rPr>
                        <a:t>defecto</a:t>
                      </a:r>
                      <a:endParaRPr sz="1400" u="none" strike="noStrike" cap="none" dirty="0">
                        <a:solidFill>
                          <a:schemeClr val="bg1"/>
                        </a:solidFill>
                      </a:endParaRPr>
                    </a:p>
                  </a:txBody>
                  <a:tcPr marL="102200" marR="1022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solidFill>
                  </a:tcPr>
                </a:tc>
                <a:tc>
                  <a:txBody>
                    <a:bodyPr/>
                    <a:lstStyle/>
                    <a:p>
                      <a:pPr marL="0" marR="0" lvl="0" indent="0" algn="ctr" rtl="0">
                        <a:lnSpc>
                          <a:spcPct val="100000"/>
                        </a:lnSpc>
                        <a:spcBef>
                          <a:spcPts val="0"/>
                        </a:spcBef>
                        <a:spcAft>
                          <a:spcPts val="0"/>
                        </a:spcAft>
                        <a:buClr>
                          <a:schemeClr val="dk1"/>
                        </a:buClr>
                        <a:buSzPts val="1800"/>
                        <a:buFont typeface="Twentieth Century"/>
                        <a:buNone/>
                      </a:pPr>
                      <a:r>
                        <a:rPr lang="en-US" sz="1800" b="1" i="0" u="none" strike="noStrike" cap="none" dirty="0" err="1">
                          <a:solidFill>
                            <a:schemeClr val="bg1"/>
                          </a:solidFill>
                          <a:latin typeface="Twentieth Century"/>
                          <a:ea typeface="Twentieth Century"/>
                          <a:cs typeface="Twentieth Century"/>
                          <a:sym typeface="Twentieth Century"/>
                        </a:rPr>
                        <a:t>Significado</a:t>
                      </a:r>
                      <a:endParaRPr sz="1400" u="none" strike="noStrike" cap="none" dirty="0">
                        <a:solidFill>
                          <a:schemeClr val="bg1"/>
                        </a:solidFill>
                      </a:endParaRPr>
                    </a:p>
                  </a:txBody>
                  <a:tcPr marL="102200" marR="1022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solidFill>
                  </a:tcPr>
                </a:tc>
                <a:extLst>
                  <a:ext uri="{0D108BD9-81ED-4DB2-BD59-A6C34878D82A}">
                    <a16:rowId xmlns:a16="http://schemas.microsoft.com/office/drawing/2014/main" val="10000"/>
                  </a:ext>
                </a:extLst>
              </a:tr>
              <a:tr h="371475">
                <a:tc>
                  <a:txBody>
                    <a:bodyPr/>
                    <a:lstStyle/>
                    <a:p>
                      <a:pPr marL="0" marR="0" lvl="0" indent="0" algn="l" rtl="0">
                        <a:lnSpc>
                          <a:spcPct val="100000"/>
                        </a:lnSpc>
                        <a:spcBef>
                          <a:spcPts val="0"/>
                        </a:spcBef>
                        <a:spcAft>
                          <a:spcPts val="0"/>
                        </a:spcAft>
                        <a:buClr>
                          <a:schemeClr val="dk1"/>
                        </a:buClr>
                        <a:buSzPts val="1800"/>
                        <a:buFont typeface="Twentieth Century"/>
                        <a:buNone/>
                      </a:pPr>
                      <a:r>
                        <a:rPr lang="en-US" sz="1800" b="0" i="0" u="none" strike="noStrike" cap="none">
                          <a:solidFill>
                            <a:schemeClr val="dk1"/>
                          </a:solidFill>
                          <a:latin typeface="Twentieth Century"/>
                          <a:ea typeface="Twentieth Century"/>
                          <a:cs typeface="Twentieth Century"/>
                          <a:sym typeface="Twentieth Century"/>
                        </a:rPr>
                        <a:t>Función</a:t>
                      </a:r>
                      <a:endParaRPr sz="1400" u="none" strike="noStrike" cap="none"/>
                    </a:p>
                  </a:txBody>
                  <a:tcPr marL="102200" marR="1022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wentieth Century"/>
                        <a:buNone/>
                      </a:pPr>
                      <a:r>
                        <a:rPr lang="en-US" sz="1800" b="0" i="0" u="none" strike="noStrike" cap="none" dirty="0" err="1">
                          <a:solidFill>
                            <a:schemeClr val="dk1"/>
                          </a:solidFill>
                          <a:latin typeface="Twentieth Century"/>
                          <a:ea typeface="Twentieth Century"/>
                          <a:cs typeface="Twentieth Century"/>
                          <a:sym typeface="Twentieth Century"/>
                        </a:rPr>
                        <a:t>Afecta</a:t>
                      </a:r>
                      <a:r>
                        <a:rPr lang="en-US" sz="1800" b="0" i="0" u="none" strike="noStrike" cap="none" dirty="0">
                          <a:solidFill>
                            <a:schemeClr val="dk1"/>
                          </a:solidFill>
                          <a:latin typeface="Twentieth Century"/>
                          <a:ea typeface="Twentieth Century"/>
                          <a:cs typeface="Twentieth Century"/>
                          <a:sym typeface="Twentieth Century"/>
                        </a:rPr>
                        <a:t> la </a:t>
                      </a:r>
                      <a:r>
                        <a:rPr lang="en-US" sz="1800" b="0" i="0" u="none" strike="noStrike" cap="none" dirty="0" err="1">
                          <a:solidFill>
                            <a:schemeClr val="dk1"/>
                          </a:solidFill>
                          <a:latin typeface="Twentieth Century"/>
                          <a:ea typeface="Twentieth Century"/>
                          <a:cs typeface="Twentieth Century"/>
                          <a:sym typeface="Twentieth Century"/>
                        </a:rPr>
                        <a:t>capacidad</a:t>
                      </a:r>
                      <a:r>
                        <a:rPr lang="en-US" sz="1800" b="0" i="0" u="none" strike="noStrike" cap="none" dirty="0">
                          <a:solidFill>
                            <a:schemeClr val="dk1"/>
                          </a:solidFill>
                          <a:latin typeface="Twentieth Century"/>
                          <a:ea typeface="Twentieth Century"/>
                          <a:cs typeface="Twentieth Century"/>
                          <a:sym typeface="Twentieth Century"/>
                        </a:rPr>
                        <a:t>, interfaces.</a:t>
                      </a:r>
                      <a:endParaRPr sz="1400" u="none" strike="noStrike" cap="none" dirty="0"/>
                    </a:p>
                  </a:txBody>
                  <a:tcPr marL="102200" marR="1022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1475">
                <a:tc>
                  <a:txBody>
                    <a:bodyPr/>
                    <a:lstStyle/>
                    <a:p>
                      <a:pPr marL="0" marR="0" lvl="0" indent="0" algn="l" rtl="0">
                        <a:lnSpc>
                          <a:spcPct val="100000"/>
                        </a:lnSpc>
                        <a:spcBef>
                          <a:spcPts val="0"/>
                        </a:spcBef>
                        <a:spcAft>
                          <a:spcPts val="0"/>
                        </a:spcAft>
                        <a:buClr>
                          <a:schemeClr val="dk1"/>
                        </a:buClr>
                        <a:buSzPts val="1800"/>
                        <a:buFont typeface="Twentieth Century"/>
                        <a:buNone/>
                      </a:pPr>
                      <a:r>
                        <a:rPr lang="en-US" sz="1800" b="0" i="0" u="none" strike="noStrike" cap="none">
                          <a:solidFill>
                            <a:schemeClr val="dk1"/>
                          </a:solidFill>
                          <a:latin typeface="Twentieth Century"/>
                          <a:ea typeface="Twentieth Century"/>
                          <a:cs typeface="Twentieth Century"/>
                          <a:sym typeface="Twentieth Century"/>
                        </a:rPr>
                        <a:t>Interfaz</a:t>
                      </a:r>
                      <a:endParaRPr sz="1400" u="none" strike="noStrike" cap="none"/>
                    </a:p>
                  </a:txBody>
                  <a:tcPr marL="102200" marR="1022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wentieth Century"/>
                        <a:buNone/>
                      </a:pPr>
                      <a:r>
                        <a:rPr lang="en-US" sz="1800" b="0" i="0" u="none" strike="noStrike" cap="none">
                          <a:solidFill>
                            <a:schemeClr val="dk1"/>
                          </a:solidFill>
                          <a:latin typeface="Twentieth Century"/>
                          <a:ea typeface="Twentieth Century"/>
                          <a:cs typeface="Twentieth Century"/>
                          <a:sym typeface="Twentieth Century"/>
                        </a:rPr>
                        <a:t>Afecta a la interacción con otros componentes.</a:t>
                      </a:r>
                      <a:endParaRPr sz="1400" u="none" strike="noStrike" cap="none"/>
                    </a:p>
                  </a:txBody>
                  <a:tcPr marL="102200" marR="1022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1475">
                <a:tc>
                  <a:txBody>
                    <a:bodyPr/>
                    <a:lstStyle/>
                    <a:p>
                      <a:pPr marL="0" marR="0" lvl="0" indent="0" algn="l" rtl="0">
                        <a:lnSpc>
                          <a:spcPct val="100000"/>
                        </a:lnSpc>
                        <a:spcBef>
                          <a:spcPts val="0"/>
                        </a:spcBef>
                        <a:spcAft>
                          <a:spcPts val="0"/>
                        </a:spcAft>
                        <a:buClr>
                          <a:schemeClr val="dk1"/>
                        </a:buClr>
                        <a:buSzPts val="1800"/>
                        <a:buFont typeface="Twentieth Century"/>
                        <a:buNone/>
                      </a:pPr>
                      <a:r>
                        <a:rPr lang="en-US" sz="1800" b="0" i="0" u="none" strike="noStrike" cap="none">
                          <a:solidFill>
                            <a:schemeClr val="dk1"/>
                          </a:solidFill>
                          <a:latin typeface="Twentieth Century"/>
                          <a:ea typeface="Twentieth Century"/>
                          <a:cs typeface="Twentieth Century"/>
                          <a:sym typeface="Twentieth Century"/>
                        </a:rPr>
                        <a:t>Comprobación</a:t>
                      </a:r>
                      <a:endParaRPr sz="1400" u="none" strike="noStrike" cap="none"/>
                    </a:p>
                  </a:txBody>
                  <a:tcPr marL="102200" marR="1022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wentieth Century"/>
                        <a:buNone/>
                      </a:pPr>
                      <a:r>
                        <a:rPr lang="en-US" sz="1800" b="0" i="0" u="none" strike="noStrike" cap="none">
                          <a:solidFill>
                            <a:schemeClr val="dk1"/>
                          </a:solidFill>
                          <a:latin typeface="Twentieth Century"/>
                          <a:ea typeface="Twentieth Century"/>
                          <a:cs typeface="Twentieth Century"/>
                          <a:sym typeface="Twentieth Century"/>
                        </a:rPr>
                        <a:t>Afecta la lógica del programa.</a:t>
                      </a:r>
                      <a:endParaRPr sz="1400" u="none" strike="noStrike" cap="none"/>
                    </a:p>
                  </a:txBody>
                  <a:tcPr marL="102200" marR="1022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1475">
                <a:tc>
                  <a:txBody>
                    <a:bodyPr/>
                    <a:lstStyle/>
                    <a:p>
                      <a:pPr marL="0" marR="0" lvl="0" indent="0" algn="l" rtl="0">
                        <a:lnSpc>
                          <a:spcPct val="100000"/>
                        </a:lnSpc>
                        <a:spcBef>
                          <a:spcPts val="0"/>
                        </a:spcBef>
                        <a:spcAft>
                          <a:spcPts val="0"/>
                        </a:spcAft>
                        <a:buClr>
                          <a:schemeClr val="dk1"/>
                        </a:buClr>
                        <a:buSzPts val="1800"/>
                        <a:buFont typeface="Twentieth Century"/>
                        <a:buNone/>
                      </a:pPr>
                      <a:r>
                        <a:rPr lang="en-US" sz="1800" b="0" i="0" u="none" strike="noStrike" cap="none">
                          <a:solidFill>
                            <a:schemeClr val="dk1"/>
                          </a:solidFill>
                          <a:latin typeface="Twentieth Century"/>
                          <a:ea typeface="Twentieth Century"/>
                          <a:cs typeface="Twentieth Century"/>
                          <a:sym typeface="Twentieth Century"/>
                        </a:rPr>
                        <a:t>Asignación</a:t>
                      </a:r>
                      <a:endParaRPr sz="1400" u="none" strike="noStrike" cap="none"/>
                    </a:p>
                  </a:txBody>
                  <a:tcPr marL="102200" marR="1022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wentieth Century"/>
                        <a:buNone/>
                      </a:pPr>
                      <a:r>
                        <a:rPr lang="en-US" sz="1800" b="0" i="0" u="none" strike="noStrike" cap="none">
                          <a:solidFill>
                            <a:schemeClr val="dk1"/>
                          </a:solidFill>
                          <a:latin typeface="Twentieth Century"/>
                          <a:ea typeface="Twentieth Century"/>
                          <a:cs typeface="Twentieth Century"/>
                          <a:sym typeface="Twentieth Century"/>
                        </a:rPr>
                        <a:t>Afecta la estructura de datos.</a:t>
                      </a:r>
                      <a:endParaRPr sz="1400" u="none" strike="noStrike" cap="none"/>
                    </a:p>
                  </a:txBody>
                  <a:tcPr marL="102200" marR="1022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1475">
                <a:tc>
                  <a:txBody>
                    <a:bodyPr/>
                    <a:lstStyle/>
                    <a:p>
                      <a:pPr marL="0" marR="0" lvl="0" indent="0" algn="l" rtl="0">
                        <a:lnSpc>
                          <a:spcPct val="100000"/>
                        </a:lnSpc>
                        <a:spcBef>
                          <a:spcPts val="0"/>
                        </a:spcBef>
                        <a:spcAft>
                          <a:spcPts val="0"/>
                        </a:spcAft>
                        <a:buClr>
                          <a:schemeClr val="dk1"/>
                        </a:buClr>
                        <a:buSzPts val="1800"/>
                        <a:buFont typeface="Twentieth Century"/>
                        <a:buNone/>
                      </a:pPr>
                      <a:r>
                        <a:rPr lang="en-US" sz="1800" b="0" i="0" u="none" strike="noStrike" cap="none">
                          <a:solidFill>
                            <a:schemeClr val="dk1"/>
                          </a:solidFill>
                          <a:latin typeface="Twentieth Century"/>
                          <a:ea typeface="Twentieth Century"/>
                          <a:cs typeface="Twentieth Century"/>
                          <a:sym typeface="Twentieth Century"/>
                        </a:rPr>
                        <a:t>Sincronización</a:t>
                      </a:r>
                      <a:endParaRPr sz="1400" u="none" strike="noStrike" cap="none"/>
                    </a:p>
                  </a:txBody>
                  <a:tcPr marL="102200" marR="1022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wentieth Century"/>
                        <a:buNone/>
                      </a:pPr>
                      <a:r>
                        <a:rPr lang="en-US" sz="1800" b="0" i="0" u="none" strike="noStrike" cap="none">
                          <a:solidFill>
                            <a:schemeClr val="dk1"/>
                          </a:solidFill>
                          <a:latin typeface="Twentieth Century"/>
                          <a:ea typeface="Twentieth Century"/>
                          <a:cs typeface="Twentieth Century"/>
                          <a:sym typeface="Twentieth Century"/>
                        </a:rPr>
                        <a:t>Involucra sincronización de recursos compartidos y de tiempo real.</a:t>
                      </a:r>
                      <a:endParaRPr sz="1400" u="none" strike="noStrike" cap="none"/>
                    </a:p>
                  </a:txBody>
                  <a:tcPr marL="102200" marR="1022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71475">
                <a:tc>
                  <a:txBody>
                    <a:bodyPr/>
                    <a:lstStyle/>
                    <a:p>
                      <a:pPr marL="0" marR="0" lvl="0" indent="0" algn="l" rtl="0">
                        <a:lnSpc>
                          <a:spcPct val="100000"/>
                        </a:lnSpc>
                        <a:spcBef>
                          <a:spcPts val="0"/>
                        </a:spcBef>
                        <a:spcAft>
                          <a:spcPts val="0"/>
                        </a:spcAft>
                        <a:buClr>
                          <a:schemeClr val="dk1"/>
                        </a:buClr>
                        <a:buSzPts val="1800"/>
                        <a:buFont typeface="Twentieth Century"/>
                        <a:buNone/>
                      </a:pPr>
                      <a:r>
                        <a:rPr lang="en-US" sz="1800" b="0" i="0" u="none" strike="noStrike" cap="none">
                          <a:solidFill>
                            <a:schemeClr val="dk1"/>
                          </a:solidFill>
                          <a:latin typeface="Twentieth Century"/>
                          <a:ea typeface="Twentieth Century"/>
                          <a:cs typeface="Twentieth Century"/>
                          <a:sym typeface="Twentieth Century"/>
                        </a:rPr>
                        <a:t>Construcción</a:t>
                      </a:r>
                      <a:endParaRPr sz="1400" u="none" strike="noStrike" cap="none"/>
                    </a:p>
                  </a:txBody>
                  <a:tcPr marL="102200" marR="1022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wentieth Century"/>
                        <a:buNone/>
                      </a:pPr>
                      <a:r>
                        <a:rPr lang="en-US" sz="1800" b="0" i="0" u="none" strike="noStrike" cap="none">
                          <a:solidFill>
                            <a:schemeClr val="dk1"/>
                          </a:solidFill>
                          <a:latin typeface="Twentieth Century"/>
                          <a:ea typeface="Twentieth Century"/>
                          <a:cs typeface="Twentieth Century"/>
                          <a:sym typeface="Twentieth Century"/>
                        </a:rPr>
                        <a:t>Ocurre debido a problemas en repositorios, gestión de cambios o control de versiones.</a:t>
                      </a:r>
                      <a:endParaRPr sz="1400" u="none" strike="noStrike" cap="none"/>
                    </a:p>
                  </a:txBody>
                  <a:tcPr marL="102200" marR="1022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71475">
                <a:tc>
                  <a:txBody>
                    <a:bodyPr/>
                    <a:lstStyle/>
                    <a:p>
                      <a:pPr marL="0" marR="0" lvl="0" indent="0" algn="l" rtl="0">
                        <a:lnSpc>
                          <a:spcPct val="100000"/>
                        </a:lnSpc>
                        <a:spcBef>
                          <a:spcPts val="0"/>
                        </a:spcBef>
                        <a:spcAft>
                          <a:spcPts val="0"/>
                        </a:spcAft>
                        <a:buClr>
                          <a:schemeClr val="dk1"/>
                        </a:buClr>
                        <a:buSzPts val="1800"/>
                        <a:buFont typeface="Twentieth Century"/>
                        <a:buNone/>
                      </a:pPr>
                      <a:r>
                        <a:rPr lang="en-US" sz="1800" b="0" i="0" u="none" strike="noStrike" cap="none">
                          <a:solidFill>
                            <a:schemeClr val="dk1"/>
                          </a:solidFill>
                          <a:latin typeface="Twentieth Century"/>
                          <a:ea typeface="Twentieth Century"/>
                          <a:cs typeface="Twentieth Century"/>
                          <a:sym typeface="Twentieth Century"/>
                        </a:rPr>
                        <a:t>Documentación</a:t>
                      </a:r>
                      <a:endParaRPr sz="1400" u="none" strike="noStrike" cap="none"/>
                    </a:p>
                  </a:txBody>
                  <a:tcPr marL="102200" marR="1022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wentieth Century"/>
                        <a:buNone/>
                      </a:pPr>
                      <a:r>
                        <a:rPr lang="en-US" sz="1800" b="0" i="0" u="none" strike="noStrike" cap="none">
                          <a:solidFill>
                            <a:schemeClr val="dk1"/>
                          </a:solidFill>
                          <a:latin typeface="Twentieth Century"/>
                          <a:ea typeface="Twentieth Century"/>
                          <a:cs typeface="Twentieth Century"/>
                          <a:sym typeface="Twentieth Century"/>
                        </a:rPr>
                        <a:t>Afecta a publicaciones.</a:t>
                      </a:r>
                      <a:endParaRPr sz="1400" u="none" strike="noStrike" cap="none"/>
                    </a:p>
                  </a:txBody>
                  <a:tcPr marL="102200" marR="1022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71475">
                <a:tc>
                  <a:txBody>
                    <a:bodyPr/>
                    <a:lstStyle/>
                    <a:p>
                      <a:pPr marL="0" marR="0" lvl="0" indent="0" algn="l" rtl="0">
                        <a:lnSpc>
                          <a:spcPct val="100000"/>
                        </a:lnSpc>
                        <a:spcBef>
                          <a:spcPts val="0"/>
                        </a:spcBef>
                        <a:spcAft>
                          <a:spcPts val="0"/>
                        </a:spcAft>
                        <a:buClr>
                          <a:schemeClr val="dk1"/>
                        </a:buClr>
                        <a:buSzPts val="1800"/>
                        <a:buFont typeface="Twentieth Century"/>
                        <a:buNone/>
                      </a:pPr>
                      <a:r>
                        <a:rPr lang="en-US" sz="1800" b="0" i="0" u="none" strike="noStrike" cap="none">
                          <a:solidFill>
                            <a:schemeClr val="dk1"/>
                          </a:solidFill>
                          <a:latin typeface="Twentieth Century"/>
                          <a:ea typeface="Twentieth Century"/>
                          <a:cs typeface="Twentieth Century"/>
                          <a:sym typeface="Twentieth Century"/>
                        </a:rPr>
                        <a:t>Algoritmo</a:t>
                      </a:r>
                      <a:endParaRPr sz="1400" u="none" strike="noStrike" cap="none"/>
                    </a:p>
                  </a:txBody>
                  <a:tcPr marL="102200" marR="1022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wentieth Century"/>
                        <a:buNone/>
                      </a:pPr>
                      <a:r>
                        <a:rPr lang="en-US" sz="1800" b="0" i="0" u="none" strike="noStrike" cap="none" dirty="0" err="1">
                          <a:solidFill>
                            <a:schemeClr val="dk1"/>
                          </a:solidFill>
                          <a:latin typeface="Twentieth Century"/>
                          <a:ea typeface="Twentieth Century"/>
                          <a:cs typeface="Twentieth Century"/>
                          <a:sym typeface="Twentieth Century"/>
                        </a:rPr>
                        <a:t>Involucra</a:t>
                      </a:r>
                      <a:r>
                        <a:rPr lang="en-US" sz="1800" b="0" i="0" u="none" strike="noStrike" cap="none" dirty="0">
                          <a:solidFill>
                            <a:schemeClr val="dk1"/>
                          </a:solidFill>
                          <a:latin typeface="Twentieth Century"/>
                          <a:ea typeface="Twentieth Century"/>
                          <a:cs typeface="Twentieth Century"/>
                          <a:sym typeface="Twentieth Century"/>
                        </a:rPr>
                        <a:t> la </a:t>
                      </a:r>
                      <a:r>
                        <a:rPr lang="en-US" sz="1800" b="0" i="0" u="none" strike="noStrike" cap="none" dirty="0" err="1">
                          <a:solidFill>
                            <a:schemeClr val="dk1"/>
                          </a:solidFill>
                          <a:latin typeface="Twentieth Century"/>
                          <a:ea typeface="Twentieth Century"/>
                          <a:cs typeface="Twentieth Century"/>
                          <a:sym typeface="Twentieth Century"/>
                        </a:rPr>
                        <a:t>eficiencia</a:t>
                      </a:r>
                      <a:r>
                        <a:rPr lang="en-US" sz="1800" b="0" i="0" u="none" strike="noStrike" cap="none" dirty="0">
                          <a:solidFill>
                            <a:schemeClr val="dk1"/>
                          </a:solidFill>
                          <a:latin typeface="Twentieth Century"/>
                          <a:ea typeface="Twentieth Century"/>
                          <a:cs typeface="Twentieth Century"/>
                          <a:sym typeface="Twentieth Century"/>
                        </a:rPr>
                        <a:t> o </a:t>
                      </a:r>
                      <a:r>
                        <a:rPr lang="en-US" sz="1800" b="0" i="0" u="none" strike="noStrike" cap="none" dirty="0" err="1">
                          <a:solidFill>
                            <a:schemeClr val="dk1"/>
                          </a:solidFill>
                          <a:latin typeface="Twentieth Century"/>
                          <a:ea typeface="Twentieth Century"/>
                          <a:cs typeface="Twentieth Century"/>
                          <a:sym typeface="Twentieth Century"/>
                        </a:rPr>
                        <a:t>exactitud</a:t>
                      </a:r>
                      <a:r>
                        <a:rPr lang="en-US" sz="1800" b="0" i="0" u="none" strike="noStrike" cap="none" dirty="0">
                          <a:solidFill>
                            <a:schemeClr val="dk1"/>
                          </a:solidFill>
                          <a:latin typeface="Twentieth Century"/>
                          <a:ea typeface="Twentieth Century"/>
                          <a:cs typeface="Twentieth Century"/>
                          <a:sym typeface="Twentieth Century"/>
                        </a:rPr>
                        <a:t> de un </a:t>
                      </a:r>
                      <a:r>
                        <a:rPr lang="en-US" sz="1800" b="0" i="0" u="none" strike="noStrike" cap="none" dirty="0" err="1">
                          <a:solidFill>
                            <a:schemeClr val="dk1"/>
                          </a:solidFill>
                          <a:latin typeface="Twentieth Century"/>
                          <a:ea typeface="Twentieth Century"/>
                          <a:cs typeface="Twentieth Century"/>
                          <a:sym typeface="Twentieth Century"/>
                        </a:rPr>
                        <a:t>algoritmo</a:t>
                      </a:r>
                      <a:r>
                        <a:rPr lang="en-US" sz="1800" b="0" i="0" u="none" strike="noStrike" cap="none" dirty="0">
                          <a:solidFill>
                            <a:schemeClr val="dk1"/>
                          </a:solidFill>
                          <a:latin typeface="Twentieth Century"/>
                          <a:ea typeface="Twentieth Century"/>
                          <a:cs typeface="Twentieth Century"/>
                          <a:sym typeface="Twentieth Century"/>
                        </a:rPr>
                        <a:t>.</a:t>
                      </a:r>
                      <a:endParaRPr sz="1400" u="none" strike="noStrike" cap="none" dirty="0"/>
                    </a:p>
                  </a:txBody>
                  <a:tcPr marL="102200" marR="1022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745768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438D889E-2D64-AB42-A290-A8BCF8565073}"/>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879C8931-882A-633B-470F-F5F93A98DC85}"/>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del Software</a:t>
            </a:r>
            <a:endParaRPr dirty="0"/>
          </a:p>
        </p:txBody>
      </p:sp>
      <p:sp>
        <p:nvSpPr>
          <p:cNvPr id="160" name="Google Shape;160;p4">
            <a:extLst>
              <a:ext uri="{FF2B5EF4-FFF2-40B4-BE49-F238E27FC236}">
                <a16:creationId xmlns:a16="http://schemas.microsoft.com/office/drawing/2014/main" id="{8B182F25-6991-8C68-4EA5-0AAE0A25AC6C}"/>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60636EEB-6367-A861-EE2F-A903393978DA}"/>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BD2E0334-3C2A-EB25-0A24-D00E084EE947}"/>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8</a:t>
            </a:fld>
            <a:endParaRPr/>
          </a:p>
        </p:txBody>
      </p:sp>
      <p:sp>
        <p:nvSpPr>
          <p:cNvPr id="163" name="Google Shape;163;p4">
            <a:extLst>
              <a:ext uri="{FF2B5EF4-FFF2-40B4-BE49-F238E27FC236}">
                <a16:creationId xmlns:a16="http://schemas.microsoft.com/office/drawing/2014/main" id="{2C9EB906-C14A-543C-DA64-4496BD86532A}"/>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442913" lvl="0" indent="-442913" algn="just">
              <a:lnSpc>
                <a:spcPct val="85000"/>
              </a:lnSpc>
              <a:spcBef>
                <a:spcPts val="0"/>
              </a:spcBef>
              <a:spcAft>
                <a:spcPts val="1200"/>
              </a:spcAft>
              <a:buClr>
                <a:srgbClr val="C00000"/>
              </a:buClr>
              <a:buFont typeface="Noto Sans Symbols"/>
              <a:buChar char="❖"/>
            </a:pPr>
            <a:r>
              <a:rPr lang="es-ES" sz="2800" dirty="0">
                <a:solidFill>
                  <a:schemeClr val="dk1"/>
                </a:solidFill>
              </a:rPr>
              <a:t>¿Cuál es el primer objetivo de la prueba?</a:t>
            </a:r>
          </a:p>
          <a:p>
            <a:pPr marL="442913" lvl="0" indent="0" algn="just">
              <a:lnSpc>
                <a:spcPct val="85000"/>
              </a:lnSpc>
              <a:spcBef>
                <a:spcPts val="0"/>
              </a:spcBef>
              <a:spcAft>
                <a:spcPts val="1200"/>
              </a:spcAft>
              <a:buClr>
                <a:srgbClr val="C00000"/>
              </a:buClr>
              <a:buNone/>
            </a:pPr>
            <a:r>
              <a:rPr lang="es-ES" sz="2800" i="1" dirty="0">
                <a:solidFill>
                  <a:schemeClr val="dk1"/>
                </a:solidFill>
              </a:rPr>
              <a:t>Diseñar pruebas que saquen a la luz diferentes clases de errores, haciéndolo en la menor cantidad de tiempo y esfuerzo.</a:t>
            </a:r>
          </a:p>
          <a:p>
            <a:pPr marL="442913" lvl="0" indent="0" algn="just">
              <a:lnSpc>
                <a:spcPct val="85000"/>
              </a:lnSpc>
              <a:spcBef>
                <a:spcPts val="0"/>
              </a:spcBef>
              <a:spcAft>
                <a:spcPts val="1200"/>
              </a:spcAft>
              <a:buClr>
                <a:srgbClr val="C00000"/>
              </a:buClr>
              <a:buNone/>
            </a:pPr>
            <a:endParaRPr lang="es-ES" sz="2800" i="1" dirty="0">
              <a:solidFill>
                <a:schemeClr val="dk1"/>
              </a:solidFill>
            </a:endParaRPr>
          </a:p>
          <a:p>
            <a:pPr marL="442913" lvl="0" indent="-442913" algn="just">
              <a:lnSpc>
                <a:spcPct val="85000"/>
              </a:lnSpc>
              <a:spcBef>
                <a:spcPts val="0"/>
              </a:spcBef>
              <a:spcAft>
                <a:spcPts val="1200"/>
              </a:spcAft>
              <a:buClr>
                <a:srgbClr val="C00000"/>
              </a:buClr>
              <a:buFont typeface="Noto Sans Symbols"/>
              <a:buChar char="❖"/>
            </a:pPr>
            <a:r>
              <a:rPr lang="es-ES" sz="2800" dirty="0">
                <a:solidFill>
                  <a:schemeClr val="dk1"/>
                </a:solidFill>
              </a:rPr>
              <a:t>¿Cuándo una prueba tiene éxito?	</a:t>
            </a:r>
          </a:p>
          <a:p>
            <a:pPr marL="442913" lvl="0" indent="0" algn="just">
              <a:lnSpc>
                <a:spcPct val="85000"/>
              </a:lnSpc>
              <a:spcBef>
                <a:spcPts val="0"/>
              </a:spcBef>
              <a:spcAft>
                <a:spcPts val="1200"/>
              </a:spcAft>
              <a:buClr>
                <a:srgbClr val="C00000"/>
              </a:buClr>
              <a:buNone/>
            </a:pPr>
            <a:r>
              <a:rPr lang="es-ES" sz="2800" i="1" dirty="0">
                <a:solidFill>
                  <a:schemeClr val="dk1"/>
                </a:solidFill>
              </a:rPr>
              <a:t>Cuando descubre errores.</a:t>
            </a:r>
          </a:p>
          <a:p>
            <a:pPr marL="530225" lvl="0" indent="-530225" algn="just" rtl="0">
              <a:lnSpc>
                <a:spcPct val="85000"/>
              </a:lnSpc>
              <a:spcBef>
                <a:spcPts val="0"/>
              </a:spcBef>
              <a:spcAft>
                <a:spcPts val="600"/>
              </a:spcAft>
              <a:buClr>
                <a:srgbClr val="C00000"/>
              </a:buClr>
              <a:buFont typeface="Noto Sans Symbols"/>
              <a:buChar char="❖"/>
            </a:pPr>
            <a:endParaRPr sz="2800" dirty="0">
              <a:solidFill>
                <a:schemeClr val="dk1"/>
              </a:solidFill>
            </a:endParaRPr>
          </a:p>
        </p:txBody>
      </p:sp>
      <p:pic>
        <p:nvPicPr>
          <p:cNvPr id="2" name="Google Shape;123;p8">
            <a:extLst>
              <a:ext uri="{FF2B5EF4-FFF2-40B4-BE49-F238E27FC236}">
                <a16:creationId xmlns:a16="http://schemas.microsoft.com/office/drawing/2014/main" id="{1C48F7B7-1A79-66BA-6AAE-85FA442A05D4}"/>
              </a:ext>
            </a:extLst>
          </p:cNvPr>
          <p:cNvPicPr preferRelativeResize="0"/>
          <p:nvPr/>
        </p:nvPicPr>
        <p:blipFill rotWithShape="1">
          <a:blip r:embed="rId3"/>
          <a:srcRect/>
          <a:stretch/>
        </p:blipFill>
        <p:spPr>
          <a:xfrm>
            <a:off x="9158747" y="3325761"/>
            <a:ext cx="2894227" cy="2918896"/>
          </a:xfrm>
          <a:prstGeom prst="rect">
            <a:avLst/>
          </a:prstGeom>
        </p:spPr>
      </p:pic>
    </p:spTree>
    <p:extLst>
      <p:ext uri="{BB962C8B-B14F-4D97-AF65-F5344CB8AC3E}">
        <p14:creationId xmlns:p14="http://schemas.microsoft.com/office/powerpoint/2010/main" val="1507483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1" end="1"/>
                                            </p:txEl>
                                          </p:spTgt>
                                        </p:tgtEl>
                                        <p:attrNameLst>
                                          <p:attrName>style.visibility</p:attrName>
                                        </p:attrNameLst>
                                      </p:cBhvr>
                                      <p:to>
                                        <p:strVal val="visible"/>
                                      </p:to>
                                    </p:set>
                                    <p:animEffect transition="in" filter="fade">
                                      <p:cBhvr>
                                        <p:cTn id="7" dur="500"/>
                                        <p:tgtEl>
                                          <p:spTgt spid="16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3">
                                            <p:txEl>
                                              <p:pRg st="3" end="3"/>
                                            </p:txEl>
                                          </p:spTgt>
                                        </p:tgtEl>
                                        <p:attrNameLst>
                                          <p:attrName>style.visibility</p:attrName>
                                        </p:attrNameLst>
                                      </p:cBhvr>
                                      <p:to>
                                        <p:strVal val="visible"/>
                                      </p:to>
                                    </p:set>
                                    <p:animEffect transition="in" filter="fade">
                                      <p:cBhvr>
                                        <p:cTn id="12" dur="500"/>
                                        <p:tgtEl>
                                          <p:spTgt spid="16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3">
                                            <p:txEl>
                                              <p:pRg st="4" end="4"/>
                                            </p:txEl>
                                          </p:spTgt>
                                        </p:tgtEl>
                                        <p:attrNameLst>
                                          <p:attrName>style.visibility</p:attrName>
                                        </p:attrNameLst>
                                      </p:cBhvr>
                                      <p:to>
                                        <p:strVal val="visible"/>
                                      </p:to>
                                    </p:set>
                                    <p:animEffect transition="in" filter="fade">
                                      <p:cBhvr>
                                        <p:cTn id="17" dur="500"/>
                                        <p:tgtEl>
                                          <p:spTgt spid="1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E31049E7-AEDA-9A61-EF27-1F27A18F0DC2}"/>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3C60FE8E-2206-0840-39E0-B1421D479CD7}"/>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del Software</a:t>
            </a:r>
            <a:endParaRPr dirty="0"/>
          </a:p>
        </p:txBody>
      </p:sp>
      <p:sp>
        <p:nvSpPr>
          <p:cNvPr id="160" name="Google Shape;160;p4">
            <a:extLst>
              <a:ext uri="{FF2B5EF4-FFF2-40B4-BE49-F238E27FC236}">
                <a16:creationId xmlns:a16="http://schemas.microsoft.com/office/drawing/2014/main" id="{4DAC3A6D-EE1A-6091-4FB9-77C4B7945023}"/>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1856449D-170C-F11C-AFFB-DBEF139D5950}"/>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38FE8B76-CB64-2E63-3CF1-E6CAF7F634FF}"/>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9</a:t>
            </a:fld>
            <a:endParaRPr/>
          </a:p>
        </p:txBody>
      </p:sp>
      <p:sp>
        <p:nvSpPr>
          <p:cNvPr id="163" name="Google Shape;163;p4">
            <a:extLst>
              <a:ext uri="{FF2B5EF4-FFF2-40B4-BE49-F238E27FC236}">
                <a16:creationId xmlns:a16="http://schemas.microsoft.com/office/drawing/2014/main" id="{B36B7DFF-E690-6538-0FBD-F373D058EF9C}"/>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85000"/>
              </a:lnSpc>
              <a:spcBef>
                <a:spcPts val="0"/>
              </a:spcBef>
              <a:spcAft>
                <a:spcPts val="600"/>
              </a:spcAft>
              <a:buClr>
                <a:srgbClr val="C00000"/>
              </a:buClr>
              <a:buFont typeface="Noto Sans Symbols"/>
              <a:buChar char="❖"/>
            </a:pPr>
            <a:r>
              <a:rPr lang="es-ES" sz="3200" dirty="0">
                <a:solidFill>
                  <a:schemeClr val="dk1"/>
                </a:solidFill>
              </a:rPr>
              <a:t>Objetivos y Beneficios de las Pruebas del Software: </a:t>
            </a:r>
          </a:p>
          <a:p>
            <a:pPr marL="722313" lvl="0" indent="-368300" algn="just" rtl="0">
              <a:lnSpc>
                <a:spcPct val="100000"/>
              </a:lnSpc>
              <a:spcBef>
                <a:spcPts val="0"/>
              </a:spcBef>
              <a:spcAft>
                <a:spcPts val="1200"/>
              </a:spcAft>
              <a:buClr>
                <a:srgbClr val="C00000"/>
              </a:buClr>
              <a:buFont typeface="Noto Sans Symbols2" panose="020B0502040504020204" pitchFamily="34" charset="0"/>
              <a:buChar char="»"/>
            </a:pPr>
            <a:r>
              <a:rPr lang="es-ES" sz="2800" dirty="0">
                <a:solidFill>
                  <a:schemeClr val="dk1"/>
                </a:solidFill>
              </a:rPr>
              <a:t>Descubrir errores antes que el software salga del ambiente de desarrollo.</a:t>
            </a:r>
          </a:p>
          <a:p>
            <a:pPr marL="722313" lvl="0" indent="-368300" algn="just" rtl="0">
              <a:lnSpc>
                <a:spcPct val="100000"/>
              </a:lnSpc>
              <a:spcBef>
                <a:spcPts val="0"/>
              </a:spcBef>
              <a:spcAft>
                <a:spcPts val="1200"/>
              </a:spcAft>
              <a:buClr>
                <a:srgbClr val="C00000"/>
              </a:buClr>
              <a:buFont typeface="Noto Sans Symbols2" panose="020B0502040504020204" pitchFamily="34" charset="0"/>
              <a:buChar char="»"/>
            </a:pPr>
            <a:r>
              <a:rPr lang="es-ES" sz="2800" dirty="0">
                <a:solidFill>
                  <a:schemeClr val="dk1"/>
                </a:solidFill>
              </a:rPr>
              <a:t>Detectar un error no descubierto hasta entonces.</a:t>
            </a:r>
          </a:p>
          <a:p>
            <a:pPr marL="722313" lvl="0" indent="-368300" algn="just" rtl="0">
              <a:lnSpc>
                <a:spcPct val="100000"/>
              </a:lnSpc>
              <a:spcBef>
                <a:spcPts val="0"/>
              </a:spcBef>
              <a:spcAft>
                <a:spcPts val="1200"/>
              </a:spcAft>
              <a:buClr>
                <a:srgbClr val="C00000"/>
              </a:buClr>
              <a:buFont typeface="Noto Sans Symbols2" panose="020B0502040504020204" pitchFamily="34" charset="0"/>
              <a:buChar char="»"/>
            </a:pPr>
            <a:r>
              <a:rPr lang="es-ES" sz="2800" dirty="0">
                <a:solidFill>
                  <a:schemeClr val="dk1"/>
                </a:solidFill>
              </a:rPr>
              <a:t>Bajar los costos de corrección de errores en la etapa de mantenimiento.</a:t>
            </a:r>
          </a:p>
          <a:p>
            <a:pPr marL="722313" lvl="0" indent="-368300" algn="just" rtl="0">
              <a:lnSpc>
                <a:spcPct val="100000"/>
              </a:lnSpc>
              <a:spcBef>
                <a:spcPts val="0"/>
              </a:spcBef>
              <a:spcAft>
                <a:spcPts val="600"/>
              </a:spcAft>
              <a:buClr>
                <a:srgbClr val="C00000"/>
              </a:buClr>
              <a:buFont typeface="Noto Sans Symbols2" panose="020B0502040504020204" pitchFamily="34" charset="0"/>
              <a:buChar char="»"/>
            </a:pPr>
            <a:endParaRPr lang="es-ES" sz="2800" i="1" dirty="0">
              <a:solidFill>
                <a:schemeClr val="dk1"/>
              </a:solidFill>
            </a:endParaRPr>
          </a:p>
          <a:p>
            <a:pPr marL="530225" lvl="0" indent="-530225" algn="just" rtl="0">
              <a:lnSpc>
                <a:spcPct val="85000"/>
              </a:lnSpc>
              <a:spcBef>
                <a:spcPts val="0"/>
              </a:spcBef>
              <a:spcAft>
                <a:spcPts val="600"/>
              </a:spcAft>
              <a:buClr>
                <a:srgbClr val="C00000"/>
              </a:buClr>
              <a:buFont typeface="Noto Sans Symbols"/>
              <a:buChar char="❖"/>
            </a:pPr>
            <a:endParaRPr sz="3200" dirty="0">
              <a:solidFill>
                <a:schemeClr val="dk1"/>
              </a:solidFill>
            </a:endParaRPr>
          </a:p>
        </p:txBody>
      </p:sp>
    </p:spTree>
    <p:extLst>
      <p:ext uri="{BB962C8B-B14F-4D97-AF65-F5344CB8AC3E}">
        <p14:creationId xmlns:p14="http://schemas.microsoft.com/office/powerpoint/2010/main" val="3644699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14F6E17E-D848-7BED-AC0A-0E60B953AADD}"/>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8B5BEBAE-1DDA-DF75-80EC-841E1C1C1E64}"/>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del Software</a:t>
            </a:r>
            <a:endParaRPr dirty="0"/>
          </a:p>
        </p:txBody>
      </p:sp>
      <p:sp>
        <p:nvSpPr>
          <p:cNvPr id="160" name="Google Shape;160;p4">
            <a:extLst>
              <a:ext uri="{FF2B5EF4-FFF2-40B4-BE49-F238E27FC236}">
                <a16:creationId xmlns:a16="http://schemas.microsoft.com/office/drawing/2014/main" id="{92C649F0-B87B-D40F-198E-C5EB6245436A}"/>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D108B2A7-0A0A-9D9D-007A-373802E161EF}"/>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2C5DFEFE-D2AA-FDE2-D60D-255BD90C46BE}"/>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10</a:t>
            </a:fld>
            <a:endParaRPr/>
          </a:p>
        </p:txBody>
      </p:sp>
      <p:sp>
        <p:nvSpPr>
          <p:cNvPr id="163" name="Google Shape;163;p4">
            <a:extLst>
              <a:ext uri="{FF2B5EF4-FFF2-40B4-BE49-F238E27FC236}">
                <a16:creationId xmlns:a16="http://schemas.microsoft.com/office/drawing/2014/main" id="{125F8AB5-E819-3A55-B895-29AE600E8994}"/>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85000"/>
              </a:lnSpc>
              <a:spcBef>
                <a:spcPts val="0"/>
              </a:spcBef>
              <a:spcAft>
                <a:spcPts val="600"/>
              </a:spcAft>
              <a:buClr>
                <a:srgbClr val="C00000"/>
              </a:buClr>
              <a:buFont typeface="Noto Sans Symbols"/>
              <a:buChar char="❖"/>
            </a:pPr>
            <a:r>
              <a:rPr lang="es-ES" sz="3200" dirty="0">
                <a:solidFill>
                  <a:schemeClr val="dk1"/>
                </a:solidFill>
              </a:rPr>
              <a:t>Principios de la Prueba: </a:t>
            </a:r>
          </a:p>
          <a:p>
            <a:pPr marL="722313" lvl="0" indent="-368300" algn="just" rtl="0">
              <a:lnSpc>
                <a:spcPct val="100000"/>
              </a:lnSpc>
              <a:spcBef>
                <a:spcPts val="0"/>
              </a:spcBef>
              <a:spcAft>
                <a:spcPts val="600"/>
              </a:spcAft>
              <a:buClr>
                <a:srgbClr val="C00000"/>
              </a:buClr>
              <a:buFont typeface="Noto Sans Symbols2" panose="020B0502040504020204" pitchFamily="34" charset="0"/>
              <a:buChar char="»"/>
            </a:pPr>
            <a:r>
              <a:rPr lang="es-ES" sz="2800" dirty="0">
                <a:solidFill>
                  <a:schemeClr val="dk1"/>
                </a:solidFill>
              </a:rPr>
              <a:t>A todas las pruebas se les debería poder hacer un seguimiento hasta los requisitos del cliente. </a:t>
            </a:r>
          </a:p>
          <a:p>
            <a:pPr marL="722313" lvl="0" indent="-368300" algn="just" rtl="0">
              <a:lnSpc>
                <a:spcPct val="100000"/>
              </a:lnSpc>
              <a:spcBef>
                <a:spcPts val="0"/>
              </a:spcBef>
              <a:spcAft>
                <a:spcPts val="600"/>
              </a:spcAft>
              <a:buClr>
                <a:srgbClr val="C00000"/>
              </a:buClr>
              <a:buFont typeface="Noto Sans Symbols2" panose="020B0502040504020204" pitchFamily="34" charset="0"/>
              <a:buChar char="»"/>
            </a:pPr>
            <a:r>
              <a:rPr lang="es-ES" sz="2800" dirty="0">
                <a:solidFill>
                  <a:schemeClr val="dk1"/>
                </a:solidFill>
              </a:rPr>
              <a:t>Las pruebas deberían planificarse mucho antes de que empiecen.</a:t>
            </a:r>
          </a:p>
          <a:p>
            <a:pPr marL="722313" lvl="0" indent="-368300" algn="just" rtl="0">
              <a:lnSpc>
                <a:spcPct val="100000"/>
              </a:lnSpc>
              <a:spcBef>
                <a:spcPts val="0"/>
              </a:spcBef>
              <a:spcAft>
                <a:spcPts val="600"/>
              </a:spcAft>
              <a:buClr>
                <a:srgbClr val="C00000"/>
              </a:buClr>
              <a:buFont typeface="Noto Sans Symbols2" panose="020B0502040504020204" pitchFamily="34" charset="0"/>
              <a:buChar char="»"/>
            </a:pPr>
            <a:r>
              <a:rPr lang="es-ES" sz="2800" dirty="0">
                <a:solidFill>
                  <a:schemeClr val="dk1"/>
                </a:solidFill>
              </a:rPr>
              <a:t>Es aplicable el principio de Pareto:</a:t>
            </a:r>
          </a:p>
          <a:p>
            <a:pPr marL="722313" lvl="0" indent="0" algn="just" rtl="0">
              <a:lnSpc>
                <a:spcPct val="100000"/>
              </a:lnSpc>
              <a:spcBef>
                <a:spcPts val="0"/>
              </a:spcBef>
              <a:spcAft>
                <a:spcPts val="600"/>
              </a:spcAft>
              <a:buClr>
                <a:srgbClr val="C00000"/>
              </a:buClr>
              <a:buNone/>
            </a:pPr>
            <a:endParaRPr lang="es-ES" sz="2400" i="1" dirty="0">
              <a:solidFill>
                <a:schemeClr val="dk1"/>
              </a:solidFill>
            </a:endParaRPr>
          </a:p>
          <a:p>
            <a:pPr marL="722313" lvl="0" indent="-368300" algn="just" rtl="0">
              <a:lnSpc>
                <a:spcPct val="100000"/>
              </a:lnSpc>
              <a:spcBef>
                <a:spcPts val="0"/>
              </a:spcBef>
              <a:spcAft>
                <a:spcPts val="600"/>
              </a:spcAft>
              <a:buClr>
                <a:srgbClr val="C00000"/>
              </a:buClr>
              <a:buFont typeface="Noto Sans Symbols2" panose="020B0502040504020204" pitchFamily="34" charset="0"/>
              <a:buChar char="»"/>
            </a:pPr>
            <a:endParaRPr lang="es-ES" sz="2800" i="1" dirty="0">
              <a:solidFill>
                <a:schemeClr val="dk1"/>
              </a:solidFill>
            </a:endParaRPr>
          </a:p>
          <a:p>
            <a:pPr marL="530225" lvl="0" indent="-530225" algn="just" rtl="0">
              <a:lnSpc>
                <a:spcPct val="85000"/>
              </a:lnSpc>
              <a:spcBef>
                <a:spcPts val="0"/>
              </a:spcBef>
              <a:spcAft>
                <a:spcPts val="600"/>
              </a:spcAft>
              <a:buClr>
                <a:srgbClr val="C00000"/>
              </a:buClr>
              <a:buFont typeface="Noto Sans Symbols"/>
              <a:buChar char="❖"/>
            </a:pPr>
            <a:endParaRPr sz="3200" dirty="0">
              <a:solidFill>
                <a:schemeClr val="dk1"/>
              </a:solidFill>
            </a:endParaRPr>
          </a:p>
        </p:txBody>
      </p:sp>
      <p:sp>
        <p:nvSpPr>
          <p:cNvPr id="2" name="Rectángulo: esquinas redondeadas 1">
            <a:extLst>
              <a:ext uri="{FF2B5EF4-FFF2-40B4-BE49-F238E27FC236}">
                <a16:creationId xmlns:a16="http://schemas.microsoft.com/office/drawing/2014/main" id="{9A08153C-E0EF-1303-C7FF-BF99C35538A5}"/>
              </a:ext>
            </a:extLst>
          </p:cNvPr>
          <p:cNvSpPr/>
          <p:nvPr/>
        </p:nvSpPr>
        <p:spPr>
          <a:xfrm>
            <a:off x="3570288" y="4911213"/>
            <a:ext cx="5367234" cy="1106129"/>
          </a:xfrm>
          <a:prstGeom prst="roundRect">
            <a:avLst/>
          </a:prstGeom>
          <a:solidFill>
            <a:schemeClr val="accent2">
              <a:lumMod val="40000"/>
              <a:lumOff val="6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i="1" dirty="0">
                <a:solidFill>
                  <a:schemeClr val="dk1"/>
                </a:solidFill>
              </a:rPr>
              <a:t>El 80% de los errores de un software es generado por un 20% del código de dicho software, mientras que el otro 80% genera tan sólo un 20% de los errores.</a:t>
            </a:r>
            <a:endParaRPr lang="es-ES" dirty="0"/>
          </a:p>
        </p:txBody>
      </p:sp>
      <p:pic>
        <p:nvPicPr>
          <p:cNvPr id="3" name="Google Shape;142;p10" descr="http://reliawiki.org/images/b/bd/Quantitative_Testing_new.png">
            <a:extLst>
              <a:ext uri="{FF2B5EF4-FFF2-40B4-BE49-F238E27FC236}">
                <a16:creationId xmlns:a16="http://schemas.microsoft.com/office/drawing/2014/main" id="{9ED6CC0B-CDAE-C29F-D312-6C9563E0C33A}"/>
              </a:ext>
            </a:extLst>
          </p:cNvPr>
          <p:cNvPicPr preferRelativeResize="0"/>
          <p:nvPr/>
        </p:nvPicPr>
        <p:blipFill rotWithShape="1">
          <a:blip r:embed="rId3">
            <a:alphaModFix/>
          </a:blip>
          <a:srcRect b="10398"/>
          <a:stretch>
            <a:fillRect/>
          </a:stretch>
        </p:blipFill>
        <p:spPr>
          <a:xfrm>
            <a:off x="10003632" y="4192588"/>
            <a:ext cx="1905000" cy="2031232"/>
          </a:xfrm>
          <a:prstGeom prst="rect">
            <a:avLst/>
          </a:prstGeom>
          <a:noFill/>
          <a:ln>
            <a:noFill/>
          </a:ln>
        </p:spPr>
      </p:pic>
    </p:spTree>
    <p:extLst>
      <p:ext uri="{BB962C8B-B14F-4D97-AF65-F5344CB8AC3E}">
        <p14:creationId xmlns:p14="http://schemas.microsoft.com/office/powerpoint/2010/main" val="3584927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F1CC2AEA-E3D5-15F3-B893-67487F6EF5EB}"/>
            </a:ext>
          </a:extLst>
        </p:cNvPr>
        <p:cNvGrpSpPr/>
        <p:nvPr/>
      </p:nvGrpSpPr>
      <p:grpSpPr>
        <a:xfrm>
          <a:off x="0" y="0"/>
          <a:ext cx="0" cy="0"/>
          <a:chOff x="0" y="0"/>
          <a:chExt cx="0" cy="0"/>
        </a:xfrm>
      </p:grpSpPr>
      <p:pic>
        <p:nvPicPr>
          <p:cNvPr id="152" name="Google Shape;152;p11" descr="http://www.posturebraceguide.com/wp-content/uploads/2014/12/put-to-test.jpg"/>
          <p:cNvPicPr preferRelativeResize="0"/>
          <p:nvPr/>
        </p:nvPicPr>
        <p:blipFill rotWithShape="1">
          <a:blip r:embed="rId3">
            <a:alphaModFix/>
          </a:blip>
          <a:srcRect l="23158" r="17289" b="7772"/>
          <a:stretch>
            <a:fillRect/>
          </a:stretch>
        </p:blipFill>
        <p:spPr>
          <a:xfrm>
            <a:off x="10546428" y="4553666"/>
            <a:ext cx="1622322" cy="1769807"/>
          </a:xfrm>
          <a:prstGeom prst="rect">
            <a:avLst/>
          </a:prstGeom>
          <a:noFill/>
          <a:ln>
            <a:noFill/>
          </a:ln>
        </p:spPr>
      </p:pic>
      <p:sp>
        <p:nvSpPr>
          <p:cNvPr id="159" name="Google Shape;159;p4">
            <a:extLst>
              <a:ext uri="{FF2B5EF4-FFF2-40B4-BE49-F238E27FC236}">
                <a16:creationId xmlns:a16="http://schemas.microsoft.com/office/drawing/2014/main" id="{450AD5AC-F85F-359D-9349-6AC052AC9F42}"/>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del Software</a:t>
            </a:r>
            <a:endParaRPr dirty="0"/>
          </a:p>
        </p:txBody>
      </p:sp>
      <p:sp>
        <p:nvSpPr>
          <p:cNvPr id="160" name="Google Shape;160;p4">
            <a:extLst>
              <a:ext uri="{FF2B5EF4-FFF2-40B4-BE49-F238E27FC236}">
                <a16:creationId xmlns:a16="http://schemas.microsoft.com/office/drawing/2014/main" id="{6979149E-9160-D9D2-9897-F17302CD61E3}"/>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BAB4E487-5B04-8DC8-722B-FBA35E919BD4}"/>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1CBF4982-E5CC-8414-2E1A-81279CDF5DE2}"/>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11</a:t>
            </a:fld>
            <a:endParaRPr/>
          </a:p>
        </p:txBody>
      </p:sp>
      <p:sp>
        <p:nvSpPr>
          <p:cNvPr id="163" name="Google Shape;163;p4">
            <a:extLst>
              <a:ext uri="{FF2B5EF4-FFF2-40B4-BE49-F238E27FC236}">
                <a16:creationId xmlns:a16="http://schemas.microsoft.com/office/drawing/2014/main" id="{A187034C-D79D-1354-C970-79FEA6FB63DE}"/>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85000"/>
              </a:lnSpc>
              <a:spcBef>
                <a:spcPts val="0"/>
              </a:spcBef>
              <a:spcAft>
                <a:spcPts val="600"/>
              </a:spcAft>
              <a:buClr>
                <a:srgbClr val="C00000"/>
              </a:buClr>
              <a:buFont typeface="Noto Sans Symbols"/>
              <a:buChar char="❖"/>
            </a:pPr>
            <a:r>
              <a:rPr lang="es-ES" sz="3200" dirty="0">
                <a:solidFill>
                  <a:schemeClr val="dk1"/>
                </a:solidFill>
              </a:rPr>
              <a:t>Principios de la Prueba: </a:t>
            </a:r>
          </a:p>
          <a:p>
            <a:pPr marL="722313" lvl="0" indent="-368300" algn="just" rtl="0">
              <a:lnSpc>
                <a:spcPct val="100000"/>
              </a:lnSpc>
              <a:spcBef>
                <a:spcPts val="0"/>
              </a:spcBef>
              <a:spcAft>
                <a:spcPts val="600"/>
              </a:spcAft>
              <a:buClr>
                <a:srgbClr val="C00000"/>
              </a:buClr>
              <a:buFont typeface="Noto Sans Symbols2" panose="020B0502040504020204" pitchFamily="34" charset="0"/>
              <a:buChar char="»"/>
            </a:pPr>
            <a:r>
              <a:rPr lang="es-ES" sz="2800" dirty="0">
                <a:solidFill>
                  <a:schemeClr val="dk1"/>
                </a:solidFill>
              </a:rPr>
              <a:t>Las pruebas deberían empezar por «lo pequeño» y progresar hacia «lo grande».</a:t>
            </a:r>
          </a:p>
          <a:p>
            <a:pPr marL="722313" lvl="0" indent="-368300" algn="just" rtl="0">
              <a:lnSpc>
                <a:spcPct val="100000"/>
              </a:lnSpc>
              <a:spcBef>
                <a:spcPts val="0"/>
              </a:spcBef>
              <a:spcAft>
                <a:spcPts val="600"/>
              </a:spcAft>
              <a:buClr>
                <a:srgbClr val="C00000"/>
              </a:buClr>
              <a:buFont typeface="Noto Sans Symbols2" panose="020B0502040504020204" pitchFamily="34" charset="0"/>
              <a:buChar char="»"/>
            </a:pPr>
            <a:r>
              <a:rPr lang="es-ES" sz="2800" dirty="0">
                <a:solidFill>
                  <a:schemeClr val="dk1"/>
                </a:solidFill>
              </a:rPr>
              <a:t>Es importante asegurarse que se han aplicado (probado) todas las condiciones a nivel de componente.  </a:t>
            </a:r>
          </a:p>
          <a:p>
            <a:pPr marL="722313" lvl="0" indent="-368300" algn="just" rtl="0">
              <a:lnSpc>
                <a:spcPct val="100000"/>
              </a:lnSpc>
              <a:spcBef>
                <a:spcPts val="0"/>
              </a:spcBef>
              <a:spcAft>
                <a:spcPts val="600"/>
              </a:spcAft>
              <a:buClr>
                <a:srgbClr val="C00000"/>
              </a:buClr>
              <a:buFont typeface="Noto Sans Symbols2" panose="020B0502040504020204" pitchFamily="34" charset="0"/>
              <a:buChar char="»"/>
            </a:pPr>
            <a:r>
              <a:rPr lang="es-ES" sz="2800" dirty="0">
                <a:solidFill>
                  <a:schemeClr val="dk1"/>
                </a:solidFill>
              </a:rPr>
              <a:t>Para ser más eficaces, las pruebas deberían ser realizadas por un equipo independiente.</a:t>
            </a:r>
          </a:p>
          <a:p>
            <a:pPr marL="722313" lvl="0" indent="0" algn="just" rtl="0">
              <a:lnSpc>
                <a:spcPct val="100000"/>
              </a:lnSpc>
              <a:spcBef>
                <a:spcPts val="0"/>
              </a:spcBef>
              <a:spcAft>
                <a:spcPts val="600"/>
              </a:spcAft>
              <a:buClr>
                <a:srgbClr val="C00000"/>
              </a:buClr>
              <a:buNone/>
            </a:pPr>
            <a:endParaRPr lang="es-ES" sz="2400" i="1" dirty="0">
              <a:solidFill>
                <a:schemeClr val="dk1"/>
              </a:solidFill>
            </a:endParaRPr>
          </a:p>
          <a:p>
            <a:pPr marL="722313" lvl="0" indent="-368300" algn="just" rtl="0">
              <a:lnSpc>
                <a:spcPct val="100000"/>
              </a:lnSpc>
              <a:spcBef>
                <a:spcPts val="0"/>
              </a:spcBef>
              <a:spcAft>
                <a:spcPts val="600"/>
              </a:spcAft>
              <a:buClr>
                <a:srgbClr val="C00000"/>
              </a:buClr>
              <a:buFont typeface="Noto Sans Symbols2" panose="020B0502040504020204" pitchFamily="34" charset="0"/>
              <a:buChar char="»"/>
            </a:pPr>
            <a:endParaRPr lang="es-ES" sz="2800" i="1" dirty="0">
              <a:solidFill>
                <a:schemeClr val="dk1"/>
              </a:solidFill>
            </a:endParaRPr>
          </a:p>
          <a:p>
            <a:pPr marL="530225" lvl="0" indent="-530225" algn="just" rtl="0">
              <a:lnSpc>
                <a:spcPct val="85000"/>
              </a:lnSpc>
              <a:spcBef>
                <a:spcPts val="0"/>
              </a:spcBef>
              <a:spcAft>
                <a:spcPts val="600"/>
              </a:spcAft>
              <a:buClr>
                <a:srgbClr val="C00000"/>
              </a:buClr>
              <a:buFont typeface="Noto Sans Symbols"/>
              <a:buChar char="❖"/>
            </a:pPr>
            <a:endParaRPr sz="3200" dirty="0">
              <a:solidFill>
                <a:schemeClr val="dk1"/>
              </a:solidFill>
            </a:endParaRPr>
          </a:p>
        </p:txBody>
      </p:sp>
    </p:spTree>
    <p:extLst>
      <p:ext uri="{BB962C8B-B14F-4D97-AF65-F5344CB8AC3E}">
        <p14:creationId xmlns:p14="http://schemas.microsoft.com/office/powerpoint/2010/main" val="1398092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AC49F4F2-F7A4-BA05-7079-6FD63B4A8854}"/>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DCBBF393-5E2E-8125-B547-46EC02320383}"/>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del Software</a:t>
            </a:r>
            <a:endParaRPr dirty="0"/>
          </a:p>
        </p:txBody>
      </p:sp>
      <p:sp>
        <p:nvSpPr>
          <p:cNvPr id="160" name="Google Shape;160;p4">
            <a:extLst>
              <a:ext uri="{FF2B5EF4-FFF2-40B4-BE49-F238E27FC236}">
                <a16:creationId xmlns:a16="http://schemas.microsoft.com/office/drawing/2014/main" id="{97C50453-924C-316A-3B3F-11BF97796B45}"/>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E26E1D6F-15C4-41E9-6E32-32510AB9BFC3}"/>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C79EA6EC-B23E-0DB1-B16E-4EF299F14FDF}"/>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12</a:t>
            </a:fld>
            <a:endParaRPr/>
          </a:p>
        </p:txBody>
      </p:sp>
      <p:sp>
        <p:nvSpPr>
          <p:cNvPr id="163" name="Google Shape;163;p4">
            <a:extLst>
              <a:ext uri="{FF2B5EF4-FFF2-40B4-BE49-F238E27FC236}">
                <a16:creationId xmlns:a16="http://schemas.microsoft.com/office/drawing/2014/main" id="{61EB89BD-41EA-8D06-BCBE-264F12321C7B}"/>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85000"/>
              </a:lnSpc>
              <a:spcBef>
                <a:spcPts val="0"/>
              </a:spcBef>
              <a:spcAft>
                <a:spcPts val="600"/>
              </a:spcAft>
              <a:buClr>
                <a:srgbClr val="C00000"/>
              </a:buClr>
              <a:buFont typeface="Noto Sans Symbols"/>
              <a:buChar char="❖"/>
            </a:pPr>
            <a:r>
              <a:rPr lang="es-ES" sz="3200" dirty="0">
                <a:solidFill>
                  <a:schemeClr val="dk1"/>
                </a:solidFill>
              </a:rPr>
              <a:t>¿Quién realiza las pruebas?</a:t>
            </a:r>
          </a:p>
          <a:p>
            <a:pPr marL="722313" lvl="0" indent="-368300" algn="just" rtl="0">
              <a:lnSpc>
                <a:spcPct val="100000"/>
              </a:lnSpc>
              <a:spcBef>
                <a:spcPts val="0"/>
              </a:spcBef>
              <a:spcAft>
                <a:spcPts val="600"/>
              </a:spcAft>
              <a:buClr>
                <a:srgbClr val="C00000"/>
              </a:buClr>
              <a:buFont typeface="Noto Sans Symbols2" panose="020B0502040504020204" pitchFamily="34" charset="0"/>
              <a:buChar char="»"/>
            </a:pPr>
            <a:r>
              <a:rPr lang="es-ES" sz="2800" dirty="0">
                <a:solidFill>
                  <a:schemeClr val="dk1"/>
                </a:solidFill>
              </a:rPr>
              <a:t>Varios factores justifican un equipo independiente de pruebas, entre ellos:</a:t>
            </a:r>
          </a:p>
          <a:p>
            <a:pPr marL="987425" lvl="0" indent="-265113" algn="just" rtl="0">
              <a:lnSpc>
                <a:spcPct val="100000"/>
              </a:lnSpc>
              <a:spcBef>
                <a:spcPts val="0"/>
              </a:spcBef>
              <a:spcAft>
                <a:spcPts val="600"/>
              </a:spcAft>
              <a:buClrTx/>
              <a:buFont typeface="Arial" panose="020B0604020202020204" pitchFamily="34" charset="0"/>
              <a:buChar char="•"/>
            </a:pPr>
            <a:r>
              <a:rPr lang="es-ES" sz="2400" dirty="0">
                <a:solidFill>
                  <a:schemeClr val="dk1"/>
                </a:solidFill>
              </a:rPr>
              <a:t>Evitar el conflicto entre la responsabilidad por los defectos y la necesidad de descubrir defectos.</a:t>
            </a:r>
          </a:p>
          <a:p>
            <a:pPr marL="987425" lvl="0" indent="-265113" algn="just" rtl="0">
              <a:lnSpc>
                <a:spcPct val="100000"/>
              </a:lnSpc>
              <a:spcBef>
                <a:spcPts val="0"/>
              </a:spcBef>
              <a:spcAft>
                <a:spcPts val="600"/>
              </a:spcAft>
              <a:buClrTx/>
              <a:buFont typeface="Arial" panose="020B0604020202020204" pitchFamily="34" charset="0"/>
              <a:buChar char="•"/>
            </a:pPr>
            <a:r>
              <a:rPr lang="es-ES" sz="2400" dirty="0">
                <a:solidFill>
                  <a:schemeClr val="dk1"/>
                </a:solidFill>
              </a:rPr>
              <a:t>Llevar a cabo las pruebas concurrentemente con la codificación.</a:t>
            </a:r>
          </a:p>
          <a:p>
            <a:pPr marL="987425" lvl="0" indent="-265113" algn="just" rtl="0">
              <a:lnSpc>
                <a:spcPct val="100000"/>
              </a:lnSpc>
              <a:spcBef>
                <a:spcPts val="0"/>
              </a:spcBef>
              <a:spcAft>
                <a:spcPts val="600"/>
              </a:spcAft>
              <a:buClrTx/>
              <a:buFont typeface="Arial" panose="020B0604020202020204" pitchFamily="34" charset="0"/>
              <a:buChar char="•"/>
            </a:pPr>
            <a:r>
              <a:rPr lang="es-ES" sz="2400" dirty="0">
                <a:solidFill>
                  <a:schemeClr val="dk1"/>
                </a:solidFill>
              </a:rPr>
              <a:t>Los desarrolladores deben colaborar y corregir los errores.</a:t>
            </a:r>
          </a:p>
          <a:p>
            <a:pPr marL="722313" lvl="0" indent="-368300" algn="just" rtl="0">
              <a:lnSpc>
                <a:spcPct val="100000"/>
              </a:lnSpc>
              <a:spcBef>
                <a:spcPts val="0"/>
              </a:spcBef>
              <a:spcAft>
                <a:spcPts val="600"/>
              </a:spcAft>
              <a:buClr>
                <a:srgbClr val="C00000"/>
              </a:buClr>
              <a:buFont typeface="Noto Sans Symbols2" panose="020B0502040504020204" pitchFamily="34" charset="0"/>
              <a:buChar char="»"/>
            </a:pPr>
            <a:endParaRPr lang="es-ES" sz="2800" dirty="0">
              <a:solidFill>
                <a:schemeClr val="dk1"/>
              </a:solidFill>
            </a:endParaRPr>
          </a:p>
          <a:p>
            <a:pPr marL="722313" lvl="0" indent="0" algn="just" rtl="0">
              <a:lnSpc>
                <a:spcPct val="100000"/>
              </a:lnSpc>
              <a:spcBef>
                <a:spcPts val="0"/>
              </a:spcBef>
              <a:spcAft>
                <a:spcPts val="600"/>
              </a:spcAft>
              <a:buClr>
                <a:srgbClr val="C00000"/>
              </a:buClr>
              <a:buNone/>
            </a:pPr>
            <a:endParaRPr lang="es-ES" sz="2400" i="1" dirty="0">
              <a:solidFill>
                <a:schemeClr val="dk1"/>
              </a:solidFill>
            </a:endParaRPr>
          </a:p>
          <a:p>
            <a:pPr marL="722313" lvl="0" indent="-368300" algn="just" rtl="0">
              <a:lnSpc>
                <a:spcPct val="100000"/>
              </a:lnSpc>
              <a:spcBef>
                <a:spcPts val="0"/>
              </a:spcBef>
              <a:spcAft>
                <a:spcPts val="600"/>
              </a:spcAft>
              <a:buClr>
                <a:srgbClr val="C00000"/>
              </a:buClr>
              <a:buFont typeface="Noto Sans Symbols2" panose="020B0502040504020204" pitchFamily="34" charset="0"/>
              <a:buChar char="»"/>
            </a:pPr>
            <a:endParaRPr lang="es-ES" sz="2800" i="1" dirty="0">
              <a:solidFill>
                <a:schemeClr val="dk1"/>
              </a:solidFill>
            </a:endParaRPr>
          </a:p>
          <a:p>
            <a:pPr marL="530225" lvl="0" indent="-530225" algn="just" rtl="0">
              <a:lnSpc>
                <a:spcPct val="85000"/>
              </a:lnSpc>
              <a:spcBef>
                <a:spcPts val="0"/>
              </a:spcBef>
              <a:spcAft>
                <a:spcPts val="600"/>
              </a:spcAft>
              <a:buClr>
                <a:srgbClr val="C00000"/>
              </a:buClr>
              <a:buFont typeface="Noto Sans Symbols"/>
              <a:buChar char="❖"/>
            </a:pPr>
            <a:endParaRPr sz="3200" dirty="0">
              <a:solidFill>
                <a:schemeClr val="dk1"/>
              </a:solidFill>
            </a:endParaRPr>
          </a:p>
        </p:txBody>
      </p:sp>
    </p:spTree>
    <p:extLst>
      <p:ext uri="{BB962C8B-B14F-4D97-AF65-F5344CB8AC3E}">
        <p14:creationId xmlns:p14="http://schemas.microsoft.com/office/powerpoint/2010/main" val="31875045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6A161977-DD96-7078-8F57-B0EEFA091749}"/>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3D6A47DD-3653-67FF-0FC9-C62A55C2B04A}"/>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del Software</a:t>
            </a:r>
            <a:endParaRPr dirty="0"/>
          </a:p>
        </p:txBody>
      </p:sp>
      <p:sp>
        <p:nvSpPr>
          <p:cNvPr id="160" name="Google Shape;160;p4">
            <a:extLst>
              <a:ext uri="{FF2B5EF4-FFF2-40B4-BE49-F238E27FC236}">
                <a16:creationId xmlns:a16="http://schemas.microsoft.com/office/drawing/2014/main" id="{0F816CAC-A999-9B11-DAD5-66D4C308876D}"/>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CD8B2129-8585-5EBE-4350-DDCAD9C46110}"/>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C2EEB35D-46CA-630E-6433-31BC272907D6}"/>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13</a:t>
            </a:fld>
            <a:endParaRPr/>
          </a:p>
        </p:txBody>
      </p:sp>
      <p:sp>
        <p:nvSpPr>
          <p:cNvPr id="163" name="Google Shape;163;p4">
            <a:extLst>
              <a:ext uri="{FF2B5EF4-FFF2-40B4-BE49-F238E27FC236}">
                <a16:creationId xmlns:a16="http://schemas.microsoft.com/office/drawing/2014/main" id="{371B86F6-D593-7C5D-D94E-78BAFD12E475}"/>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100000"/>
              </a:lnSpc>
              <a:spcBef>
                <a:spcPts val="0"/>
              </a:spcBef>
              <a:spcAft>
                <a:spcPts val="1800"/>
              </a:spcAft>
              <a:buClr>
                <a:srgbClr val="C00000"/>
              </a:buClr>
              <a:buFont typeface="Noto Sans Symbols"/>
              <a:buChar char="❖"/>
            </a:pPr>
            <a:r>
              <a:rPr lang="es-ES" sz="3200" dirty="0">
                <a:solidFill>
                  <a:schemeClr val="dk1"/>
                </a:solidFill>
              </a:rPr>
              <a:t>Lamentablemente... “La prueba </a:t>
            </a:r>
            <a:r>
              <a:rPr lang="es-ES" sz="3200" b="1" dirty="0">
                <a:solidFill>
                  <a:schemeClr val="dk1"/>
                </a:solidFill>
              </a:rPr>
              <a:t>NO puede asegurar </a:t>
            </a:r>
            <a:r>
              <a:rPr lang="es-ES" sz="3200" dirty="0">
                <a:solidFill>
                  <a:schemeClr val="dk1"/>
                </a:solidFill>
              </a:rPr>
              <a:t>la ausencia de defectos”.</a:t>
            </a:r>
          </a:p>
          <a:p>
            <a:pPr marL="530225" lvl="0" indent="-530225" algn="just" rtl="0">
              <a:lnSpc>
                <a:spcPct val="100000"/>
              </a:lnSpc>
              <a:spcBef>
                <a:spcPts val="0"/>
              </a:spcBef>
              <a:spcAft>
                <a:spcPts val="1800"/>
              </a:spcAft>
              <a:buClr>
                <a:srgbClr val="C00000"/>
              </a:buClr>
              <a:buFont typeface="Noto Sans Symbols"/>
              <a:buChar char="❖"/>
            </a:pPr>
            <a:r>
              <a:rPr lang="es-ES" sz="3200" dirty="0">
                <a:solidFill>
                  <a:schemeClr val="dk1"/>
                </a:solidFill>
              </a:rPr>
              <a:t>Se intentan buscar Casos de Prueba que permitan encontrar errores.</a:t>
            </a:r>
          </a:p>
          <a:p>
            <a:pPr marL="722313" lvl="0" indent="0" algn="just" rtl="0">
              <a:lnSpc>
                <a:spcPct val="100000"/>
              </a:lnSpc>
              <a:spcBef>
                <a:spcPts val="0"/>
              </a:spcBef>
              <a:spcAft>
                <a:spcPts val="600"/>
              </a:spcAft>
              <a:buClr>
                <a:srgbClr val="C00000"/>
              </a:buClr>
              <a:buNone/>
            </a:pPr>
            <a:endParaRPr lang="es-ES" sz="2400" i="1" dirty="0">
              <a:solidFill>
                <a:schemeClr val="dk1"/>
              </a:solidFill>
            </a:endParaRPr>
          </a:p>
          <a:p>
            <a:pPr marL="722313" lvl="0" indent="-368300" algn="just" rtl="0">
              <a:lnSpc>
                <a:spcPct val="100000"/>
              </a:lnSpc>
              <a:spcBef>
                <a:spcPts val="0"/>
              </a:spcBef>
              <a:spcAft>
                <a:spcPts val="600"/>
              </a:spcAft>
              <a:buClr>
                <a:srgbClr val="C00000"/>
              </a:buClr>
              <a:buFont typeface="Noto Sans Symbols2" panose="020B0502040504020204" pitchFamily="34" charset="0"/>
              <a:buChar char="»"/>
            </a:pPr>
            <a:endParaRPr lang="es-ES" sz="2800" i="1" dirty="0">
              <a:solidFill>
                <a:schemeClr val="dk1"/>
              </a:solidFill>
            </a:endParaRPr>
          </a:p>
          <a:p>
            <a:pPr marL="530225" lvl="0" indent="-530225" algn="just" rtl="0">
              <a:lnSpc>
                <a:spcPct val="85000"/>
              </a:lnSpc>
              <a:spcBef>
                <a:spcPts val="0"/>
              </a:spcBef>
              <a:spcAft>
                <a:spcPts val="600"/>
              </a:spcAft>
              <a:buClr>
                <a:srgbClr val="C00000"/>
              </a:buClr>
              <a:buFont typeface="Noto Sans Symbols"/>
              <a:buChar char="❖"/>
            </a:pPr>
            <a:endParaRPr sz="3200" dirty="0">
              <a:solidFill>
                <a:schemeClr val="dk1"/>
              </a:solidFill>
            </a:endParaRPr>
          </a:p>
        </p:txBody>
      </p:sp>
    </p:spTree>
    <p:extLst>
      <p:ext uri="{BB962C8B-B14F-4D97-AF65-F5344CB8AC3E}">
        <p14:creationId xmlns:p14="http://schemas.microsoft.com/office/powerpoint/2010/main" val="3309814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pic>
        <p:nvPicPr>
          <p:cNvPr id="184" name="Google Shape;184;p14"/>
          <p:cNvPicPr preferRelativeResize="0"/>
          <p:nvPr/>
        </p:nvPicPr>
        <p:blipFill rotWithShape="1">
          <a:blip r:embed="rId3">
            <a:alphaModFix/>
          </a:blip>
          <a:srcRect t="12734"/>
          <a:stretch>
            <a:fillRect/>
          </a:stretch>
        </p:blipFill>
        <p:spPr>
          <a:xfrm>
            <a:off x="8475500" y="2926080"/>
            <a:ext cx="3323364" cy="1230016"/>
          </a:xfrm>
          <a:prstGeom prst="rect">
            <a:avLst/>
          </a:prstGeom>
          <a:noFill/>
          <a:ln>
            <a:noFill/>
          </a:ln>
        </p:spPr>
      </p:pic>
      <p:sp>
        <p:nvSpPr>
          <p:cNvPr id="177" name="Google Shape;177;p14"/>
          <p:cNvSpPr txBox="1">
            <a:spLocks noGrp="1"/>
          </p:cNvSpPr>
          <p:nvPr>
            <p:ph type="title"/>
          </p:nvPr>
        </p:nvSpPr>
        <p:spPr>
          <a:xfrm>
            <a:off x="457200" y="1740309"/>
            <a:ext cx="3200400" cy="1140049"/>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n-US" dirty="0" err="1"/>
              <a:t>Tipos</a:t>
            </a:r>
            <a:r>
              <a:rPr lang="en-US" dirty="0"/>
              <a:t> de </a:t>
            </a:r>
            <a:r>
              <a:rPr lang="en-US" dirty="0" err="1"/>
              <a:t>Prueba</a:t>
            </a:r>
            <a:r>
              <a:rPr lang="en-US" dirty="0"/>
              <a:t> del Software</a:t>
            </a:r>
            <a:endParaRPr dirty="0"/>
          </a:p>
        </p:txBody>
      </p:sp>
      <p:sp>
        <p:nvSpPr>
          <p:cNvPr id="180" name="Google Shape;180;p14"/>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442913" lvl="0" indent="-442913" algn="just" rtl="0">
              <a:lnSpc>
                <a:spcPct val="85000"/>
              </a:lnSpc>
              <a:spcBef>
                <a:spcPts val="0"/>
              </a:spcBef>
              <a:spcAft>
                <a:spcPts val="0"/>
              </a:spcAft>
              <a:buClr>
                <a:srgbClr val="C00000"/>
              </a:buClr>
              <a:buSzPts val="2800"/>
              <a:buFont typeface="Wingdings" panose="05000000000000000000" pitchFamily="2" charset="2"/>
              <a:buChar char="v"/>
            </a:pPr>
            <a:r>
              <a:rPr lang="en-US" sz="2800" dirty="0">
                <a:solidFill>
                  <a:schemeClr val="tx1"/>
                </a:solidFill>
              </a:rPr>
              <a:t>La </a:t>
            </a:r>
            <a:r>
              <a:rPr lang="en-US" sz="2800" dirty="0" err="1">
                <a:solidFill>
                  <a:schemeClr val="tx1"/>
                </a:solidFill>
              </a:rPr>
              <a:t>prueba</a:t>
            </a:r>
            <a:r>
              <a:rPr lang="en-US" sz="2800" dirty="0">
                <a:solidFill>
                  <a:schemeClr val="tx1"/>
                </a:solidFill>
              </a:rPr>
              <a:t> de </a:t>
            </a:r>
            <a:r>
              <a:rPr lang="en-US" sz="2800" b="1" dirty="0" err="1">
                <a:solidFill>
                  <a:schemeClr val="tx1"/>
                </a:solidFill>
              </a:rPr>
              <a:t>caja</a:t>
            </a:r>
            <a:r>
              <a:rPr lang="en-US" sz="2800" b="1" dirty="0">
                <a:solidFill>
                  <a:schemeClr val="tx1"/>
                </a:solidFill>
              </a:rPr>
              <a:t> </a:t>
            </a:r>
            <a:r>
              <a:rPr lang="en-US" sz="2800" b="1" dirty="0" err="1">
                <a:solidFill>
                  <a:schemeClr val="tx1"/>
                </a:solidFill>
              </a:rPr>
              <a:t>blanca</a:t>
            </a:r>
            <a:r>
              <a:rPr lang="en-US" sz="2800" b="1" dirty="0">
                <a:solidFill>
                  <a:schemeClr val="tx1"/>
                </a:solidFill>
              </a:rPr>
              <a:t> </a:t>
            </a:r>
            <a:r>
              <a:rPr lang="en-US" sz="2800" dirty="0">
                <a:solidFill>
                  <a:schemeClr val="tx1"/>
                </a:solidFill>
              </a:rPr>
              <a:t>se </a:t>
            </a:r>
            <a:r>
              <a:rPr lang="en-US" sz="2800" dirty="0" err="1">
                <a:solidFill>
                  <a:schemeClr val="tx1"/>
                </a:solidFill>
              </a:rPr>
              <a:t>basa</a:t>
            </a:r>
            <a:r>
              <a:rPr lang="en-US" sz="2800" dirty="0">
                <a:solidFill>
                  <a:schemeClr val="tx1"/>
                </a:solidFill>
              </a:rPr>
              <a:t> </a:t>
            </a:r>
            <a:r>
              <a:rPr lang="en-US" sz="2800" dirty="0" err="1">
                <a:solidFill>
                  <a:schemeClr val="tx1"/>
                </a:solidFill>
              </a:rPr>
              <a:t>en</a:t>
            </a:r>
            <a:r>
              <a:rPr lang="en-US" sz="2800" dirty="0">
                <a:solidFill>
                  <a:schemeClr val="tx1"/>
                </a:solidFill>
              </a:rPr>
              <a:t> </a:t>
            </a:r>
            <a:r>
              <a:rPr lang="en-US" sz="2800" dirty="0" err="1">
                <a:solidFill>
                  <a:schemeClr val="tx1"/>
                </a:solidFill>
              </a:rPr>
              <a:t>el</a:t>
            </a:r>
            <a:r>
              <a:rPr lang="en-US" sz="2800" dirty="0">
                <a:solidFill>
                  <a:schemeClr val="tx1"/>
                </a:solidFill>
              </a:rPr>
              <a:t> </a:t>
            </a:r>
            <a:r>
              <a:rPr lang="en-US" sz="2800" dirty="0" err="1">
                <a:solidFill>
                  <a:schemeClr val="tx1"/>
                </a:solidFill>
              </a:rPr>
              <a:t>minucioso</a:t>
            </a:r>
            <a:r>
              <a:rPr lang="en-US" sz="2800" dirty="0">
                <a:solidFill>
                  <a:schemeClr val="tx1"/>
                </a:solidFill>
              </a:rPr>
              <a:t> examen de </a:t>
            </a:r>
            <a:r>
              <a:rPr lang="en-US" sz="2800" dirty="0" err="1">
                <a:solidFill>
                  <a:schemeClr val="tx1"/>
                </a:solidFill>
              </a:rPr>
              <a:t>los</a:t>
            </a:r>
            <a:r>
              <a:rPr lang="en-US" sz="2800" dirty="0">
                <a:solidFill>
                  <a:schemeClr val="tx1"/>
                </a:solidFill>
              </a:rPr>
              <a:t> </a:t>
            </a:r>
            <a:r>
              <a:rPr lang="en-US" sz="2800" dirty="0" err="1">
                <a:solidFill>
                  <a:schemeClr val="tx1"/>
                </a:solidFill>
              </a:rPr>
              <a:t>detalles</a:t>
            </a:r>
            <a:r>
              <a:rPr lang="en-US" sz="2800" dirty="0">
                <a:solidFill>
                  <a:schemeClr val="tx1"/>
                </a:solidFill>
              </a:rPr>
              <a:t> </a:t>
            </a:r>
            <a:r>
              <a:rPr lang="en-US" sz="2800" dirty="0" err="1">
                <a:solidFill>
                  <a:schemeClr val="tx1"/>
                </a:solidFill>
              </a:rPr>
              <a:t>procedimentales</a:t>
            </a:r>
            <a:r>
              <a:rPr lang="en-US" sz="2800" dirty="0">
                <a:solidFill>
                  <a:schemeClr val="tx1"/>
                </a:solidFill>
              </a:rPr>
              <a:t>. Se </a:t>
            </a:r>
            <a:r>
              <a:rPr lang="en-US" sz="2800" dirty="0" err="1">
                <a:solidFill>
                  <a:schemeClr val="tx1"/>
                </a:solidFill>
              </a:rPr>
              <a:t>comprueban</a:t>
            </a:r>
            <a:r>
              <a:rPr lang="en-US" sz="2800" dirty="0">
                <a:solidFill>
                  <a:schemeClr val="tx1"/>
                </a:solidFill>
              </a:rPr>
              <a:t> </a:t>
            </a:r>
            <a:r>
              <a:rPr lang="en-US" sz="2800" dirty="0" err="1">
                <a:solidFill>
                  <a:schemeClr val="tx1"/>
                </a:solidFill>
              </a:rPr>
              <a:t>los</a:t>
            </a:r>
            <a:r>
              <a:rPr lang="en-US" sz="2800" dirty="0">
                <a:solidFill>
                  <a:schemeClr val="tx1"/>
                </a:solidFill>
              </a:rPr>
              <a:t> </a:t>
            </a:r>
            <a:r>
              <a:rPr lang="en-US" sz="2800" dirty="0" err="1">
                <a:solidFill>
                  <a:schemeClr val="tx1"/>
                </a:solidFill>
              </a:rPr>
              <a:t>caminos</a:t>
            </a:r>
            <a:r>
              <a:rPr lang="en-US" sz="2800" dirty="0">
                <a:solidFill>
                  <a:schemeClr val="tx1"/>
                </a:solidFill>
              </a:rPr>
              <a:t> </a:t>
            </a:r>
            <a:r>
              <a:rPr lang="en-US" sz="2800" dirty="0" err="1">
                <a:solidFill>
                  <a:schemeClr val="tx1"/>
                </a:solidFill>
              </a:rPr>
              <a:t>lógicos</a:t>
            </a:r>
            <a:r>
              <a:rPr lang="en-US" sz="2800" dirty="0">
                <a:solidFill>
                  <a:schemeClr val="tx1"/>
                </a:solidFill>
              </a:rPr>
              <a:t> del software </a:t>
            </a:r>
            <a:r>
              <a:rPr lang="en-US" sz="2800" dirty="0" err="1">
                <a:solidFill>
                  <a:schemeClr val="tx1"/>
                </a:solidFill>
              </a:rPr>
              <a:t>proponiendo</a:t>
            </a:r>
            <a:r>
              <a:rPr lang="en-US" sz="2800" dirty="0">
                <a:solidFill>
                  <a:schemeClr val="tx1"/>
                </a:solidFill>
              </a:rPr>
              <a:t> </a:t>
            </a:r>
            <a:r>
              <a:rPr lang="en-US" sz="2800" dirty="0" err="1">
                <a:solidFill>
                  <a:schemeClr val="tx1"/>
                </a:solidFill>
              </a:rPr>
              <a:t>casos</a:t>
            </a:r>
            <a:r>
              <a:rPr lang="en-US" sz="2800" dirty="0">
                <a:solidFill>
                  <a:schemeClr val="tx1"/>
                </a:solidFill>
              </a:rPr>
              <a:t> de </a:t>
            </a:r>
            <a:r>
              <a:rPr lang="en-US" sz="2800" dirty="0" err="1">
                <a:solidFill>
                  <a:schemeClr val="tx1"/>
                </a:solidFill>
              </a:rPr>
              <a:t>prueba</a:t>
            </a:r>
            <a:r>
              <a:rPr lang="en-US" sz="2800" dirty="0">
                <a:solidFill>
                  <a:schemeClr val="tx1"/>
                </a:solidFill>
              </a:rPr>
              <a:t> que </a:t>
            </a:r>
            <a:r>
              <a:rPr lang="en-US" sz="2800" dirty="0" err="1">
                <a:solidFill>
                  <a:schemeClr val="tx1"/>
                </a:solidFill>
              </a:rPr>
              <a:t>ejerciten</a:t>
            </a:r>
            <a:r>
              <a:rPr lang="en-US" sz="2800" dirty="0">
                <a:solidFill>
                  <a:schemeClr val="tx1"/>
                </a:solidFill>
              </a:rPr>
              <a:t> conjuntos </a:t>
            </a:r>
            <a:r>
              <a:rPr lang="en-US" sz="2800" dirty="0" err="1">
                <a:solidFill>
                  <a:schemeClr val="tx1"/>
                </a:solidFill>
              </a:rPr>
              <a:t>específicos</a:t>
            </a:r>
            <a:r>
              <a:rPr lang="en-US" sz="2800" dirty="0">
                <a:solidFill>
                  <a:schemeClr val="tx1"/>
                </a:solidFill>
              </a:rPr>
              <a:t> de </a:t>
            </a:r>
            <a:r>
              <a:rPr lang="en-US" sz="2800" dirty="0" err="1">
                <a:solidFill>
                  <a:schemeClr val="tx1"/>
                </a:solidFill>
              </a:rPr>
              <a:t>condiciones</a:t>
            </a:r>
            <a:r>
              <a:rPr lang="en-US" sz="2800" dirty="0">
                <a:solidFill>
                  <a:schemeClr val="tx1"/>
                </a:solidFill>
              </a:rPr>
              <a:t> y/o </a:t>
            </a:r>
            <a:r>
              <a:rPr lang="en-US" sz="2800" dirty="0" err="1">
                <a:solidFill>
                  <a:schemeClr val="tx1"/>
                </a:solidFill>
              </a:rPr>
              <a:t>bucles</a:t>
            </a:r>
            <a:r>
              <a:rPr lang="en-US" sz="2800" dirty="0">
                <a:solidFill>
                  <a:schemeClr val="tx1"/>
                </a:solidFill>
              </a:rPr>
              <a:t>.</a:t>
            </a:r>
            <a:endParaRPr dirty="0">
              <a:solidFill>
                <a:schemeClr val="tx1"/>
              </a:solidFill>
            </a:endParaRPr>
          </a:p>
          <a:p>
            <a:pPr marL="442913" lvl="0" indent="-442913" algn="just" rtl="0">
              <a:lnSpc>
                <a:spcPct val="85000"/>
              </a:lnSpc>
              <a:spcBef>
                <a:spcPts val="1300"/>
              </a:spcBef>
              <a:spcAft>
                <a:spcPts val="0"/>
              </a:spcAft>
              <a:buClr>
                <a:srgbClr val="C00000"/>
              </a:buClr>
              <a:buSzPts val="2800"/>
              <a:buFont typeface="Wingdings" panose="05000000000000000000" pitchFamily="2" charset="2"/>
              <a:buChar char="v"/>
            </a:pPr>
            <a:endParaRPr sz="2800" dirty="0">
              <a:solidFill>
                <a:schemeClr val="tx1"/>
              </a:solidFill>
            </a:endParaRPr>
          </a:p>
          <a:p>
            <a:pPr marL="442913" lvl="0" indent="-442913" algn="just" rtl="0">
              <a:lnSpc>
                <a:spcPct val="85000"/>
              </a:lnSpc>
              <a:spcBef>
                <a:spcPts val="1300"/>
              </a:spcBef>
              <a:spcAft>
                <a:spcPts val="0"/>
              </a:spcAft>
              <a:buClr>
                <a:srgbClr val="C00000"/>
              </a:buClr>
              <a:buSzPts val="2800"/>
              <a:buFont typeface="Wingdings" panose="05000000000000000000" pitchFamily="2" charset="2"/>
              <a:buChar char="v"/>
            </a:pPr>
            <a:endParaRPr sz="2800" dirty="0">
              <a:solidFill>
                <a:schemeClr val="tx1"/>
              </a:solidFill>
            </a:endParaRPr>
          </a:p>
          <a:p>
            <a:pPr marL="442913" lvl="0" indent="-442913" algn="just" rtl="0">
              <a:lnSpc>
                <a:spcPct val="85000"/>
              </a:lnSpc>
              <a:spcBef>
                <a:spcPts val="1300"/>
              </a:spcBef>
              <a:spcAft>
                <a:spcPts val="0"/>
              </a:spcAft>
              <a:buClr>
                <a:srgbClr val="C00000"/>
              </a:buClr>
              <a:buSzPts val="2800"/>
              <a:buFont typeface="Wingdings" panose="05000000000000000000" pitchFamily="2" charset="2"/>
              <a:buChar char="v"/>
            </a:pPr>
            <a:r>
              <a:rPr lang="en-US" sz="2800" dirty="0">
                <a:solidFill>
                  <a:schemeClr val="tx1"/>
                </a:solidFill>
              </a:rPr>
              <a:t>La </a:t>
            </a:r>
            <a:r>
              <a:rPr lang="en-US" sz="2800" dirty="0" err="1">
                <a:solidFill>
                  <a:schemeClr val="tx1"/>
                </a:solidFill>
              </a:rPr>
              <a:t>prueba</a:t>
            </a:r>
            <a:r>
              <a:rPr lang="en-US" sz="2800" dirty="0">
                <a:solidFill>
                  <a:schemeClr val="tx1"/>
                </a:solidFill>
              </a:rPr>
              <a:t> de </a:t>
            </a:r>
            <a:r>
              <a:rPr lang="en-US" sz="2800" b="1" dirty="0" err="1">
                <a:solidFill>
                  <a:schemeClr val="tx1"/>
                </a:solidFill>
              </a:rPr>
              <a:t>caja</a:t>
            </a:r>
            <a:r>
              <a:rPr lang="en-US" sz="2800" b="1" dirty="0">
                <a:solidFill>
                  <a:schemeClr val="tx1"/>
                </a:solidFill>
              </a:rPr>
              <a:t> </a:t>
            </a:r>
            <a:r>
              <a:rPr lang="en-US" sz="2800" b="1" dirty="0" err="1">
                <a:solidFill>
                  <a:schemeClr val="tx1"/>
                </a:solidFill>
              </a:rPr>
              <a:t>negra</a:t>
            </a:r>
            <a:r>
              <a:rPr lang="en-US" sz="2800" b="1" dirty="0">
                <a:solidFill>
                  <a:schemeClr val="tx1"/>
                </a:solidFill>
              </a:rPr>
              <a:t> </a:t>
            </a:r>
            <a:r>
              <a:rPr lang="en-US" sz="2800" dirty="0">
                <a:solidFill>
                  <a:schemeClr val="tx1"/>
                </a:solidFill>
              </a:rPr>
              <a:t>se </a:t>
            </a:r>
            <a:r>
              <a:rPr lang="en-US" sz="2800" dirty="0" err="1">
                <a:solidFill>
                  <a:schemeClr val="tx1"/>
                </a:solidFill>
              </a:rPr>
              <a:t>refiere</a:t>
            </a:r>
            <a:r>
              <a:rPr lang="en-US" sz="2800" dirty="0">
                <a:solidFill>
                  <a:schemeClr val="tx1"/>
                </a:solidFill>
              </a:rPr>
              <a:t> a las </a:t>
            </a:r>
            <a:r>
              <a:rPr lang="en-US" sz="2800" dirty="0" err="1">
                <a:solidFill>
                  <a:schemeClr val="tx1"/>
                </a:solidFill>
              </a:rPr>
              <a:t>pruebas</a:t>
            </a:r>
            <a:r>
              <a:rPr lang="en-US" sz="2800" dirty="0">
                <a:solidFill>
                  <a:schemeClr val="tx1"/>
                </a:solidFill>
              </a:rPr>
              <a:t> que se </a:t>
            </a:r>
            <a:r>
              <a:rPr lang="en-US" sz="2800" dirty="0" err="1">
                <a:solidFill>
                  <a:schemeClr val="tx1"/>
                </a:solidFill>
              </a:rPr>
              <a:t>llevan</a:t>
            </a:r>
            <a:r>
              <a:rPr lang="en-US" sz="2800" dirty="0">
                <a:solidFill>
                  <a:schemeClr val="tx1"/>
                </a:solidFill>
              </a:rPr>
              <a:t> a </a:t>
            </a:r>
            <a:r>
              <a:rPr lang="en-US" sz="2800" dirty="0" err="1">
                <a:solidFill>
                  <a:schemeClr val="tx1"/>
                </a:solidFill>
              </a:rPr>
              <a:t>cabo</a:t>
            </a:r>
            <a:r>
              <a:rPr lang="en-US" sz="2800" dirty="0">
                <a:solidFill>
                  <a:schemeClr val="tx1"/>
                </a:solidFill>
              </a:rPr>
              <a:t> </a:t>
            </a:r>
            <a:r>
              <a:rPr lang="en-US" sz="2800" dirty="0" err="1">
                <a:solidFill>
                  <a:schemeClr val="tx1"/>
                </a:solidFill>
              </a:rPr>
              <a:t>sobre</a:t>
            </a:r>
            <a:r>
              <a:rPr lang="en-US" sz="2800" dirty="0">
                <a:solidFill>
                  <a:schemeClr val="tx1"/>
                </a:solidFill>
              </a:rPr>
              <a:t> la </a:t>
            </a:r>
            <a:r>
              <a:rPr lang="en-US" sz="2800" dirty="0" err="1">
                <a:solidFill>
                  <a:schemeClr val="tx1"/>
                </a:solidFill>
              </a:rPr>
              <a:t>interfaz</a:t>
            </a:r>
            <a:r>
              <a:rPr lang="en-US" sz="2800" dirty="0">
                <a:solidFill>
                  <a:schemeClr val="tx1"/>
                </a:solidFill>
              </a:rPr>
              <a:t> del software.</a:t>
            </a:r>
            <a:endParaRPr dirty="0">
              <a:solidFill>
                <a:schemeClr val="tx1"/>
              </a:solidFill>
            </a:endParaRPr>
          </a:p>
          <a:p>
            <a:pPr lvl="0" algn="just" rtl="0">
              <a:lnSpc>
                <a:spcPct val="85000"/>
              </a:lnSpc>
              <a:spcBef>
                <a:spcPts val="1300"/>
              </a:spcBef>
              <a:spcAft>
                <a:spcPts val="0"/>
              </a:spcAft>
              <a:buClr>
                <a:srgbClr val="C00000"/>
              </a:buClr>
              <a:buSzPts val="2800"/>
              <a:buFont typeface="Wingdings" panose="05000000000000000000" pitchFamily="2" charset="2"/>
              <a:buChar char="v"/>
            </a:pPr>
            <a:endParaRPr sz="2800" dirty="0">
              <a:solidFill>
                <a:schemeClr val="tx1"/>
              </a:solidFill>
            </a:endParaRPr>
          </a:p>
        </p:txBody>
      </p:sp>
      <p:sp>
        <p:nvSpPr>
          <p:cNvPr id="2" name="Marcador de texto 1">
            <a:extLst>
              <a:ext uri="{FF2B5EF4-FFF2-40B4-BE49-F238E27FC236}">
                <a16:creationId xmlns:a16="http://schemas.microsoft.com/office/drawing/2014/main" id="{5693E558-4C2F-33FD-043B-B514F61D2660}"/>
              </a:ext>
            </a:extLst>
          </p:cNvPr>
          <p:cNvSpPr>
            <a:spLocks noGrp="1"/>
          </p:cNvSpPr>
          <p:nvPr>
            <p:ph type="body" sz="half" idx="2"/>
          </p:nvPr>
        </p:nvSpPr>
        <p:spPr/>
        <p:txBody>
          <a:bodyPr/>
          <a:lstStyle/>
          <a:p>
            <a:endParaRPr lang="es-ES"/>
          </a:p>
        </p:txBody>
      </p:sp>
      <p:sp>
        <p:nvSpPr>
          <p:cNvPr id="181" name="Google Shape;181;p14"/>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Ingeniería de Software II</a:t>
            </a:r>
            <a:endParaRPr/>
          </a:p>
        </p:txBody>
      </p:sp>
      <p:sp>
        <p:nvSpPr>
          <p:cNvPr id="178" name="Google Shape;178;p14"/>
          <p:cNvSpPr txBox="1">
            <a:spLocks noGrp="1"/>
          </p:cNvSpPr>
          <p:nvPr>
            <p:ph type="sldNum" sz="quarter" idx="12"/>
          </p:nvPr>
        </p:nvSpPr>
        <p:spPr>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0300"/>
              <a:buNone/>
            </a:pPr>
            <a:fld id="{00000000-1234-1234-1234-123412341234}" type="slidenum">
              <a:rPr lang="en-US"/>
              <a:t>14</a:t>
            </a:fld>
            <a:endParaRPr/>
          </a:p>
        </p:txBody>
      </p:sp>
      <p:sp>
        <p:nvSpPr>
          <p:cNvPr id="182" name="Google Shape;182;p14" descr="data:image/jpg;base64,/9j/4AAQSkZJRgABAQAAAQABAAD/2wCEAAkGBhQSERQUExQUFBUWFhQVGBcVFxYVFxUXGBcVFhoWFRUYHiYeGBkjGxgVHy8gJCcpLS0sFR8xNTAqNSYrLCkBCQoKDgwOGg8PGiwcHx0pLykpLCwsKSkpLCwpKSksLCkpKSksLCwpLCwpNCkpKSwpKSkpKSwsNiwsLCkpKSkpKf/AABEIANIA8AMBIgACEQEDEQH/xAAbAAEAAgMBAQAAAAAAAAAAAAAAAQQCBQYDB//EAEwQAAEDAQQFBQoJCgcBAQAAAAEAAgMRBBIhMQUGE0FRImFxgZEVIzJSU5KhsdHwFBYzQnOywdLhBxckNGJyg5Oi8UNEVGOCs8K04v/EABgBAQEBAQEAAAAAAAAAAAAAAAABAgQD/8QAIxEBAAIBBAMAAwEBAAAAAAAAAAERAgMTITESQVEyUnGhIv/aAAwDAQACEQMRAD8A+sWKzbKKOOtbjGMrxuNDa81aZL3qj8z0n1lQnYKaqEQSCoREBTVQiAFKhanS+mTHeZEGvlDQ9wJIbGwmge8jHHGjc3dAqg24ULXFlqwo6z5Y8mTE83KU3bVXwrPT9ySvbeQaXSEtdKXLThZxADDeNI3S3jfLsgXgUAB3ZVU6X1j+CvgZEWPa50d5j75fdkkLb4krdDQcBg6vADFbd0VpI5Rsx3isbyK8aFyiSC0kYmzk8SyTLzq+lBzlo1ofBBaHN2TZG2m1tDS2U7XZgv5IvclxAxJNOA3K5rHbS+PR0woy9aIHknwWB0bybxBHJ6aK9YdDzQi6wwFpcXkvEr3Oc7wnVLsyrYitOIJs9NwuSdVeViMuxEcfHrLW0MtDyyJ3wKat68WVbaAwPutq4g4kDE8qizm1/maxhpAHF1uYbwcATZmX2OaBJVodQAtqeYrqhZrRT/K1y+Tflw8L8EfZrQQP1UnnjecOAq5FavR2tjpX/wCDGxtnhnIkvlzxJFfLoi00LWGjSKE55UxsaqawPtJtDX3DsnxhrmBzQ9skYkBuOJIzIxOIAwGIV4Q2i9/lqZDvb6gcAa4IyG0iuNnHCjJB28rgg2SLXbO1U8Kz5+LLl5yFtqr4Vn5+RJ6OUg2KLQO0xM20RxnZPY6QRvLWvFxzmOc1tSaF3JqRuHSFv0BERAREQEREEvzPSfWVCl+Z6T6yoQEREBERARFq9MaX2bmRtFZJKmrgS1jAQHPfTOmQbvPMgzt9vdXZQ3XSmhJPgxNOT5OrJuZPACqn4BsoXiMEvdV7nHFz3mlXOrmfVkF4aNlghaQ17iXG897w8vkec3vddxO7cABQAAL00hpON0bhfu1FK0fhz5cyDZoqfdaLxvQ/2J3Xi8b+l/sQXEVPutF439L/AGJ3Xi8b+l3sQXEVPuvF439L/YndeLxv6X+xBcRU+68Xjf0v9id14vG/pf7EFxFT7rxeN/S/2J3Xi8b+l/sQXCtfaLQ6RxiiNKYSSZ7PLkt4yU6m1qdwWD7eZnGOFxFKbSShGzBFQ1odnIQa8Bma4BXrNZmxtDWCjRlv6SScSTmSc0Gt0lZ2xiyMa2gFpjpnWtyU3id5ONSeJW3C12ma1s1P9THXouS59dFsUBERAREQEREEvzPSfWUAUvzPSfWVAQc1Z9azfn2oiZHA6cPLds54bEaX6XLprhhWuKtT63QMu12lCZrx2b6R7JjXm8KVFWuaRhiHA5YrJ2rDS2VpntF2UzOc29EBWWt4g3KjPL1rGTVKNweDJMS8yEm8yo2kTYXAUblda3dmK7yhL3OscIcA4vZeYXgvY5uAbfIqRS9dxu55KtZda2EOdIx8Y25hbyXnCrAHPqO91L2inOs7VqnFI4Oe6Q8m7QuGWyMJ3YVBqQN4rgtXJo+xGR0T7VJtA+r2ySAXnnZkHlNuFw2bTyeJrmiOup7FrSP00Y/5c4fxRiti11RUYg7xiMeha4n9N5/g7v8AuRWxVbSVNk+9W7TGmdOb0Kyq2kXUieaA0GRxr1e+SCyvO0ThjHPcaNY0uceAAJPoCq2vSwa/ZxtMsniMpRv0jzhGOnHHAFa9+rG1nitFoeXvjDgI2VENHbnMOL6Y4nOuQQbWCK0PbeOzjqKtYbzziKgPc0gA14A9amyWkm817br2EBwBvNNRVrmngRuOIoVhHZpGANZM4NGF1zWvIHAOONOmqwOiW5kyX8zIHlr3HnLaYZYZYYBBeRUDZ52+BK148WVlD58dKdN09BVCy6etG0mZLZHMDXxsicHNLJnOwIvGhbQ1xu5Djgg3yKsbLaQK1gcRjcpI2vNtLx7SzHgFnY7UJGBzcjUEGlQQS1wNCRUEEdSD2QIiCho9tJbV9JF/88SvqjYflrV9JF/88KvoNXpsC9Zamn6VH18iTBbNvv6FrdNUvWatf1mOnTclz6lsgg0ej9ZC7aX2BuzcQWNvOlbyw1t6O6CbwIcC2ooc1I1naXil0Rvjs72SEu5RmlMd0sDeTQjM7zwBXpbNAR0e975MGHGoqyOoe5rSG1cCW4g1wwFFqtHaMscrWthtTiGthYGh7AQ2KUzN5BYHZk5gVGSDYHWtgllbdeY442PD2te4vvPlYbrQ3wBsybwND1LdQyBzWuBqHNDgeIIqPWtJ8S4fHmpda27fFy4173hl2lHNq88SMOC3VksuzjZGCS1jWtBOZDRQVpzIjNERFS/M9J9ZWg120lJBZg+Jxa7asbUUOBDyc+hb9+Z6T6yqOltEx2mMRyglocHck0NQCM+sqxV8j5qNcLX5d3Y32J8cLX5d3Y32Lsh+T6y/7vn/AIJ+b6y/7nn/AILo3NP9U5cb8cbX5d3Y32LV2q1Ole58ji5zsyd+7LqX0f8AN9ZeEmH+5+C5m3ajzmd7YWd6BF18jgARQH9479y1hqad9UkxLQWW3yRfJyPZ+64gdmXoW0sevdoZaAXBktISKuFw0vg+E3n4jet7Y/yaV+Vm6ox2cp3HoWwseqVmjtYAiDxsCe+HaG9tc6OwGHMs6menPpYtGidfmTGmwtFaEkxRunYAN5LMRXLI9S9pLc61MdclbCMaRte0TOoQDtCfk/3RU4+EF0TWgCgAA4AADsVLTVjZJC/aBpF2lS0OIqd29c0qsWWysjbdY0NGdBvrvPE869lQGiQ35N8kddwcXNrxuPqB0BTdtDcjHKODqxu7RUHsQXgi56LTssj5Y5YJbMxsrWbc3S1zTm5jt2NBU4Yhbm0aGha1z9pJGbuL9q/AAZ3S64exBYqub1hts07GtsTGykSsDpHEtZGAal0bwQXvbnRuAFQTXBX7NYnTMa6dxcMKMAuNI4yCtTXwrpwxyW0awAAAUAyAy7EGjl0vMLWyyF0pa6J0hmbEKVDqXS7JpIOfOOKt2ecQuETwGsJpG/5pr8x9cpDicfCrxXvpGzuNx8fykZvNBNA4UIcw9IJ6wF5i1RTxvaaYAh7HAXmGlaPaciOORpgUF8ItBqrom1R2e7tBI0uc9htF4zXXGoD7uA9eO7JX36QkBMZiJlFMARcunJ985NzFKVqg84rY2N9se83WMfG5xxNALPFjhiepcTpvXp8kwdZZnCB0UTmm4W3iTIC6jwHU5PDcutsGjNpNaHT0kIkj5NDswdjEahhzPOapb9S7NM8Pc1wIa1gDHXGhra0AaBTeVrGYibkcBNrRaX3b0zjdcHtwbg4Aiow/acOtevxwtfl3djfYum0jqPZ2GENv8uZjHVf80teTTDOoCufm+svCXz/wXvuaf6py4mfWq1Pa5rpnFrgWkUbiCMRktUR7/ivo1r1As4jeWCQuuOu8uvKoaYdK5uwah2qShcGxDffdV3msrz7x0LeGpp/KSYlrrBp60RUDJngYckm+3zXYLe2P8o8rflWMeMqtNw5YYYg404da2dh/JvE3GWR8h4CjBnXnPpW/sGgLPD8nCxp40vOzr4bqn0ryzz056hYt56D1hbagS2OaOm+SMtYf3JPBdwwx5t62iIvBUvzPSfWVCl+Z6T6yoQEREBERBNFrT+u8/wAHP/bxWxWucR8N5/g7uzajcg2Kp6VlAjpdLy8hjWtwLjnSu4AYknIL1tFray6DUucaNaMSeOHAbyoslmLbznOvPccTkABk1jfmtHaTUnNBAtbyCdk6tRybzKkUzBrRH2twAIicTjheYLvMcfUrJCIK7piXU2ZLTgXEtIxArUV6lUisjMf0YC7i3wCK8WtrRp7Fs0QVvhTrtdm6tcrzK9Na0Q2lwp3p3HwmYc2as0SiDwbaHVIuOpjjebQ0696qzxtkBMlnvEYAG5eIOYDgcBzVWxQBBq4ZJ42BrAS2lA19xzowMAL18XhwrjhmV62ZjmvJIfI5129ISwCgGDWtB5LRV2HPmc1fSiDU6PtDttaqsdg+M5txpBFhmrvwp1K7N1a0peb21rReVgHfrV9JH/0RLHSOki07KINfO4VDSTdY2tDJKRk0bhm4ig4oKekLZfnssQa6+JGzuHJIjY1r21koeTUuFOK3gVTRuj9k3wi+R1DJIaB0juJpkBkGjADjmbaCUqoRBPWoREBERBL8z0n1lQpfmek+sqEBERAREQFqLVawy2NBpV0Dg0ZXnCStK5gUzPBbdVrXoyKUgyRseRUAuaCQDmATuwQRY2UFXva95rUilG1+YweJh15lWNs3xh2hU+4cFa7GOuHzRuFPUoGgbPj3mPHPkjFBd2o4jtCbUcR2hUu4NnpTYxUrXwBmh0DZz/gx+aEF3aDiO0JtW+MO0KmdBwVrsY68boUdwbPj3mPHPkhBd2o4jtCbUcR2hUzoKClNjH5oUHQNnOOxj3fNG5BdEg4jtCbUcR2j2qmNBwAk7GPHPkjGqjuDZ6U2MdOF0ILu1HEdoQyt4t7QqR0DZ/Ix4fshT3DgrXYx1/dCDXO0kRPaY4A2SZ0kVATyYxsIxtZKY3BQ4DEnAbyNpo/R4iBNbz30dI85yOyqeA3AbhRZ2TR0cVdnGxl4it1oFaceP4qwgIiICIiAiIgIiIJfmek+sqFL8z0n1lQgIiICIiAiIgIiICIiAikLydbYw+4ZGB5Fbpc0OI4hpNaIPRFEjwASSAAKkkgADiTwUtNRUYimYxFDzoCKaKKICIiAiIgIiICIiAiIgIiIJfmek+sqFL8z0n1lQgIiICIiAiIgIpAVLS2lo7My/ITSoAaBec48GN3lBcRc58eYvI2n+W37yn48ReRtP8tv31fGR0bSuR1XsxYLRDaoy6aS0SvLrhLZmEgsc1+Qa0UABIpTJWxrzF5G0/y2/eWXx6i8lav5Y++njI1OkdOWkOtVDKIhBanNMkMbWslidRobVpvNcK+GXXuZWHaXtO0slzaFhFlEoELNkWSscXOa8NvVBAyIDcKg1Vi163WeRtySz2h7TSrXRNINP+a9G67wgACG0gDAARNAA6LyVI1+t+mrXDO4WcyFogY8NbCJGmTbtDheuF3gXjSvQsNIabtrTbXUZHHEHbO+wkXTcuPZyOUSC6tXEZckYrafHmLyVp/lj7y859coHtLXwWlzXYEGNpB6ReSpGp0Ppq0zGz3bS97ZJbQ17tlC4xMDKxCSkTWtfXM5Gq2ti0naDbrh2roDt2uvxNY1rowwtcxzRWjquxc4h2NAKKLLrbZ4m3Y7PaGNzo2JoHT4S9jrzF5K1fyx99KkdCi5z48xeRtP8tv30GvMXkbT/Lb99PGR0aLnrLrxA+aOG7Mx8hIbfYKYAnEhxpkc10NFAREQEREBERBL8z0n1lQpfmek+sqEBFNFCAiIgIip6W0syzx331NTRjW+E925rR6zuzQNLaYZZo778ScGtHhPdTwWjjz8FwlonfLJtZSDJiA0YtiafmM9FTmVlNaHzSGWXwzUNDfAibmGs9BJ39GCig5174Y1FoyAWSwA/e9KDr96LqjOIZZKV5nrU+d6VdwpmoUZ8fSsR/yUnUiCnoiw870p2+lXc/hTNFgev0oB0+/uVNz+FMlrdK6VbENxcfBbxzxdwb75qdK6SEQoKl5rdb6KngBxXOC8SXvN5xpU8fYBwXnnn5xUK22qlTpCzvcbzzLiTwuPoANw5gvsRC+Q6qj9Os30n/h6+vE5dC5tSJjLlYQiktReaoRTRQgIiIJfmek+soj8z0n1lQg0usWl5IHwhgbdeJa1jklcCxocKNjxpu6wol1rjYXsc2QyRh1660hrntg25Y0uNcW5bqtIqrtv0MJnseXzMdGHhpjeG0vgBxIIIOAoqz9VYS4uc6dxJvEGUkGsJgxw8QkdJJzUGEGtTHMe4Rz97DC/kDk32MkpW9jRjg6uVAcVA1pBlhbG0vZJevPocO8OmDWj5zqDEdGeS9RqtDdc0mUhzo3msm+NgjbTmutaKGuVc14nU+z4DvtAKBole0V2RhvYEcq5hXLI0qqjZaM0i2dl9l4Uc5hDgA5rmmha4AkV6CVy+vNjZJPDfaHUjdSu4l4rv3/3qup0botkDXMZeoXFxqa8p1K7hQYDBc5riP0iLD/Dd9ce/tyVjs9OVOiIPEG6me9rCfSeHRRZM0HAc42Ht/Y5+JPbmrkQz6W/UjWbRl17vo+zow68F1TERVIodxYB/ht41x5ufpw9AUjQlnwAjb/Vuodx6MedXBiBX36wjur2dCVHIonQkFPk28a09NMq7qZcyx7jWcH5NooDx4Y416+PqWxve5Pv77t5ez7EiuFUO4UGPe24V3b+P4etDoGDLZtw5uJPHs9ivjjhXHmFejdkpJz6vtTika46Hs+Wzb0Y7g736sarLuFB5Nv44gk8/McBuor27dWmPYff2pxwH9q+r25KxVigNBwY97Zw37i7fX351PceAmuzbx9J3V48ebpV5vHnOPaa9PtUHA4Dn9/7b1aihytqsrWTyBgAaNmQMd7Ad9eO/iUavbSP6zN/C+oF4tWtOIj/AEltdVv16zfSf+Hr69XLqXyHVb9es30n/h6+vEZdC5tb85WHGWS0uhMwa4k4uEoZIXNL5aATxOo29yjRwNLrchvrt048uZK4G++CwiRhEhaCbU9jrrcQ11KGvACtQu3tMwYxzzWjQXHjgK4c+C01h12sstO+3Cd0gLDliKnD0rxpXP8Ad2bayvvvD3RRsDdi8tjeJpgYyCbt4975Vcb2WIXZ6LtBkhikIoXxscRlQloJHbVWWSBwq0gjmoRv4KUGJRSoQS/M9J9ZUtHPRHZnpPrKAjBBwf5znVPeBm4fKcCR4vMp/Ocf9O3z/wD8rxP5NJMe/wAebj4L95J+1R+bWTy0fmvXRG17Tl7/AJz3f6dvnn7q1Gset7rWxjNmI7j794PJNbrm0GAp4RxWw/NrL5aPzXrV6xaqPsjGPdIx4e+5QBwNbrnb88GrWMaVpy8LFrTaogAyZxA+bJ3xvY7lDqcFedrG+1ytMjWtLGZsJo6rqnA5dq1di1ftMwBjhkIPznDZt6bz6VHOKrZjQEtllG0LCXMqAw3qAO3uIAJ6PwWso0/XY9KVFTWnMRvaz3+wLMDEDHI48MWVrznDnzqSsQ07ssOc+Czj14iteDVk2uGOJ3eZ6M+ji6tFa6Hro9o2jMSRejGPC80U5wccKU5gvoGkHWeFt6RrGtq1tblcSRQUaDvXAWFvfIwaHvkZzy5TMx/foXcacsT5nRRhrtkX3pHtk2bm3QbtKG8eVQ4cFzavaws2IwTNvxtYW1IxjLTUZ4OAK9/gUXk2eaPYtBatDTCYGNoMYbC3lPILxHedjzl1wE8KqrZNXZ2Ua4GRhETXt2pF8Uc5zjXwQHupQZhq87V0ws0RJFyMnMi6K76GlOnsWfwKLybPNHsXMWjQM5fIQ1t2R5aW7UgCNsVyJ7jmaOvOLc6kZrGbV61Bxcx4v99IJdhURtiZhX5wvuPAkdKDqvgEfiM80bupcdrrZmiRoAABYSaYVN7M0zPb1K/ozRMrJYL0Yus2jnOMoIDn40awY3gcN4oTiqmvJO1bTPZn1+j09S3pz/0jni0YnnOW/lE7vtqedYCPEjr58z1D1cwWV7hxPZV2/Ie+JyWIrWh9HT740GWQzXXH4o53SP6zN/D+oOOK1zIw+SQOxps6CpwwJyqthpE/pEx+i+oPfM9KqvsoJrUgmgNCRXsPOUxm6gelnjDHB7Ktc01BDnAjox6Vf7tz+Xl893tXnq7oxj7XAx95zXPuuBe6hF1x48y+mnUuyeRHnP8AapnnjjPOJT5pJpidwIM0tCCDy3Yg5g4qovqFr1Ls2zfci5d113lP8Khpv4rnLB+TeZwG1kZHgMGVkdwNTg0Gv71Ux1sPlFS5ey2t8ZrG97DU+A4tO7gablv7Br7ammlWzfslnL85nXhd4LqLFqBZmULg6U/7hwP/ABbQU5lv7LY2RikbGsHBoA9XQF5Z6mOXpYhR0PpaScEyWeSCmV8tIdzDEO7WrZoUXOqX5npPrKhS/M9J9ZUIJCnsWKIMli9gNKgGhqMAaHiOBREE1XJ63n9Ii+jd9cDP3611a5TW/wDWI/o3/X981rHsaFhzrnUdoYwZ0/HjRZBwrXj118Dhn1JE+tanEXRvyuMpmjTjzUOPPyd2Yz9HZ111cskUuRGBBFN5DgWkc9cK5bscFsRrPOa0ldhXhzYjD0+51zjWmWbfWD7/AGKa4jL7d3v2dKmWMSNj8ZrRukceynRlz5U31pRQNZJ6V2r8uDe1a9xoMcOnDfw6/Ssq+/v2qeEccLa/8ZrR5U1rlhz83o9afGW0Envrsv2f2sMsTlju30WvqB0Dq4lCffnxWfCKLXzrNPT5Vw6hwJr7+lVbdpF8hrI4vIqMt2dKYLzcft9Si+KVqPcmi1GERkg13258CSPYPUSsC8V6M+nH00qs2fa71kqK458KDrONOzP++uoHM6TH6TN/D+ovIL20iP0mb+F9QLwawvc1jQXOcbrWtFXOPADekVhFjaaqPHw6zfSf+Hr6+VzWqOqLbK3aPo6dwxOBEYNCWRnhlU710gXJnl5TawlCVCLKiIiAiIgl+Z6T6yoUvzPSfWVCAiIgIiIC5TXAVtEX0bvrrq1rdK6BZO9rnOe0tBAuECoJrjeB3qxNTY4dsIOPA9HzW+/PvqsrmIriKHPKvIHRxwy5gV1I1Nj8pN5zeAHicyfE2Lyk3a37q992PiU5cR0yruz6h7nPnTYj7d3Nzc3Rjkuo+JsflJu1v3VPxOj8pN5zPuK70fCnLOhGe/33/bnjmpdGCKZDHKlOzL7OZdP8TYvKTdrPuodTY/KTecz7qm9HwpzDY8e3q5v79VFGzpx964c45t++q6kamx+Um85n3E+JsflJvOb91TdjqinKyQAmu/Efh79VFk+OvHf9uRz9966g6nR+Um85v3VB1Nj8pN2s+6tb0fCnLsbhwxd6CeP9uFFAbjvG/rqcfQMc88V1I1Nj8pNvyLN5r4qkamReUm7WV+qs7pT5nb2OdapGsaXOcYw1oGLjcGA3ZV4Zcy+j6o6oNsrb76OncKE7o2n5jPtO+g3YK5onVWGzyvlYHOkeAC95BIAwo0CgFcK0FTRbgrzyzmeCiqhEWFEREBERAREQYWY1Y0nElrD1loqVmiJKR0IiIoiIgIiICIiAiIgkKERBIQIiCEREEnJQiICIiAiIgIiICIiAiIg//9k="/>
          <p:cNvSpPr/>
          <p:nvPr/>
        </p:nvSpPr>
        <p:spPr>
          <a:xfrm>
            <a:off x="2783681" y="-144463"/>
            <a:ext cx="2286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wentieth Century"/>
              <a:ea typeface="Twentieth Century"/>
              <a:cs typeface="Twentieth Century"/>
              <a:sym typeface="Twentieth Century"/>
            </a:endParaRPr>
          </a:p>
        </p:txBody>
      </p:sp>
      <p:sp>
        <p:nvSpPr>
          <p:cNvPr id="183" name="Google Shape;183;p14" descr="data:image/jpg;base64,/9j/4AAQSkZJRgABAQAAAQABAAD/2wCEAAkGBhQSERQUExQUFBUWFhQVGBcVFxYVFxUXGBcVFhoWFRUYHiYeGBkjGxgVHy8gJCcpLS0sFR8xNTAqNSYrLCkBCQoKDgwOGg8PGiwcHx0pLykpLCwsKSkpLCwpKSksLCkpKSksLCwpLCwpNCkpKSwpKSkpKSwsNiwsLCkpKSkpKf/AABEIANIA8AMBIgACEQEDEQH/xAAbAAEAAgMBAQAAAAAAAAAAAAAAAQQCBQYDB//EAEwQAAEDAQQFBQoJCgcBAQAAAAEAAgMRBBIhMQUGE0FRImFxgZEVIzJSU5KhsdHwFBYzQnOywdLhBxckNGJyg5Oi8UNEVGOCs8K04v/EABgBAQEBAQEAAAAAAAAAAAAAAAABAgQD/8QAIxEBAAIBBAMAAwEBAAAAAAAAAAERAgMTITESQVEyUnGhIv/aAAwDAQACEQMRAD8A+sWKzbKKOOtbjGMrxuNDa81aZL3qj8z0n1lQnYKaqEQSCoREBTVQiAFKhanS+mTHeZEGvlDQ9wJIbGwmge8jHHGjc3dAqg24ULXFlqwo6z5Y8mTE83KU3bVXwrPT9ySvbeQaXSEtdKXLThZxADDeNI3S3jfLsgXgUAB3ZVU6X1j+CvgZEWPa50d5j75fdkkLb4krdDQcBg6vADFbd0VpI5Rsx3isbyK8aFyiSC0kYmzk8SyTLzq+lBzlo1ofBBaHN2TZG2m1tDS2U7XZgv5IvclxAxJNOA3K5rHbS+PR0woy9aIHknwWB0bybxBHJ6aK9YdDzQi6wwFpcXkvEr3Oc7wnVLsyrYitOIJs9NwuSdVeViMuxEcfHrLW0MtDyyJ3wKat68WVbaAwPutq4g4kDE8qizm1/maxhpAHF1uYbwcATZmX2OaBJVodQAtqeYrqhZrRT/K1y+Tflw8L8EfZrQQP1UnnjecOAq5FavR2tjpX/wCDGxtnhnIkvlzxJFfLoi00LWGjSKE55UxsaqawPtJtDX3DsnxhrmBzQ9skYkBuOJIzIxOIAwGIV4Q2i9/lqZDvb6gcAa4IyG0iuNnHCjJB28rgg2SLXbO1U8Kz5+LLl5yFtqr4Vn5+RJ6OUg2KLQO0xM20RxnZPY6QRvLWvFxzmOc1tSaF3JqRuHSFv0BERAREQEREEvzPSfWVCl+Z6T6yoQEREBERARFq9MaX2bmRtFZJKmrgS1jAQHPfTOmQbvPMgzt9vdXZQ3XSmhJPgxNOT5OrJuZPACqn4BsoXiMEvdV7nHFz3mlXOrmfVkF4aNlghaQ17iXG897w8vkec3vddxO7cABQAAL00hpON0bhfu1FK0fhz5cyDZoqfdaLxvQ/2J3Xi8b+l/sQXEVPutF439L/AGJ3Xi8b+l3sQXEVPuvF439L/YndeLxv6X+xBcRU+68Xjf0v9id14vG/pf7EFxFT7rxeN/S/2J3Xi8b+l/sQXCtfaLQ6RxiiNKYSSZ7PLkt4yU6m1qdwWD7eZnGOFxFKbSShGzBFQ1odnIQa8Bma4BXrNZmxtDWCjRlv6SScSTmSc0Gt0lZ2xiyMa2gFpjpnWtyU3id5ONSeJW3C12ma1s1P9THXouS59dFsUBERAREQEREEvzPSfWUAUvzPSfWVAQc1Z9azfn2oiZHA6cPLds54bEaX6XLprhhWuKtT63QMu12lCZrx2b6R7JjXm8KVFWuaRhiHA5YrJ2rDS2VpntF2UzOc29EBWWt4g3KjPL1rGTVKNweDJMS8yEm8yo2kTYXAUblda3dmK7yhL3OscIcA4vZeYXgvY5uAbfIqRS9dxu55KtZda2EOdIx8Y25hbyXnCrAHPqO91L2inOs7VqnFI4Oe6Q8m7QuGWyMJ3YVBqQN4rgtXJo+xGR0T7VJtA+r2ySAXnnZkHlNuFw2bTyeJrmiOup7FrSP00Y/5c4fxRiti11RUYg7xiMeha4n9N5/g7v8AuRWxVbSVNk+9W7TGmdOb0Kyq2kXUieaA0GRxr1e+SCyvO0ThjHPcaNY0uceAAJPoCq2vSwa/ZxtMsniMpRv0jzhGOnHHAFa9+rG1nitFoeXvjDgI2VENHbnMOL6Y4nOuQQbWCK0PbeOzjqKtYbzziKgPc0gA14A9amyWkm817br2EBwBvNNRVrmngRuOIoVhHZpGANZM4NGF1zWvIHAOONOmqwOiW5kyX8zIHlr3HnLaYZYZYYBBeRUDZ52+BK148WVlD58dKdN09BVCy6etG0mZLZHMDXxsicHNLJnOwIvGhbQ1xu5Djgg3yKsbLaQK1gcRjcpI2vNtLx7SzHgFnY7UJGBzcjUEGlQQS1wNCRUEEdSD2QIiCho9tJbV9JF/88SvqjYflrV9JF/88KvoNXpsC9Zamn6VH18iTBbNvv6FrdNUvWatf1mOnTclz6lsgg0ej9ZC7aX2BuzcQWNvOlbyw1t6O6CbwIcC2ooc1I1naXil0Rvjs72SEu5RmlMd0sDeTQjM7zwBXpbNAR0e975MGHGoqyOoe5rSG1cCW4g1wwFFqtHaMscrWthtTiGthYGh7AQ2KUzN5BYHZk5gVGSDYHWtgllbdeY442PD2te4vvPlYbrQ3wBsybwND1LdQyBzWuBqHNDgeIIqPWtJ8S4fHmpda27fFy4173hl2lHNq88SMOC3VksuzjZGCS1jWtBOZDRQVpzIjNERFS/M9J9ZWg120lJBZg+Jxa7asbUUOBDyc+hb9+Z6T6yqOltEx2mMRyglocHck0NQCM+sqxV8j5qNcLX5d3Y32J8cLX5d3Y32Lsh+T6y/7vn/AIJ+b6y/7nn/AILo3NP9U5cb8cbX5d3Y32LV2q1Ole58ji5zsyd+7LqX0f8AN9ZeEmH+5+C5m3ajzmd7YWd6BF18jgARQH9479y1hqad9UkxLQWW3yRfJyPZ+64gdmXoW0sevdoZaAXBktISKuFw0vg+E3n4jet7Y/yaV+Vm6ox2cp3HoWwseqVmjtYAiDxsCe+HaG9tc6OwGHMs6menPpYtGidfmTGmwtFaEkxRunYAN5LMRXLI9S9pLc61MdclbCMaRte0TOoQDtCfk/3RU4+EF0TWgCgAA4AADsVLTVjZJC/aBpF2lS0OIqd29c0qsWWysjbdY0NGdBvrvPE869lQGiQ35N8kddwcXNrxuPqB0BTdtDcjHKODqxu7RUHsQXgi56LTssj5Y5YJbMxsrWbc3S1zTm5jt2NBU4Yhbm0aGha1z9pJGbuL9q/AAZ3S64exBYqub1hts07GtsTGykSsDpHEtZGAal0bwQXvbnRuAFQTXBX7NYnTMa6dxcMKMAuNI4yCtTXwrpwxyW0awAAAUAyAy7EGjl0vMLWyyF0pa6J0hmbEKVDqXS7JpIOfOOKt2ecQuETwGsJpG/5pr8x9cpDicfCrxXvpGzuNx8fykZvNBNA4UIcw9IJ6wF5i1RTxvaaYAh7HAXmGlaPaciOORpgUF8ItBqrom1R2e7tBI0uc9htF4zXXGoD7uA9eO7JX36QkBMZiJlFMARcunJ985NzFKVqg84rY2N9se83WMfG5xxNALPFjhiepcTpvXp8kwdZZnCB0UTmm4W3iTIC6jwHU5PDcutsGjNpNaHT0kIkj5NDswdjEahhzPOapb9S7NM8Pc1wIa1gDHXGhra0AaBTeVrGYibkcBNrRaX3b0zjdcHtwbg4Aiow/acOtevxwtfl3djfYum0jqPZ2GENv8uZjHVf80teTTDOoCufm+svCXz/wXvuaf6py4mfWq1Pa5rpnFrgWkUbiCMRktUR7/ivo1r1As4jeWCQuuOu8uvKoaYdK5uwah2qShcGxDffdV3msrz7x0LeGpp/KSYlrrBp60RUDJngYckm+3zXYLe2P8o8rflWMeMqtNw5YYYg404da2dh/JvE3GWR8h4CjBnXnPpW/sGgLPD8nCxp40vOzr4bqn0ryzz056hYt56D1hbagS2OaOm+SMtYf3JPBdwwx5t62iIvBUvzPSfWVCl+Z6T6yoQEREBERBNFrT+u8/wAHP/bxWxWucR8N5/g7uzajcg2Kp6VlAjpdLy8hjWtwLjnSu4AYknIL1tFray6DUucaNaMSeOHAbyoslmLbznOvPccTkABk1jfmtHaTUnNBAtbyCdk6tRybzKkUzBrRH2twAIicTjheYLvMcfUrJCIK7piXU2ZLTgXEtIxArUV6lUisjMf0YC7i3wCK8WtrRp7Fs0QVvhTrtdm6tcrzK9Na0Q2lwp3p3HwmYc2as0SiDwbaHVIuOpjjebQ0696qzxtkBMlnvEYAG5eIOYDgcBzVWxQBBq4ZJ42BrAS2lA19xzowMAL18XhwrjhmV62ZjmvJIfI5129ISwCgGDWtB5LRV2HPmc1fSiDU6PtDttaqsdg+M5txpBFhmrvwp1K7N1a0peb21rReVgHfrV9JH/0RLHSOki07KINfO4VDSTdY2tDJKRk0bhm4ig4oKekLZfnssQa6+JGzuHJIjY1r21koeTUuFOK3gVTRuj9k3wi+R1DJIaB0juJpkBkGjADjmbaCUqoRBPWoREBERBL8z0n1lQpfmek+sqEBERAREQFqLVawy2NBpV0Dg0ZXnCStK5gUzPBbdVrXoyKUgyRseRUAuaCQDmATuwQRY2UFXva95rUilG1+YweJh15lWNs3xh2hU+4cFa7GOuHzRuFPUoGgbPj3mPHPkjFBd2o4jtCbUcR2hUu4NnpTYxUrXwBmh0DZz/gx+aEF3aDiO0JtW+MO0KmdBwVrsY68boUdwbPj3mPHPkhBd2o4jtCbUcR2hUzoKClNjH5oUHQNnOOxj3fNG5BdEg4jtCbUcR2j2qmNBwAk7GPHPkjGqjuDZ6U2MdOF0ILu1HEdoQyt4t7QqR0DZ/Ix4fshT3DgrXYx1/dCDXO0kRPaY4A2SZ0kVATyYxsIxtZKY3BQ4DEnAbyNpo/R4iBNbz30dI85yOyqeA3AbhRZ2TR0cVdnGxl4it1oFaceP4qwgIiICIiAiIgIiIJfmek+sqFL8z0n1lQgIiICIiAiIgIiICIiAikLydbYw+4ZGB5Fbpc0OI4hpNaIPRFEjwASSAAKkkgADiTwUtNRUYimYxFDzoCKaKKICIiAiIgIiICIiAiIgIiIJfmek+sqFL8z0n1lQgIiICIiAiIgIpAVLS2lo7My/ITSoAaBec48GN3lBcRc58eYvI2n+W37yn48ReRtP8tv31fGR0bSuR1XsxYLRDaoy6aS0SvLrhLZmEgsc1+Qa0UABIpTJWxrzF5G0/y2/eWXx6i8lav5Y++njI1OkdOWkOtVDKIhBanNMkMbWslidRobVpvNcK+GXXuZWHaXtO0slzaFhFlEoELNkWSscXOa8NvVBAyIDcKg1Vi163WeRtySz2h7TSrXRNINP+a9G67wgACG0gDAARNAA6LyVI1+t+mrXDO4WcyFogY8NbCJGmTbtDheuF3gXjSvQsNIabtrTbXUZHHEHbO+wkXTcuPZyOUSC6tXEZckYrafHmLyVp/lj7y859coHtLXwWlzXYEGNpB6ReSpGp0Ppq0zGz3bS97ZJbQ17tlC4xMDKxCSkTWtfXM5Gq2ti0naDbrh2roDt2uvxNY1rowwtcxzRWjquxc4h2NAKKLLrbZ4m3Y7PaGNzo2JoHT4S9jrzF5K1fyx99KkdCi5z48xeRtP8tv30GvMXkbT/Lb99PGR0aLnrLrxA+aOG7Mx8hIbfYKYAnEhxpkc10NFAREQEREBERBL8z0n1lQpfmek+sqEBFNFCAiIgIip6W0syzx331NTRjW+E925rR6zuzQNLaYZZo778ScGtHhPdTwWjjz8FwlonfLJtZSDJiA0YtiafmM9FTmVlNaHzSGWXwzUNDfAibmGs9BJ39GCig5174Y1FoyAWSwA/e9KDr96LqjOIZZKV5nrU+d6VdwpmoUZ8fSsR/yUnUiCnoiw870p2+lXc/hTNFgev0oB0+/uVNz+FMlrdK6VbENxcfBbxzxdwb75qdK6SEQoKl5rdb6KngBxXOC8SXvN5xpU8fYBwXnnn5xUK22qlTpCzvcbzzLiTwuPoANw5gvsRC+Q6qj9Os30n/h6+vE5dC5tSJjLlYQiktReaoRTRQgIiIJfmek+soj8z0n1lQg0usWl5IHwhgbdeJa1jklcCxocKNjxpu6wol1rjYXsc2QyRh1660hrntg25Y0uNcW5bqtIqrtv0MJnseXzMdGHhpjeG0vgBxIIIOAoqz9VYS4uc6dxJvEGUkGsJgxw8QkdJJzUGEGtTHMe4Rz97DC/kDk32MkpW9jRjg6uVAcVA1pBlhbG0vZJevPocO8OmDWj5zqDEdGeS9RqtDdc0mUhzo3msm+NgjbTmutaKGuVc14nU+z4DvtAKBole0V2RhvYEcq5hXLI0qqjZaM0i2dl9l4Uc5hDgA5rmmha4AkV6CVy+vNjZJPDfaHUjdSu4l4rv3/3qup0botkDXMZeoXFxqa8p1K7hQYDBc5riP0iLD/Dd9ce/tyVjs9OVOiIPEG6me9rCfSeHRRZM0HAc42Ht/Y5+JPbmrkQz6W/UjWbRl17vo+zow68F1TERVIodxYB/ht41x5ufpw9AUjQlnwAjb/Vuodx6MedXBiBX36wjur2dCVHIonQkFPk28a09NMq7qZcyx7jWcH5NooDx4Y416+PqWxve5Pv77t5ez7EiuFUO4UGPe24V3b+P4etDoGDLZtw5uJPHs9ivjjhXHmFejdkpJz6vtTika46Hs+Wzb0Y7g736sarLuFB5Nv44gk8/McBuor27dWmPYff2pxwH9q+r25KxVigNBwY97Zw37i7fX351PceAmuzbx9J3V48ebpV5vHnOPaa9PtUHA4Dn9/7b1aihytqsrWTyBgAaNmQMd7Ad9eO/iUavbSP6zN/C+oF4tWtOIj/AEltdVv16zfSf+Hr69XLqXyHVb9es30n/h6+vEZdC5tb85WHGWS0uhMwa4k4uEoZIXNL5aATxOo29yjRwNLrchvrt048uZK4G++CwiRhEhaCbU9jrrcQ11KGvACtQu3tMwYxzzWjQXHjgK4c+C01h12sstO+3Cd0gLDliKnD0rxpXP8Ad2bayvvvD3RRsDdi8tjeJpgYyCbt4975Vcb2WIXZ6LtBkhikIoXxscRlQloJHbVWWSBwq0gjmoRv4KUGJRSoQS/M9J9ZUtHPRHZnpPrKAjBBwf5znVPeBm4fKcCR4vMp/Ocf9O3z/wD8rxP5NJMe/wAebj4L95J+1R+bWTy0fmvXRG17Tl7/AJz3f6dvnn7q1Gset7rWxjNmI7j794PJNbrm0GAp4RxWw/NrL5aPzXrV6xaqPsjGPdIx4e+5QBwNbrnb88GrWMaVpy8LFrTaogAyZxA+bJ3xvY7lDqcFedrG+1ytMjWtLGZsJo6rqnA5dq1di1ftMwBjhkIPznDZt6bz6VHOKrZjQEtllG0LCXMqAw3qAO3uIAJ6PwWso0/XY9KVFTWnMRvaz3+wLMDEDHI48MWVrznDnzqSsQ07ssOc+Czj14iteDVk2uGOJ3eZ6M+ji6tFa6Hro9o2jMSRejGPC80U5wccKU5gvoGkHWeFt6RrGtq1tblcSRQUaDvXAWFvfIwaHvkZzy5TMx/foXcacsT5nRRhrtkX3pHtk2bm3QbtKG8eVQ4cFzavaws2IwTNvxtYW1IxjLTUZ4OAK9/gUXk2eaPYtBatDTCYGNoMYbC3lPILxHedjzl1wE8KqrZNXZ2Ua4GRhETXt2pF8Uc5zjXwQHupQZhq87V0ws0RJFyMnMi6K76GlOnsWfwKLybPNHsXMWjQM5fIQ1t2R5aW7UgCNsVyJ7jmaOvOLc6kZrGbV61Bxcx4v99IJdhURtiZhX5wvuPAkdKDqvgEfiM80bupcdrrZmiRoAABYSaYVN7M0zPb1K/ozRMrJYL0Yus2jnOMoIDn40awY3gcN4oTiqmvJO1bTPZn1+j09S3pz/0jni0YnnOW/lE7vtqedYCPEjr58z1D1cwWV7hxPZV2/Ie+JyWIrWh9HT740GWQzXXH4o53SP6zN/D+oOOK1zIw+SQOxps6CpwwJyqthpE/pEx+i+oPfM9KqvsoJrUgmgNCRXsPOUxm6gelnjDHB7Ktc01BDnAjox6Vf7tz+Xl893tXnq7oxj7XAx95zXPuuBe6hF1x48y+mnUuyeRHnP8AapnnjjPOJT5pJpidwIM0tCCDy3Yg5g4qovqFr1Ls2zfci5d113lP8Khpv4rnLB+TeZwG1kZHgMGVkdwNTg0Gv71Ux1sPlFS5ey2t8ZrG97DU+A4tO7gablv7Br7ammlWzfslnL85nXhd4LqLFqBZmULg6U/7hwP/ABbQU5lv7LY2RikbGsHBoA9XQF5Z6mOXpYhR0PpaScEyWeSCmV8tIdzDEO7WrZoUXOqX5npPrKhS/M9J9ZUIJCnsWKIMli9gNKgGhqMAaHiOBREE1XJ63n9Ii+jd9cDP3611a5TW/wDWI/o3/X981rHsaFhzrnUdoYwZ0/HjRZBwrXj118Dhn1JE+tanEXRvyuMpmjTjzUOPPyd2Yz9HZ111cskUuRGBBFN5DgWkc9cK5bscFsRrPOa0ldhXhzYjD0+51zjWmWbfWD7/AGKa4jL7d3v2dKmWMSNj8ZrRukceynRlz5U31pRQNZJ6V2r8uDe1a9xoMcOnDfw6/Ssq+/v2qeEccLa/8ZrR5U1rlhz83o9afGW0Envrsv2f2sMsTlju30WvqB0Dq4lCffnxWfCKLXzrNPT5Vw6hwJr7+lVbdpF8hrI4vIqMt2dKYLzcft9Si+KVqPcmi1GERkg13258CSPYPUSsC8V6M+nH00qs2fa71kqK458KDrONOzP++uoHM6TH6TN/D+ovIL20iP0mb+F9QLwawvc1jQXOcbrWtFXOPADekVhFjaaqPHw6zfSf+Hr6+VzWqOqLbK3aPo6dwxOBEYNCWRnhlU710gXJnl5TawlCVCLKiIiAiIgl+Z6T6yoUvzPSfWVCAiIgIiIC5TXAVtEX0bvrrq1rdK6BZO9rnOe0tBAuECoJrjeB3qxNTY4dsIOPA9HzW+/PvqsrmIriKHPKvIHRxwy5gV1I1Nj8pN5zeAHicyfE2Lyk3a37q992PiU5cR0yruz6h7nPnTYj7d3Nzc3Rjkuo+JsflJu1v3VPxOj8pN5zPuK70fCnLOhGe/33/bnjmpdGCKZDHKlOzL7OZdP8TYvKTdrPuodTY/KTecz7qm9HwpzDY8e3q5v79VFGzpx964c45t++q6kamx+Um85n3E+JsflJvOb91TdjqinKyQAmu/Efh79VFk+OvHf9uRz9966g6nR+Um85v3VB1Nj8pN2s+6tb0fCnLsbhwxd6CeP9uFFAbjvG/rqcfQMc88V1I1Nj8pNvyLN5r4qkamReUm7WV+qs7pT5nb2OdapGsaXOcYw1oGLjcGA3ZV4Zcy+j6o6oNsrb76OncKE7o2n5jPtO+g3YK5onVWGzyvlYHOkeAC95BIAwo0CgFcK0FTRbgrzyzmeCiqhEWFEREBERAREQYWY1Y0nElrD1loqVmiJKR0IiIoiIgIiICIiAiIgkKERBIQIiCEREEnJQiICIiAiIgIiICIiAiIg//9k="/>
          <p:cNvSpPr/>
          <p:nvPr/>
        </p:nvSpPr>
        <p:spPr>
          <a:xfrm>
            <a:off x="2783681" y="-144463"/>
            <a:ext cx="2286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wentieth Century"/>
              <a:ea typeface="Twentieth Century"/>
              <a:cs typeface="Twentieth Century"/>
              <a:sym typeface="Twentieth Century"/>
            </a:endParaRPr>
          </a:p>
        </p:txBody>
      </p:sp>
      <p:pic>
        <p:nvPicPr>
          <p:cNvPr id="185" name="Google Shape;185;p14"/>
          <p:cNvPicPr preferRelativeResize="0"/>
          <p:nvPr/>
        </p:nvPicPr>
        <p:blipFill rotWithShape="1">
          <a:blip r:embed="rId4">
            <a:alphaModFix/>
          </a:blip>
          <a:srcRect b="28095"/>
          <a:stretch>
            <a:fillRect/>
          </a:stretch>
        </p:blipFill>
        <p:spPr>
          <a:xfrm>
            <a:off x="8534402" y="5374312"/>
            <a:ext cx="2984657" cy="1230015"/>
          </a:xfrm>
          <a:prstGeom prst="rect">
            <a:avLst/>
          </a:prstGeom>
          <a:noFill/>
          <a:ln>
            <a:noFill/>
          </a:ln>
        </p:spPr>
      </p:pic>
      <p:sp>
        <p:nvSpPr>
          <p:cNvPr id="3" name="Marcador de fecha 2">
            <a:extLst>
              <a:ext uri="{FF2B5EF4-FFF2-40B4-BE49-F238E27FC236}">
                <a16:creationId xmlns:a16="http://schemas.microsoft.com/office/drawing/2014/main" id="{8DE81BB7-81F4-A817-67E6-AA16D482CA93}"/>
              </a:ext>
            </a:extLst>
          </p:cNvPr>
          <p:cNvSpPr>
            <a:spLocks noGrp="1"/>
          </p:cNvSpPr>
          <p:nvPr>
            <p:ph type="dt" sz="half" idx="10"/>
          </p:nvPr>
        </p:nvSpPr>
        <p:spPr/>
        <p:txBody>
          <a:bodyPr/>
          <a:lstStyle/>
          <a:p>
            <a:r>
              <a:rPr lang="es-ES" noProof="0"/>
              <a:t>2026</a:t>
            </a:r>
            <a:endParaRPr lang="es-AR" noProof="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C6F01012-8EDF-AFE4-0D27-73B1DFD62FFF}"/>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A282F17B-523D-66B2-3E90-1463EC0052E9}"/>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Tipos de Prueba</a:t>
            </a:r>
            <a:endParaRPr dirty="0"/>
          </a:p>
        </p:txBody>
      </p:sp>
      <p:sp>
        <p:nvSpPr>
          <p:cNvPr id="160" name="Google Shape;160;p4">
            <a:extLst>
              <a:ext uri="{FF2B5EF4-FFF2-40B4-BE49-F238E27FC236}">
                <a16:creationId xmlns:a16="http://schemas.microsoft.com/office/drawing/2014/main" id="{1E56FCA0-4F23-D79F-2B04-D90365297CC5}"/>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52F63AE4-39EE-E86B-8300-BF588C2837EA}"/>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660B3A42-A2BB-1774-538B-57BCBA8C1A2E}"/>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15</a:t>
            </a:fld>
            <a:endParaRPr/>
          </a:p>
        </p:txBody>
      </p:sp>
      <p:sp>
        <p:nvSpPr>
          <p:cNvPr id="163" name="Google Shape;163;p4">
            <a:extLst>
              <a:ext uri="{FF2B5EF4-FFF2-40B4-BE49-F238E27FC236}">
                <a16:creationId xmlns:a16="http://schemas.microsoft.com/office/drawing/2014/main" id="{D4D03815-D129-90B0-5B49-022FBA1FB30A}"/>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100000"/>
              </a:lnSpc>
              <a:spcBef>
                <a:spcPts val="0"/>
              </a:spcBef>
              <a:spcAft>
                <a:spcPts val="1800"/>
              </a:spcAft>
              <a:buClr>
                <a:srgbClr val="C00000"/>
              </a:buClr>
              <a:buFont typeface="Noto Sans Symbols"/>
              <a:buChar char="❖"/>
            </a:pPr>
            <a:r>
              <a:rPr lang="es-ES" sz="2800" dirty="0">
                <a:solidFill>
                  <a:schemeClr val="dk1"/>
                </a:solidFill>
              </a:rPr>
              <a:t>¿En qué momento se pueden definir los casos de prueba?</a:t>
            </a:r>
          </a:p>
          <a:p>
            <a:pPr marL="0" lvl="0" indent="0" algn="just" rtl="0">
              <a:lnSpc>
                <a:spcPct val="100000"/>
              </a:lnSpc>
              <a:spcBef>
                <a:spcPts val="0"/>
              </a:spcBef>
              <a:spcAft>
                <a:spcPts val="1800"/>
              </a:spcAft>
              <a:buClr>
                <a:srgbClr val="C00000"/>
              </a:buClr>
              <a:buNone/>
            </a:pPr>
            <a:r>
              <a:rPr lang="es-ES" sz="2400" b="1" i="1" dirty="0">
                <a:solidFill>
                  <a:schemeClr val="dk1"/>
                </a:solidFill>
              </a:rPr>
              <a:t>Ejemplo 1: </a:t>
            </a:r>
            <a:r>
              <a:rPr lang="es-ES" sz="2400" i="1" dirty="0">
                <a:solidFill>
                  <a:schemeClr val="dk1"/>
                </a:solidFill>
              </a:rPr>
              <a:t>Tengo una función del sistema que busca un número en una secuencia de números y devuelve la posición en la que se encuentra (-1 si no lo encuentra).</a:t>
            </a:r>
          </a:p>
          <a:p>
            <a:pPr marL="530225" lvl="0" indent="-530225" algn="just" rtl="0">
              <a:lnSpc>
                <a:spcPct val="100000"/>
              </a:lnSpc>
              <a:spcBef>
                <a:spcPts val="0"/>
              </a:spcBef>
              <a:spcAft>
                <a:spcPts val="1800"/>
              </a:spcAft>
              <a:buClr>
                <a:srgbClr val="C00000"/>
              </a:buClr>
              <a:buFont typeface="Noto Sans Symbols"/>
              <a:buChar char="❖"/>
            </a:pPr>
            <a:endParaRPr lang="es-ES" sz="2400" i="1" dirty="0">
              <a:solidFill>
                <a:schemeClr val="dk1"/>
              </a:solidFill>
            </a:endParaRPr>
          </a:p>
          <a:p>
            <a:pPr marL="722313" lvl="0" indent="-368300" algn="just" rtl="0">
              <a:lnSpc>
                <a:spcPct val="100000"/>
              </a:lnSpc>
              <a:spcBef>
                <a:spcPts val="0"/>
              </a:spcBef>
              <a:spcAft>
                <a:spcPts val="600"/>
              </a:spcAft>
              <a:buClr>
                <a:srgbClr val="C00000"/>
              </a:buClr>
              <a:buFont typeface="Noto Sans Symbols2" panose="020B0502040504020204" pitchFamily="34" charset="0"/>
              <a:buChar char="»"/>
            </a:pPr>
            <a:endParaRPr lang="es-ES" sz="2800" i="1" dirty="0">
              <a:solidFill>
                <a:schemeClr val="dk1"/>
              </a:solidFill>
            </a:endParaRPr>
          </a:p>
          <a:p>
            <a:pPr marL="530225" lvl="0" indent="-530225" algn="just" rtl="0">
              <a:lnSpc>
                <a:spcPct val="85000"/>
              </a:lnSpc>
              <a:spcBef>
                <a:spcPts val="0"/>
              </a:spcBef>
              <a:spcAft>
                <a:spcPts val="600"/>
              </a:spcAft>
              <a:buClr>
                <a:srgbClr val="C00000"/>
              </a:buClr>
              <a:buFont typeface="Noto Sans Symbols"/>
              <a:buChar char="❖"/>
            </a:pPr>
            <a:endParaRPr sz="3200" dirty="0">
              <a:solidFill>
                <a:schemeClr val="dk1"/>
              </a:solidFill>
            </a:endParaRPr>
          </a:p>
        </p:txBody>
      </p:sp>
      <p:sp>
        <p:nvSpPr>
          <p:cNvPr id="199" name="Google Shape;199;p15"/>
          <p:cNvSpPr/>
          <p:nvPr/>
        </p:nvSpPr>
        <p:spPr>
          <a:xfrm>
            <a:off x="1547775" y="3937114"/>
            <a:ext cx="4119600" cy="1357200"/>
          </a:xfrm>
          <a:prstGeom prst="roundRect">
            <a:avLst>
              <a:gd name="adj" fmla="val 16667"/>
            </a:avLst>
          </a:prstGeom>
          <a:solidFill>
            <a:schemeClr val="accent2">
              <a:lumMod val="40000"/>
              <a:lumOff val="60000"/>
            </a:schemeClr>
          </a:solidFill>
          <a:ln w="9525"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ysClr val="windowText" lastClr="000000"/>
                </a:solidFill>
                <a:latin typeface="+mn-lt"/>
                <a:ea typeface="Arial"/>
                <a:cs typeface="Arial"/>
                <a:sym typeface="Arial"/>
              </a:rPr>
              <a:t>¿</a:t>
            </a:r>
            <a:r>
              <a:rPr lang="en-US" sz="2000" b="0" i="0" u="none" strike="noStrike" cap="none" dirty="0" err="1">
                <a:solidFill>
                  <a:sysClr val="windowText" lastClr="000000"/>
                </a:solidFill>
                <a:latin typeface="+mn-lt"/>
                <a:ea typeface="Arial"/>
                <a:cs typeface="Arial"/>
                <a:sym typeface="Arial"/>
              </a:rPr>
              <a:t>Qué</a:t>
            </a:r>
            <a:r>
              <a:rPr lang="en-US" sz="2000" b="0" i="0" u="none" strike="noStrike" cap="none" dirty="0">
                <a:solidFill>
                  <a:sysClr val="windowText" lastClr="000000"/>
                </a:solidFill>
                <a:latin typeface="+mn-lt"/>
                <a:ea typeface="Arial"/>
                <a:cs typeface="Arial"/>
                <a:sym typeface="Arial"/>
              </a:rPr>
              <a:t> </a:t>
            </a:r>
            <a:r>
              <a:rPr lang="en-US" sz="2000" b="0" i="0" u="none" strike="noStrike" cap="none" dirty="0" err="1">
                <a:solidFill>
                  <a:sysClr val="windowText" lastClr="000000"/>
                </a:solidFill>
                <a:latin typeface="+mn-lt"/>
                <a:ea typeface="Arial"/>
                <a:cs typeface="Arial"/>
                <a:sym typeface="Arial"/>
              </a:rPr>
              <a:t>valores</a:t>
            </a:r>
            <a:r>
              <a:rPr lang="en-US" sz="2000" b="0" i="0" u="none" strike="noStrike" cap="none" dirty="0">
                <a:solidFill>
                  <a:sysClr val="windowText" lastClr="000000"/>
                </a:solidFill>
                <a:latin typeface="+mn-lt"/>
                <a:ea typeface="Arial"/>
                <a:cs typeface="Arial"/>
                <a:sym typeface="Arial"/>
              </a:rPr>
              <a:t> </a:t>
            </a:r>
            <a:r>
              <a:rPr lang="en-US" sz="2000" b="0" i="0" u="none" strike="noStrike" cap="none" dirty="0" err="1">
                <a:solidFill>
                  <a:sysClr val="windowText" lastClr="000000"/>
                </a:solidFill>
                <a:latin typeface="+mn-lt"/>
                <a:ea typeface="Arial"/>
                <a:cs typeface="Arial"/>
                <a:sym typeface="Arial"/>
              </a:rPr>
              <a:t>podemos</a:t>
            </a:r>
            <a:r>
              <a:rPr lang="en-US" sz="2000" b="0" i="0" u="none" strike="noStrike" cap="none" dirty="0">
                <a:solidFill>
                  <a:sysClr val="windowText" lastClr="000000"/>
                </a:solidFill>
                <a:latin typeface="+mn-lt"/>
                <a:ea typeface="Arial"/>
                <a:cs typeface="Arial"/>
                <a:sym typeface="Arial"/>
              </a:rPr>
              <a:t> </a:t>
            </a:r>
            <a:r>
              <a:rPr lang="en-US" sz="2000" b="0" i="0" u="none" strike="noStrike" cap="none" dirty="0" err="1">
                <a:solidFill>
                  <a:sysClr val="windowText" lastClr="000000"/>
                </a:solidFill>
                <a:latin typeface="+mn-lt"/>
                <a:ea typeface="Arial"/>
                <a:cs typeface="Arial"/>
                <a:sym typeface="Arial"/>
              </a:rPr>
              <a:t>definir</a:t>
            </a:r>
            <a:r>
              <a:rPr lang="en-US" sz="2000" b="0" i="0" u="none" strike="noStrike" cap="none" dirty="0">
                <a:solidFill>
                  <a:sysClr val="windowText" lastClr="000000"/>
                </a:solidFill>
                <a:latin typeface="+mn-lt"/>
                <a:ea typeface="Arial"/>
                <a:cs typeface="Arial"/>
                <a:sym typeface="Arial"/>
              </a:rPr>
              <a:t> </a:t>
            </a:r>
            <a:r>
              <a:rPr lang="en-US" sz="2000" b="0" i="0" u="none" strike="noStrike" cap="none" dirty="0" err="1">
                <a:solidFill>
                  <a:sysClr val="windowText" lastClr="000000"/>
                </a:solidFill>
                <a:latin typeface="+mn-lt"/>
                <a:ea typeface="Arial"/>
                <a:cs typeface="Arial"/>
                <a:sym typeface="Arial"/>
              </a:rPr>
              <a:t>como</a:t>
            </a:r>
            <a:r>
              <a:rPr lang="en-US" sz="2000" b="0" i="0" u="none" strike="noStrike" cap="none" dirty="0">
                <a:solidFill>
                  <a:sysClr val="windowText" lastClr="000000"/>
                </a:solidFill>
                <a:latin typeface="+mn-lt"/>
                <a:ea typeface="Arial"/>
                <a:cs typeface="Arial"/>
                <a:sym typeface="Arial"/>
              </a:rPr>
              <a:t> </a:t>
            </a:r>
            <a:r>
              <a:rPr lang="en-US" sz="2000" b="0" i="0" u="none" strike="noStrike" cap="none" dirty="0" err="1">
                <a:solidFill>
                  <a:sysClr val="windowText" lastClr="000000"/>
                </a:solidFill>
                <a:latin typeface="+mn-lt"/>
                <a:ea typeface="Arial"/>
                <a:cs typeface="Arial"/>
                <a:sym typeface="Arial"/>
              </a:rPr>
              <a:t>casos</a:t>
            </a:r>
            <a:r>
              <a:rPr lang="en-US" sz="2000" b="0" i="0" u="none" strike="noStrike" cap="none" dirty="0">
                <a:solidFill>
                  <a:sysClr val="windowText" lastClr="000000"/>
                </a:solidFill>
                <a:latin typeface="+mn-lt"/>
                <a:ea typeface="Arial"/>
                <a:cs typeface="Arial"/>
                <a:sym typeface="Arial"/>
              </a:rPr>
              <a:t> de </a:t>
            </a:r>
            <a:r>
              <a:rPr lang="en-US" sz="2000" b="0" i="0" u="none" strike="noStrike" cap="none" dirty="0" err="1">
                <a:solidFill>
                  <a:sysClr val="windowText" lastClr="000000"/>
                </a:solidFill>
                <a:latin typeface="+mn-lt"/>
                <a:ea typeface="Arial"/>
                <a:cs typeface="Arial"/>
                <a:sym typeface="Arial"/>
              </a:rPr>
              <a:t>prueba</a:t>
            </a:r>
            <a:r>
              <a:rPr lang="en-US" sz="2000" b="0" i="0" u="none" strike="noStrike" cap="none" dirty="0">
                <a:solidFill>
                  <a:sysClr val="windowText" lastClr="000000"/>
                </a:solidFill>
                <a:latin typeface="+mn-lt"/>
                <a:ea typeface="Arial"/>
                <a:cs typeface="Arial"/>
                <a:sym typeface="Arial"/>
              </a:rPr>
              <a:t> para </a:t>
            </a:r>
            <a:r>
              <a:rPr lang="en-US" sz="2000" b="0" i="0" u="none" strike="noStrike" cap="none" dirty="0" err="1">
                <a:solidFill>
                  <a:sysClr val="windowText" lastClr="000000"/>
                </a:solidFill>
                <a:latin typeface="+mn-lt"/>
                <a:ea typeface="Arial"/>
                <a:cs typeface="Arial"/>
                <a:sym typeface="Arial"/>
              </a:rPr>
              <a:t>el</a:t>
            </a:r>
            <a:r>
              <a:rPr lang="en-US" sz="2000" b="0" i="0" u="none" strike="noStrike" cap="none" dirty="0">
                <a:solidFill>
                  <a:sysClr val="windowText" lastClr="000000"/>
                </a:solidFill>
                <a:latin typeface="+mn-lt"/>
                <a:ea typeface="Arial"/>
                <a:cs typeface="Arial"/>
                <a:sym typeface="Arial"/>
              </a:rPr>
              <a:t> </a:t>
            </a:r>
            <a:r>
              <a:rPr lang="en-US" sz="2000" b="0" i="0" u="none" strike="noStrike" cap="none" dirty="0" err="1">
                <a:solidFill>
                  <a:sysClr val="windowText" lastClr="000000"/>
                </a:solidFill>
                <a:latin typeface="+mn-lt"/>
                <a:ea typeface="Arial"/>
                <a:cs typeface="Arial"/>
                <a:sym typeface="Arial"/>
              </a:rPr>
              <a:t>ejemplo</a:t>
            </a:r>
            <a:r>
              <a:rPr lang="en-US" sz="2000" b="0" i="0" u="none" strike="noStrike" cap="none" dirty="0">
                <a:solidFill>
                  <a:sysClr val="windowText" lastClr="000000"/>
                </a:solidFill>
                <a:latin typeface="+mn-lt"/>
                <a:ea typeface="Arial"/>
                <a:cs typeface="Arial"/>
                <a:sym typeface="Arial"/>
              </a:rPr>
              <a:t> 1?</a:t>
            </a:r>
            <a:endParaRPr sz="1400" b="0" i="0" u="none" strike="noStrike" cap="none" dirty="0">
              <a:solidFill>
                <a:sysClr val="windowText" lastClr="000000"/>
              </a:solidFill>
              <a:latin typeface="+mn-lt"/>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ysClr val="windowText" lastClr="000000"/>
                </a:solidFill>
                <a:latin typeface="+mn-lt"/>
                <a:ea typeface="Arial"/>
                <a:cs typeface="Arial"/>
                <a:sym typeface="Arial"/>
              </a:rPr>
              <a:t> ¿Por </a:t>
            </a:r>
            <a:r>
              <a:rPr lang="en-US" sz="2000" b="0" i="0" u="none" strike="noStrike" cap="none" dirty="0" err="1">
                <a:solidFill>
                  <a:sysClr val="windowText" lastClr="000000"/>
                </a:solidFill>
                <a:latin typeface="+mn-lt"/>
                <a:ea typeface="Arial"/>
                <a:cs typeface="Arial"/>
                <a:sym typeface="Arial"/>
              </a:rPr>
              <a:t>qué</a:t>
            </a:r>
            <a:r>
              <a:rPr lang="en-US" sz="2000" b="0" i="0" u="none" strike="noStrike" cap="none" dirty="0">
                <a:solidFill>
                  <a:sysClr val="windowText" lastClr="000000"/>
                </a:solidFill>
                <a:latin typeface="+mn-lt"/>
                <a:ea typeface="Arial"/>
                <a:cs typeface="Arial"/>
                <a:sym typeface="Arial"/>
              </a:rPr>
              <a:t>?</a:t>
            </a:r>
            <a:endParaRPr sz="1400" b="0" i="0" u="none" strike="noStrike" cap="none" dirty="0">
              <a:solidFill>
                <a:sysClr val="windowText" lastClr="000000"/>
              </a:solidFill>
              <a:latin typeface="+mn-lt"/>
              <a:ea typeface="Arial"/>
              <a:cs typeface="Arial"/>
              <a:sym typeface="Arial"/>
            </a:endParaRPr>
          </a:p>
        </p:txBody>
      </p:sp>
      <p:sp>
        <p:nvSpPr>
          <p:cNvPr id="198" name="Google Shape;198;p15"/>
          <p:cNvSpPr/>
          <p:nvPr/>
        </p:nvSpPr>
        <p:spPr>
          <a:xfrm>
            <a:off x="4389437" y="4934744"/>
            <a:ext cx="4119563" cy="785812"/>
          </a:xfrm>
          <a:prstGeom prst="roundRect">
            <a:avLst>
              <a:gd name="adj" fmla="val 16667"/>
            </a:avLst>
          </a:prstGeom>
          <a:solidFill>
            <a:schemeClr val="accent2">
              <a:lumMod val="40000"/>
              <a:lumOff val="60000"/>
            </a:schemeClr>
          </a:solidFill>
          <a:ln w="9525"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ysClr val="windowText" lastClr="000000"/>
                </a:solidFill>
                <a:latin typeface="+mn-lt"/>
                <a:ea typeface="Arial"/>
                <a:cs typeface="Arial"/>
                <a:sym typeface="Arial"/>
              </a:rPr>
              <a:t>¿Cuántos valores debemos probar?</a:t>
            </a:r>
            <a:endParaRPr sz="1400" b="0" i="0" u="none" strike="noStrike" cap="none">
              <a:solidFill>
                <a:sysClr val="windowText" lastClr="000000"/>
              </a:solidFill>
              <a:latin typeface="+mn-lt"/>
              <a:ea typeface="Arial"/>
              <a:cs typeface="Arial"/>
              <a:sym typeface="Arial"/>
            </a:endParaRPr>
          </a:p>
        </p:txBody>
      </p:sp>
      <p:sp>
        <p:nvSpPr>
          <p:cNvPr id="200" name="Google Shape;200;p15"/>
          <p:cNvSpPr/>
          <p:nvPr/>
        </p:nvSpPr>
        <p:spPr>
          <a:xfrm>
            <a:off x="6834342" y="5467352"/>
            <a:ext cx="5033962" cy="785812"/>
          </a:xfrm>
          <a:prstGeom prst="roundRect">
            <a:avLst>
              <a:gd name="adj" fmla="val 16667"/>
            </a:avLst>
          </a:prstGeom>
          <a:solidFill>
            <a:schemeClr val="accent2">
              <a:lumMod val="40000"/>
              <a:lumOff val="60000"/>
            </a:schemeClr>
          </a:solidFill>
          <a:ln w="9525"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ysClr val="windowText" lastClr="000000"/>
                </a:solidFill>
                <a:latin typeface="+mn-lt"/>
                <a:ea typeface="Arial"/>
                <a:cs typeface="Arial"/>
                <a:sym typeface="Arial"/>
              </a:rPr>
              <a:t>¿Cuándo lo podemos probar efectivamente?</a:t>
            </a:r>
            <a:endParaRPr sz="1400" b="0" i="0" u="none" strike="noStrike" cap="none">
              <a:solidFill>
                <a:sysClr val="windowText" lastClr="000000"/>
              </a:solidFill>
              <a:latin typeface="+mn-lt"/>
              <a:ea typeface="Arial"/>
              <a:cs typeface="Arial"/>
              <a:sym typeface="Arial"/>
            </a:endParaRPr>
          </a:p>
        </p:txBody>
      </p:sp>
    </p:spTree>
    <p:extLst>
      <p:ext uri="{BB962C8B-B14F-4D97-AF65-F5344CB8AC3E}">
        <p14:creationId xmlns:p14="http://schemas.microsoft.com/office/powerpoint/2010/main" val="4231089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9"/>
                                        </p:tgtEl>
                                        <p:attrNameLst>
                                          <p:attrName>style.visibility</p:attrName>
                                        </p:attrNameLst>
                                      </p:cBhvr>
                                      <p:to>
                                        <p:strVal val="visible"/>
                                      </p:to>
                                    </p:set>
                                    <p:animEffect transition="in" filter="fade">
                                      <p:cBhvr>
                                        <p:cTn id="7" dur="1000"/>
                                        <p:tgtEl>
                                          <p:spTgt spid="19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8"/>
                                        </p:tgtEl>
                                        <p:attrNameLst>
                                          <p:attrName>style.visibility</p:attrName>
                                        </p:attrNameLst>
                                      </p:cBhvr>
                                      <p:to>
                                        <p:strVal val="visible"/>
                                      </p:to>
                                    </p:set>
                                    <p:animEffect transition="in" filter="fade">
                                      <p:cBhvr>
                                        <p:cTn id="12" dur="1000"/>
                                        <p:tgtEl>
                                          <p:spTgt spid="19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0"/>
                                        </p:tgtEl>
                                        <p:attrNameLst>
                                          <p:attrName>style.visibility</p:attrName>
                                        </p:attrNameLst>
                                      </p:cBhvr>
                                      <p:to>
                                        <p:strVal val="visible"/>
                                      </p:to>
                                    </p:set>
                                    <p:animEffect transition="in" filter="fade">
                                      <p:cBhvr>
                                        <p:cTn id="17" dur="1000"/>
                                        <p:tgtEl>
                                          <p:spTgt spid="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AD70DC0A-3725-6729-057B-76D574801347}"/>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AE520B21-0DEB-C49C-57F1-C74089241AE4}"/>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Tipos de Prueba</a:t>
            </a:r>
            <a:endParaRPr dirty="0"/>
          </a:p>
        </p:txBody>
      </p:sp>
      <p:sp>
        <p:nvSpPr>
          <p:cNvPr id="160" name="Google Shape;160;p4">
            <a:extLst>
              <a:ext uri="{FF2B5EF4-FFF2-40B4-BE49-F238E27FC236}">
                <a16:creationId xmlns:a16="http://schemas.microsoft.com/office/drawing/2014/main" id="{355F410A-AC66-A537-D8A1-04CA7DECED36}"/>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88DDF767-B165-58C7-5AA9-29DA1EB98A53}"/>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23AE5E9D-44DE-186E-F3C4-4649ACB7E667}"/>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16</a:t>
            </a:fld>
            <a:endParaRPr/>
          </a:p>
        </p:txBody>
      </p:sp>
      <p:sp>
        <p:nvSpPr>
          <p:cNvPr id="163" name="Google Shape;163;p4">
            <a:extLst>
              <a:ext uri="{FF2B5EF4-FFF2-40B4-BE49-F238E27FC236}">
                <a16:creationId xmlns:a16="http://schemas.microsoft.com/office/drawing/2014/main" id="{8DE3E438-424E-4CA7-2C2A-79F8FAE04269}"/>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100000"/>
              </a:lnSpc>
              <a:spcBef>
                <a:spcPts val="0"/>
              </a:spcBef>
              <a:spcAft>
                <a:spcPts val="1800"/>
              </a:spcAft>
              <a:buClr>
                <a:srgbClr val="C00000"/>
              </a:buClr>
              <a:buFont typeface="Noto Sans Symbols"/>
              <a:buChar char="❖"/>
            </a:pPr>
            <a:r>
              <a:rPr lang="es-ES" sz="2800" dirty="0">
                <a:solidFill>
                  <a:schemeClr val="dk1"/>
                </a:solidFill>
              </a:rPr>
              <a:t>¿En qué momento se pueden definir los casos de prueba?</a:t>
            </a:r>
          </a:p>
          <a:p>
            <a:pPr marL="0" lvl="0" indent="0" algn="just" rtl="0">
              <a:lnSpc>
                <a:spcPct val="100000"/>
              </a:lnSpc>
              <a:spcBef>
                <a:spcPts val="0"/>
              </a:spcBef>
              <a:spcAft>
                <a:spcPts val="300"/>
              </a:spcAft>
              <a:buClr>
                <a:srgbClr val="C00000"/>
              </a:buClr>
              <a:buNone/>
            </a:pPr>
            <a:r>
              <a:rPr lang="es-ES" sz="2400" b="1" i="1" dirty="0">
                <a:solidFill>
                  <a:schemeClr val="dk1"/>
                </a:solidFill>
              </a:rPr>
              <a:t>Ejemplo 2: </a:t>
            </a:r>
          </a:p>
          <a:p>
            <a:pPr marL="0" lvl="0" indent="0" algn="just" rtl="0">
              <a:lnSpc>
                <a:spcPct val="100000"/>
              </a:lnSpc>
              <a:spcBef>
                <a:spcPts val="0"/>
              </a:spcBef>
              <a:spcAft>
                <a:spcPts val="0"/>
              </a:spcAft>
              <a:buClr>
                <a:srgbClr val="C00000"/>
              </a:buClr>
              <a:buNone/>
            </a:pPr>
            <a:r>
              <a:rPr lang="es-ES" sz="1800" i="1" dirty="0" err="1">
                <a:solidFill>
                  <a:schemeClr val="dk1"/>
                </a:solidFill>
              </a:rPr>
              <a:t>Procedure</a:t>
            </a:r>
            <a:r>
              <a:rPr lang="es-ES" sz="1800" i="1" dirty="0">
                <a:solidFill>
                  <a:schemeClr val="dk1"/>
                </a:solidFill>
              </a:rPr>
              <a:t> </a:t>
            </a:r>
            <a:r>
              <a:rPr lang="es-ES" sz="1800" i="1" dirty="0" err="1">
                <a:solidFill>
                  <a:schemeClr val="dk1"/>
                </a:solidFill>
              </a:rPr>
              <a:t>eliminarValor</a:t>
            </a:r>
            <a:r>
              <a:rPr lang="es-ES" sz="1800" i="1" dirty="0">
                <a:solidFill>
                  <a:schemeClr val="dk1"/>
                </a:solidFill>
              </a:rPr>
              <a:t> (</a:t>
            </a:r>
            <a:r>
              <a:rPr lang="es-ES" sz="1800" i="1" dirty="0" err="1">
                <a:solidFill>
                  <a:schemeClr val="dk1"/>
                </a:solidFill>
              </a:rPr>
              <a:t>var</a:t>
            </a:r>
            <a:r>
              <a:rPr lang="es-ES" sz="1800" i="1" dirty="0">
                <a:solidFill>
                  <a:schemeClr val="dk1"/>
                </a:solidFill>
              </a:rPr>
              <a:t> </a:t>
            </a:r>
            <a:r>
              <a:rPr lang="es-ES" sz="1800" i="1" dirty="0" err="1">
                <a:solidFill>
                  <a:schemeClr val="dk1"/>
                </a:solidFill>
              </a:rPr>
              <a:t>pri</a:t>
            </a:r>
            <a:r>
              <a:rPr lang="es-ES" sz="1800" i="1" dirty="0">
                <a:solidFill>
                  <a:schemeClr val="dk1"/>
                </a:solidFill>
              </a:rPr>
              <a:t>: Lista; n:integer);</a:t>
            </a:r>
          </a:p>
          <a:p>
            <a:pPr marL="0" lvl="0" indent="0" algn="just" rtl="0">
              <a:lnSpc>
                <a:spcPct val="100000"/>
              </a:lnSpc>
              <a:spcBef>
                <a:spcPts val="0"/>
              </a:spcBef>
              <a:spcAft>
                <a:spcPts val="0"/>
              </a:spcAft>
              <a:buClr>
                <a:srgbClr val="C00000"/>
              </a:buClr>
              <a:buNone/>
            </a:pPr>
            <a:r>
              <a:rPr lang="es-ES" sz="1800" i="1" dirty="0">
                <a:solidFill>
                  <a:schemeClr val="dk1"/>
                </a:solidFill>
              </a:rPr>
              <a:t>Var </a:t>
            </a:r>
            <a:r>
              <a:rPr lang="es-ES" sz="1800" i="1" dirty="0" err="1">
                <a:solidFill>
                  <a:schemeClr val="dk1"/>
                </a:solidFill>
              </a:rPr>
              <a:t>pos,ant:lista</a:t>
            </a:r>
            <a:r>
              <a:rPr lang="es-ES" sz="1800" i="1" dirty="0">
                <a:solidFill>
                  <a:schemeClr val="dk1"/>
                </a:solidFill>
              </a:rPr>
              <a:t>;</a:t>
            </a:r>
          </a:p>
          <a:p>
            <a:pPr marL="0" lvl="0" indent="0" algn="just" rtl="0">
              <a:lnSpc>
                <a:spcPct val="100000"/>
              </a:lnSpc>
              <a:spcBef>
                <a:spcPts val="0"/>
              </a:spcBef>
              <a:spcAft>
                <a:spcPts val="0"/>
              </a:spcAft>
              <a:buClr>
                <a:srgbClr val="C00000"/>
              </a:buClr>
              <a:buNone/>
            </a:pPr>
            <a:r>
              <a:rPr lang="es-ES" sz="1800" i="1" dirty="0">
                <a:solidFill>
                  <a:schemeClr val="dk1"/>
                </a:solidFill>
              </a:rPr>
              <a:t>Begin</a:t>
            </a:r>
          </a:p>
          <a:p>
            <a:pPr marL="0" lvl="0" indent="0" algn="just" rtl="0">
              <a:lnSpc>
                <a:spcPct val="100000"/>
              </a:lnSpc>
              <a:spcBef>
                <a:spcPts val="0"/>
              </a:spcBef>
              <a:spcAft>
                <a:spcPts val="0"/>
              </a:spcAft>
              <a:buClr>
                <a:srgbClr val="C00000"/>
              </a:buClr>
              <a:buNone/>
            </a:pPr>
            <a:r>
              <a:rPr lang="es-ES" sz="1800" i="1" dirty="0">
                <a:solidFill>
                  <a:schemeClr val="dk1"/>
                </a:solidFill>
              </a:rPr>
              <a:t>  </a:t>
            </a:r>
            <a:r>
              <a:rPr lang="es-ES" sz="1800" i="1" dirty="0" err="1">
                <a:solidFill>
                  <a:schemeClr val="dk1"/>
                </a:solidFill>
              </a:rPr>
              <a:t>pos</a:t>
            </a:r>
            <a:r>
              <a:rPr lang="es-ES" sz="1800" i="1" dirty="0">
                <a:solidFill>
                  <a:schemeClr val="dk1"/>
                </a:solidFill>
              </a:rPr>
              <a:t>:= </a:t>
            </a:r>
            <a:r>
              <a:rPr lang="es-ES" sz="1800" i="1" dirty="0" err="1">
                <a:solidFill>
                  <a:schemeClr val="dk1"/>
                </a:solidFill>
              </a:rPr>
              <a:t>pri</a:t>
            </a:r>
            <a:r>
              <a:rPr lang="es-ES" sz="1800" i="1" dirty="0">
                <a:solidFill>
                  <a:schemeClr val="dk1"/>
                </a:solidFill>
              </a:rPr>
              <a:t>; </a:t>
            </a:r>
            <a:r>
              <a:rPr lang="es-ES" sz="1800" i="1" dirty="0" err="1">
                <a:solidFill>
                  <a:schemeClr val="dk1"/>
                </a:solidFill>
              </a:rPr>
              <a:t>ant</a:t>
            </a:r>
            <a:r>
              <a:rPr lang="es-ES" sz="1800" i="1" dirty="0">
                <a:solidFill>
                  <a:schemeClr val="dk1"/>
                </a:solidFill>
              </a:rPr>
              <a:t>:= </a:t>
            </a:r>
            <a:r>
              <a:rPr lang="es-ES" sz="1800" i="1" dirty="0" err="1">
                <a:solidFill>
                  <a:schemeClr val="dk1"/>
                </a:solidFill>
              </a:rPr>
              <a:t>pri</a:t>
            </a:r>
            <a:r>
              <a:rPr lang="es-ES" sz="1800" i="1" dirty="0">
                <a:solidFill>
                  <a:schemeClr val="dk1"/>
                </a:solidFill>
              </a:rPr>
              <a:t>; ok:= false;</a:t>
            </a:r>
          </a:p>
          <a:p>
            <a:pPr marL="0" lvl="0" indent="0" algn="just" rtl="0">
              <a:lnSpc>
                <a:spcPct val="100000"/>
              </a:lnSpc>
              <a:spcBef>
                <a:spcPts val="0"/>
              </a:spcBef>
              <a:spcAft>
                <a:spcPts val="0"/>
              </a:spcAft>
              <a:buClr>
                <a:srgbClr val="C00000"/>
              </a:buClr>
              <a:buNone/>
            </a:pPr>
            <a:r>
              <a:rPr lang="es-ES" sz="1800" i="1" dirty="0">
                <a:solidFill>
                  <a:schemeClr val="dk1"/>
                </a:solidFill>
              </a:rPr>
              <a:t>  </a:t>
            </a:r>
            <a:r>
              <a:rPr lang="es-ES" sz="1800" i="1" dirty="0" err="1">
                <a:solidFill>
                  <a:schemeClr val="dk1"/>
                </a:solidFill>
              </a:rPr>
              <a:t>while</a:t>
            </a:r>
            <a:r>
              <a:rPr lang="es-ES" sz="1800" i="1" dirty="0">
                <a:solidFill>
                  <a:schemeClr val="dk1"/>
                </a:solidFill>
              </a:rPr>
              <a:t> (</a:t>
            </a:r>
            <a:r>
              <a:rPr lang="es-ES" sz="1800" i="1" dirty="0" err="1">
                <a:solidFill>
                  <a:schemeClr val="dk1"/>
                </a:solidFill>
              </a:rPr>
              <a:t>pos</a:t>
            </a:r>
            <a:r>
              <a:rPr lang="es-ES" sz="1800" i="1" dirty="0">
                <a:solidFill>
                  <a:schemeClr val="dk1"/>
                </a:solidFill>
              </a:rPr>
              <a:t> &lt;&gt; </a:t>
            </a:r>
            <a:r>
              <a:rPr lang="es-ES" sz="1800" i="1" dirty="0" err="1">
                <a:solidFill>
                  <a:schemeClr val="dk1"/>
                </a:solidFill>
              </a:rPr>
              <a:t>nil</a:t>
            </a:r>
            <a:r>
              <a:rPr lang="es-ES" sz="1800" i="1" dirty="0">
                <a:solidFill>
                  <a:schemeClr val="dk1"/>
                </a:solidFill>
              </a:rPr>
              <a:t>) and (</a:t>
            </a:r>
            <a:r>
              <a:rPr lang="es-ES" sz="1800" i="1" dirty="0" err="1">
                <a:solidFill>
                  <a:schemeClr val="dk1"/>
                </a:solidFill>
              </a:rPr>
              <a:t>not</a:t>
            </a:r>
            <a:r>
              <a:rPr lang="es-ES" sz="1800" i="1" dirty="0">
                <a:solidFill>
                  <a:schemeClr val="dk1"/>
                </a:solidFill>
              </a:rPr>
              <a:t> ok)do</a:t>
            </a:r>
          </a:p>
          <a:p>
            <a:pPr marL="0" lvl="0" indent="0" algn="just" rtl="0">
              <a:lnSpc>
                <a:spcPct val="100000"/>
              </a:lnSpc>
              <a:spcBef>
                <a:spcPts val="0"/>
              </a:spcBef>
              <a:spcAft>
                <a:spcPts val="0"/>
              </a:spcAft>
              <a:buClr>
                <a:srgbClr val="C00000"/>
              </a:buClr>
              <a:buNone/>
            </a:pPr>
            <a:r>
              <a:rPr lang="es-ES" sz="1800" i="1" dirty="0">
                <a:solidFill>
                  <a:schemeClr val="dk1"/>
                </a:solidFill>
              </a:rPr>
              <a:t>      </a:t>
            </a:r>
            <a:r>
              <a:rPr lang="es-ES" sz="1800" i="1" dirty="0" err="1">
                <a:solidFill>
                  <a:schemeClr val="dk1"/>
                </a:solidFill>
              </a:rPr>
              <a:t>if</a:t>
            </a:r>
            <a:r>
              <a:rPr lang="es-ES" sz="1800" i="1" dirty="0">
                <a:solidFill>
                  <a:schemeClr val="dk1"/>
                </a:solidFill>
              </a:rPr>
              <a:t> (</a:t>
            </a:r>
            <a:r>
              <a:rPr lang="es-ES" sz="1800" i="1" dirty="0" err="1">
                <a:solidFill>
                  <a:schemeClr val="dk1"/>
                </a:solidFill>
              </a:rPr>
              <a:t>pos</a:t>
            </a:r>
            <a:r>
              <a:rPr lang="es-ES" sz="1800" i="1" dirty="0">
                <a:solidFill>
                  <a:schemeClr val="dk1"/>
                </a:solidFill>
              </a:rPr>
              <a:t>^.datos = n) </a:t>
            </a:r>
            <a:r>
              <a:rPr lang="es-ES" sz="1800" i="1" dirty="0" err="1">
                <a:solidFill>
                  <a:schemeClr val="dk1"/>
                </a:solidFill>
              </a:rPr>
              <a:t>then</a:t>
            </a:r>
            <a:r>
              <a:rPr lang="es-ES" sz="1800" i="1" dirty="0">
                <a:solidFill>
                  <a:schemeClr val="dk1"/>
                </a:solidFill>
              </a:rPr>
              <a:t> ok:= true</a:t>
            </a:r>
          </a:p>
          <a:p>
            <a:pPr marL="0" lvl="0" indent="0" algn="just" rtl="0">
              <a:lnSpc>
                <a:spcPct val="100000"/>
              </a:lnSpc>
              <a:spcBef>
                <a:spcPts val="0"/>
              </a:spcBef>
              <a:spcAft>
                <a:spcPts val="0"/>
              </a:spcAft>
              <a:buClr>
                <a:srgbClr val="C00000"/>
              </a:buClr>
              <a:buNone/>
            </a:pPr>
            <a:r>
              <a:rPr lang="es-ES" sz="1800" i="1" dirty="0">
                <a:solidFill>
                  <a:schemeClr val="dk1"/>
                </a:solidFill>
              </a:rPr>
              <a:t>      </a:t>
            </a:r>
            <a:r>
              <a:rPr lang="es-ES" sz="1800" i="1" dirty="0" err="1">
                <a:solidFill>
                  <a:schemeClr val="dk1"/>
                </a:solidFill>
              </a:rPr>
              <a:t>else</a:t>
            </a:r>
            <a:r>
              <a:rPr lang="es-ES" sz="1800" i="1" dirty="0">
                <a:solidFill>
                  <a:schemeClr val="dk1"/>
                </a:solidFill>
              </a:rPr>
              <a:t> </a:t>
            </a:r>
            <a:r>
              <a:rPr lang="es-ES" sz="1800" i="1" dirty="0" err="1">
                <a:solidFill>
                  <a:schemeClr val="dk1"/>
                </a:solidFill>
              </a:rPr>
              <a:t>begin</a:t>
            </a:r>
            <a:r>
              <a:rPr lang="es-ES" sz="1800" i="1" dirty="0">
                <a:solidFill>
                  <a:schemeClr val="dk1"/>
                </a:solidFill>
              </a:rPr>
              <a:t>  </a:t>
            </a:r>
          </a:p>
          <a:p>
            <a:pPr marL="0" lvl="0" indent="0" algn="just" rtl="0">
              <a:lnSpc>
                <a:spcPct val="100000"/>
              </a:lnSpc>
              <a:spcBef>
                <a:spcPts val="0"/>
              </a:spcBef>
              <a:spcAft>
                <a:spcPts val="0"/>
              </a:spcAft>
              <a:buClr>
                <a:srgbClr val="C00000"/>
              </a:buClr>
              <a:buNone/>
            </a:pPr>
            <a:r>
              <a:rPr lang="es-ES" sz="1800" i="1" dirty="0">
                <a:solidFill>
                  <a:schemeClr val="dk1"/>
                </a:solidFill>
              </a:rPr>
              <a:t>          </a:t>
            </a:r>
            <a:r>
              <a:rPr lang="es-ES" sz="1800" i="1" dirty="0" err="1">
                <a:solidFill>
                  <a:schemeClr val="dk1"/>
                </a:solidFill>
              </a:rPr>
              <a:t>ant</a:t>
            </a:r>
            <a:r>
              <a:rPr lang="es-ES" sz="1800" i="1" dirty="0">
                <a:solidFill>
                  <a:schemeClr val="dk1"/>
                </a:solidFill>
              </a:rPr>
              <a:t>:=</a:t>
            </a:r>
            <a:r>
              <a:rPr lang="es-ES" sz="1800" i="1" dirty="0" err="1">
                <a:solidFill>
                  <a:schemeClr val="dk1"/>
                </a:solidFill>
              </a:rPr>
              <a:t>pos</a:t>
            </a:r>
            <a:r>
              <a:rPr lang="es-ES" sz="1800" i="1" dirty="0">
                <a:solidFill>
                  <a:schemeClr val="dk1"/>
                </a:solidFill>
              </a:rPr>
              <a:t>;</a:t>
            </a:r>
          </a:p>
          <a:p>
            <a:pPr marL="0" lvl="0" indent="0" algn="just" rtl="0">
              <a:lnSpc>
                <a:spcPct val="100000"/>
              </a:lnSpc>
              <a:spcBef>
                <a:spcPts val="0"/>
              </a:spcBef>
              <a:spcAft>
                <a:spcPts val="0"/>
              </a:spcAft>
              <a:buClr>
                <a:srgbClr val="C00000"/>
              </a:buClr>
              <a:buNone/>
            </a:pPr>
            <a:r>
              <a:rPr lang="es-ES" sz="1800" i="1" dirty="0">
                <a:solidFill>
                  <a:schemeClr val="dk1"/>
                </a:solidFill>
              </a:rPr>
              <a:t>          </a:t>
            </a:r>
            <a:r>
              <a:rPr lang="es-ES" sz="1800" i="1" dirty="0" err="1">
                <a:solidFill>
                  <a:schemeClr val="dk1"/>
                </a:solidFill>
              </a:rPr>
              <a:t>pos</a:t>
            </a:r>
            <a:r>
              <a:rPr lang="es-ES" sz="1800" i="1" dirty="0">
                <a:solidFill>
                  <a:schemeClr val="dk1"/>
                </a:solidFill>
              </a:rPr>
              <a:t>:= </a:t>
            </a:r>
            <a:r>
              <a:rPr lang="es-ES" sz="1800" i="1" dirty="0" err="1">
                <a:solidFill>
                  <a:schemeClr val="dk1"/>
                </a:solidFill>
              </a:rPr>
              <a:t>pos</a:t>
            </a:r>
            <a:r>
              <a:rPr lang="es-ES" sz="1800" i="1" dirty="0">
                <a:solidFill>
                  <a:schemeClr val="dk1"/>
                </a:solidFill>
              </a:rPr>
              <a:t>^.</a:t>
            </a:r>
            <a:r>
              <a:rPr lang="es-ES" sz="1800" i="1" dirty="0" err="1">
                <a:solidFill>
                  <a:schemeClr val="dk1"/>
                </a:solidFill>
              </a:rPr>
              <a:t>sig</a:t>
            </a:r>
            <a:r>
              <a:rPr lang="es-ES" sz="1800" i="1" dirty="0">
                <a:solidFill>
                  <a:schemeClr val="dk1"/>
                </a:solidFill>
              </a:rPr>
              <a:t>;</a:t>
            </a:r>
          </a:p>
          <a:p>
            <a:pPr marL="0" lvl="0" indent="0" algn="just" rtl="0">
              <a:lnSpc>
                <a:spcPct val="100000"/>
              </a:lnSpc>
              <a:spcBef>
                <a:spcPts val="0"/>
              </a:spcBef>
              <a:spcAft>
                <a:spcPts val="0"/>
              </a:spcAft>
              <a:buClr>
                <a:srgbClr val="C00000"/>
              </a:buClr>
              <a:buNone/>
            </a:pPr>
            <a:r>
              <a:rPr lang="es-ES" sz="1800" i="1" dirty="0">
                <a:solidFill>
                  <a:schemeClr val="dk1"/>
                </a:solidFill>
              </a:rPr>
              <a:t>       </a:t>
            </a:r>
            <a:r>
              <a:rPr lang="es-ES" sz="1800" i="1" dirty="0" err="1">
                <a:solidFill>
                  <a:schemeClr val="dk1"/>
                </a:solidFill>
              </a:rPr>
              <a:t>end</a:t>
            </a:r>
            <a:r>
              <a:rPr lang="es-ES" sz="1800" i="1" dirty="0">
                <a:solidFill>
                  <a:schemeClr val="dk1"/>
                </a:solidFill>
              </a:rPr>
              <a:t>; </a:t>
            </a:r>
            <a:endParaRPr lang="es-ES" sz="2400" i="1" dirty="0">
              <a:solidFill>
                <a:schemeClr val="dk1"/>
              </a:solidFill>
            </a:endParaRPr>
          </a:p>
          <a:p>
            <a:pPr marL="722313" lvl="0" indent="-368300" algn="just" rtl="0">
              <a:lnSpc>
                <a:spcPct val="100000"/>
              </a:lnSpc>
              <a:spcBef>
                <a:spcPts val="0"/>
              </a:spcBef>
              <a:spcAft>
                <a:spcPts val="600"/>
              </a:spcAft>
              <a:buClr>
                <a:srgbClr val="C00000"/>
              </a:buClr>
              <a:buFont typeface="Noto Sans Symbols2" panose="020B0502040504020204" pitchFamily="34" charset="0"/>
              <a:buChar char="»"/>
            </a:pPr>
            <a:endParaRPr lang="es-ES" sz="2800" i="1" dirty="0">
              <a:solidFill>
                <a:schemeClr val="dk1"/>
              </a:solidFill>
            </a:endParaRPr>
          </a:p>
          <a:p>
            <a:pPr marL="530225" lvl="0" indent="-530225" algn="just" rtl="0">
              <a:lnSpc>
                <a:spcPct val="85000"/>
              </a:lnSpc>
              <a:spcBef>
                <a:spcPts val="0"/>
              </a:spcBef>
              <a:spcAft>
                <a:spcPts val="600"/>
              </a:spcAft>
              <a:buClr>
                <a:srgbClr val="C00000"/>
              </a:buClr>
              <a:buFont typeface="Noto Sans Symbols"/>
              <a:buChar char="❖"/>
            </a:pPr>
            <a:endParaRPr sz="3200" dirty="0">
              <a:solidFill>
                <a:schemeClr val="dk1"/>
              </a:solidFill>
            </a:endParaRPr>
          </a:p>
        </p:txBody>
      </p:sp>
      <p:sp>
        <p:nvSpPr>
          <p:cNvPr id="2" name="CuadroTexto 1">
            <a:extLst>
              <a:ext uri="{FF2B5EF4-FFF2-40B4-BE49-F238E27FC236}">
                <a16:creationId xmlns:a16="http://schemas.microsoft.com/office/drawing/2014/main" id="{D75FA48F-18AD-0E24-97E1-900A34095029}"/>
              </a:ext>
            </a:extLst>
          </p:cNvPr>
          <p:cNvSpPr txBox="1"/>
          <p:nvPr/>
        </p:nvSpPr>
        <p:spPr>
          <a:xfrm>
            <a:off x="5147935" y="3799151"/>
            <a:ext cx="2293577" cy="2862322"/>
          </a:xfrm>
          <a:prstGeom prst="rect">
            <a:avLst/>
          </a:prstGeom>
          <a:noFill/>
        </p:spPr>
        <p:txBody>
          <a:bodyPr wrap="none" rtlCol="0">
            <a:spAutoFit/>
          </a:bodyPr>
          <a:lstStyle/>
          <a:p>
            <a:pPr algn="just" eaLnBrk="1" hangingPunct="1">
              <a:spcBef>
                <a:spcPts val="0"/>
              </a:spcBef>
              <a:spcAft>
                <a:spcPts val="0"/>
              </a:spcAft>
              <a:buClr>
                <a:srgbClr val="C00000"/>
              </a:buClr>
              <a:buSzPct val="100000"/>
            </a:pPr>
            <a:r>
              <a:rPr lang="en-US" i="1" dirty="0">
                <a:solidFill>
                  <a:schemeClr val="dk1"/>
                </a:solidFill>
                <a:latin typeface="+mn-lt"/>
                <a:sym typeface="Arial"/>
              </a:rPr>
              <a:t>if (ok=true) then</a:t>
            </a:r>
          </a:p>
          <a:p>
            <a:pPr algn="just" eaLnBrk="1" hangingPunct="1">
              <a:spcBef>
                <a:spcPts val="0"/>
              </a:spcBef>
              <a:spcAft>
                <a:spcPts val="0"/>
              </a:spcAft>
              <a:buClr>
                <a:srgbClr val="C00000"/>
              </a:buClr>
              <a:buSzPct val="100000"/>
            </a:pPr>
            <a:r>
              <a:rPr lang="en-US" i="1" dirty="0">
                <a:solidFill>
                  <a:schemeClr val="dk1"/>
                </a:solidFill>
                <a:latin typeface="+mn-lt"/>
                <a:sym typeface="Arial"/>
              </a:rPr>
              <a:t> begin</a:t>
            </a:r>
          </a:p>
          <a:p>
            <a:pPr algn="just" eaLnBrk="1" hangingPunct="1">
              <a:spcBef>
                <a:spcPts val="0"/>
              </a:spcBef>
              <a:spcAft>
                <a:spcPts val="0"/>
              </a:spcAft>
              <a:buClr>
                <a:srgbClr val="C00000"/>
              </a:buClr>
              <a:buSzPct val="100000"/>
            </a:pPr>
            <a:r>
              <a:rPr lang="en-US" i="1" dirty="0">
                <a:solidFill>
                  <a:schemeClr val="dk1"/>
                </a:solidFill>
                <a:latin typeface="+mn-lt"/>
                <a:sym typeface="Arial"/>
              </a:rPr>
              <a:t>    if (pos = </a:t>
            </a:r>
            <a:r>
              <a:rPr lang="en-US" i="1" dirty="0" err="1">
                <a:solidFill>
                  <a:schemeClr val="dk1"/>
                </a:solidFill>
                <a:latin typeface="+mn-lt"/>
                <a:sym typeface="Arial"/>
              </a:rPr>
              <a:t>pri</a:t>
            </a:r>
            <a:r>
              <a:rPr lang="en-US" i="1" dirty="0">
                <a:solidFill>
                  <a:schemeClr val="dk1"/>
                </a:solidFill>
                <a:latin typeface="+mn-lt"/>
                <a:sym typeface="Arial"/>
              </a:rPr>
              <a:t>) then</a:t>
            </a:r>
          </a:p>
          <a:p>
            <a:pPr algn="just" eaLnBrk="1" hangingPunct="1">
              <a:spcBef>
                <a:spcPts val="0"/>
              </a:spcBef>
              <a:spcAft>
                <a:spcPts val="0"/>
              </a:spcAft>
              <a:buClr>
                <a:srgbClr val="C00000"/>
              </a:buClr>
              <a:buSzPct val="100000"/>
            </a:pPr>
            <a:r>
              <a:rPr lang="en-US" i="1" dirty="0">
                <a:solidFill>
                  <a:schemeClr val="dk1"/>
                </a:solidFill>
                <a:latin typeface="+mn-lt"/>
                <a:sym typeface="Arial"/>
              </a:rPr>
              <a:t>        </a:t>
            </a:r>
            <a:r>
              <a:rPr lang="en-US" i="1" dirty="0" err="1">
                <a:solidFill>
                  <a:schemeClr val="dk1"/>
                </a:solidFill>
                <a:latin typeface="+mn-lt"/>
                <a:sym typeface="Arial"/>
              </a:rPr>
              <a:t>pri</a:t>
            </a:r>
            <a:r>
              <a:rPr lang="en-US" i="1" dirty="0">
                <a:solidFill>
                  <a:schemeClr val="dk1"/>
                </a:solidFill>
                <a:latin typeface="+mn-lt"/>
                <a:sym typeface="Arial"/>
              </a:rPr>
              <a:t>:= </a:t>
            </a:r>
            <a:r>
              <a:rPr lang="en-US" i="1" dirty="0" err="1">
                <a:solidFill>
                  <a:schemeClr val="dk1"/>
                </a:solidFill>
                <a:latin typeface="+mn-lt"/>
                <a:sym typeface="Arial"/>
              </a:rPr>
              <a:t>pos^.sig</a:t>
            </a:r>
            <a:endParaRPr lang="en-US" i="1" dirty="0">
              <a:solidFill>
                <a:schemeClr val="dk1"/>
              </a:solidFill>
              <a:latin typeface="+mn-lt"/>
              <a:sym typeface="Arial"/>
            </a:endParaRPr>
          </a:p>
          <a:p>
            <a:pPr algn="just" eaLnBrk="1" hangingPunct="1">
              <a:spcBef>
                <a:spcPts val="0"/>
              </a:spcBef>
              <a:spcAft>
                <a:spcPts val="0"/>
              </a:spcAft>
              <a:buClr>
                <a:srgbClr val="C00000"/>
              </a:buClr>
              <a:buSzPct val="100000"/>
            </a:pPr>
            <a:r>
              <a:rPr lang="en-US" i="1" dirty="0">
                <a:solidFill>
                  <a:schemeClr val="dk1"/>
                </a:solidFill>
                <a:latin typeface="+mn-lt"/>
                <a:sym typeface="Arial"/>
              </a:rPr>
              <a:t>    else begin</a:t>
            </a:r>
          </a:p>
          <a:p>
            <a:pPr algn="just" eaLnBrk="1" hangingPunct="1">
              <a:spcBef>
                <a:spcPts val="0"/>
              </a:spcBef>
              <a:spcAft>
                <a:spcPts val="0"/>
              </a:spcAft>
              <a:buClr>
                <a:srgbClr val="C00000"/>
              </a:buClr>
              <a:buSzPct val="100000"/>
            </a:pPr>
            <a:r>
              <a:rPr lang="en-US" i="1" dirty="0">
                <a:solidFill>
                  <a:schemeClr val="dk1"/>
                </a:solidFill>
                <a:latin typeface="+mn-lt"/>
                <a:sym typeface="Arial"/>
              </a:rPr>
              <a:t>       </a:t>
            </a:r>
            <a:r>
              <a:rPr lang="en-US" i="1" dirty="0" err="1">
                <a:solidFill>
                  <a:schemeClr val="dk1"/>
                </a:solidFill>
                <a:latin typeface="+mn-lt"/>
                <a:sym typeface="Arial"/>
              </a:rPr>
              <a:t>ant^.sig</a:t>
            </a:r>
            <a:r>
              <a:rPr lang="en-US" i="1" dirty="0">
                <a:solidFill>
                  <a:schemeClr val="dk1"/>
                </a:solidFill>
                <a:latin typeface="+mn-lt"/>
                <a:sym typeface="Arial"/>
              </a:rPr>
              <a:t>:= </a:t>
            </a:r>
            <a:r>
              <a:rPr lang="en-US" i="1" dirty="0" err="1">
                <a:solidFill>
                  <a:schemeClr val="dk1"/>
                </a:solidFill>
                <a:latin typeface="+mn-lt"/>
                <a:sym typeface="Arial"/>
              </a:rPr>
              <a:t>pos^.sig</a:t>
            </a:r>
            <a:endParaRPr lang="en-US" i="1" dirty="0">
              <a:solidFill>
                <a:schemeClr val="dk1"/>
              </a:solidFill>
              <a:latin typeface="+mn-lt"/>
              <a:sym typeface="Arial"/>
            </a:endParaRPr>
          </a:p>
          <a:p>
            <a:pPr algn="just" eaLnBrk="1" hangingPunct="1">
              <a:spcBef>
                <a:spcPts val="0"/>
              </a:spcBef>
              <a:spcAft>
                <a:spcPts val="0"/>
              </a:spcAft>
              <a:buClr>
                <a:srgbClr val="C00000"/>
              </a:buClr>
              <a:buSzPct val="100000"/>
            </a:pPr>
            <a:r>
              <a:rPr lang="en-US" i="1" dirty="0">
                <a:solidFill>
                  <a:schemeClr val="dk1"/>
                </a:solidFill>
                <a:latin typeface="+mn-lt"/>
                <a:sym typeface="Arial"/>
              </a:rPr>
              <a:t>    dispose (pos);</a:t>
            </a:r>
          </a:p>
          <a:p>
            <a:pPr algn="just" eaLnBrk="1" hangingPunct="1">
              <a:spcBef>
                <a:spcPts val="0"/>
              </a:spcBef>
              <a:spcAft>
                <a:spcPts val="0"/>
              </a:spcAft>
              <a:buClr>
                <a:srgbClr val="C00000"/>
              </a:buClr>
              <a:buSzPct val="100000"/>
            </a:pPr>
            <a:r>
              <a:rPr lang="en-US" i="1" dirty="0">
                <a:solidFill>
                  <a:schemeClr val="dk1"/>
                </a:solidFill>
                <a:latin typeface="+mn-lt"/>
                <a:sym typeface="Arial"/>
              </a:rPr>
              <a:t> end;</a:t>
            </a:r>
          </a:p>
          <a:p>
            <a:pPr algn="just" eaLnBrk="1" hangingPunct="1">
              <a:spcBef>
                <a:spcPts val="0"/>
              </a:spcBef>
              <a:spcAft>
                <a:spcPts val="0"/>
              </a:spcAft>
              <a:buClr>
                <a:srgbClr val="C00000"/>
              </a:buClr>
              <a:buSzPct val="100000"/>
            </a:pPr>
            <a:r>
              <a:rPr lang="en-US" i="1" dirty="0">
                <a:solidFill>
                  <a:schemeClr val="dk1"/>
                </a:solidFill>
                <a:latin typeface="+mn-lt"/>
                <a:sym typeface="Arial"/>
              </a:rPr>
              <a:t>End; </a:t>
            </a:r>
          </a:p>
          <a:p>
            <a:endParaRPr lang="es-ES" dirty="0"/>
          </a:p>
        </p:txBody>
      </p:sp>
      <p:cxnSp>
        <p:nvCxnSpPr>
          <p:cNvPr id="3" name="Google Shape;212;p16">
            <a:extLst>
              <a:ext uri="{FF2B5EF4-FFF2-40B4-BE49-F238E27FC236}">
                <a16:creationId xmlns:a16="http://schemas.microsoft.com/office/drawing/2014/main" id="{82B85053-2A90-4288-8EA4-3B557E0B063E}"/>
              </a:ext>
            </a:extLst>
          </p:cNvPr>
          <p:cNvCxnSpPr>
            <a:cxnSpLocks/>
          </p:cNvCxnSpPr>
          <p:nvPr/>
        </p:nvCxnSpPr>
        <p:spPr>
          <a:xfrm flipV="1">
            <a:off x="1985963" y="4122549"/>
            <a:ext cx="3161972" cy="1706751"/>
          </a:xfrm>
          <a:prstGeom prst="curvedConnector3">
            <a:avLst>
              <a:gd name="adj1" fmla="val 75978"/>
            </a:avLst>
          </a:prstGeom>
          <a:noFill/>
          <a:ln w="9525" cap="flat" cmpd="sng">
            <a:solidFill>
              <a:schemeClr val="dk1"/>
            </a:solidFill>
            <a:prstDash val="solid"/>
            <a:round/>
            <a:headEnd type="none" w="sm" len="sm"/>
            <a:tailEnd type="stealth" w="med" len="med"/>
          </a:ln>
        </p:spPr>
      </p:cxnSp>
      <p:sp>
        <p:nvSpPr>
          <p:cNvPr id="213" name="Google Shape;213;p16"/>
          <p:cNvSpPr/>
          <p:nvPr/>
        </p:nvSpPr>
        <p:spPr>
          <a:xfrm>
            <a:off x="8397274" y="2623143"/>
            <a:ext cx="2625328" cy="1071562"/>
          </a:xfrm>
          <a:prstGeom prst="roundRect">
            <a:avLst>
              <a:gd name="adj" fmla="val 16667"/>
            </a:avLst>
          </a:prstGeom>
          <a:solidFill>
            <a:schemeClr val="accent2">
              <a:lumMod val="40000"/>
              <a:lumOff val="60000"/>
            </a:schemeClr>
          </a:solidFill>
          <a:ln w="9525"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latin typeface="+mn-lt"/>
                <a:ea typeface="Arial"/>
                <a:cs typeface="Arial"/>
                <a:sym typeface="Arial"/>
              </a:rPr>
              <a:t>¿</a:t>
            </a:r>
            <a:r>
              <a:rPr lang="en-US" sz="2000" b="0" i="0" u="none" strike="noStrike" cap="none" dirty="0" err="1">
                <a:latin typeface="+mn-lt"/>
                <a:ea typeface="Arial"/>
                <a:cs typeface="Arial"/>
                <a:sym typeface="Arial"/>
              </a:rPr>
              <a:t>Qué</a:t>
            </a:r>
            <a:r>
              <a:rPr lang="en-US" sz="2000" b="0" i="0" u="none" strike="noStrike" cap="none" dirty="0">
                <a:latin typeface="+mn-lt"/>
                <a:ea typeface="Arial"/>
                <a:cs typeface="Arial"/>
                <a:sym typeface="Arial"/>
              </a:rPr>
              <a:t> </a:t>
            </a:r>
            <a:r>
              <a:rPr lang="en-US" sz="2000" b="0" i="0" u="none" strike="noStrike" cap="none" dirty="0" err="1">
                <a:latin typeface="+mn-lt"/>
                <a:ea typeface="Arial"/>
                <a:cs typeface="Arial"/>
                <a:sym typeface="Arial"/>
              </a:rPr>
              <a:t>probarían</a:t>
            </a:r>
            <a:r>
              <a:rPr lang="en-US" sz="2000" b="0" i="0" u="none" strike="noStrike" cap="none" dirty="0">
                <a:latin typeface="+mn-lt"/>
                <a:ea typeface="Arial"/>
                <a:cs typeface="Arial"/>
                <a:sym typeface="Arial"/>
              </a:rPr>
              <a:t> </a:t>
            </a:r>
            <a:r>
              <a:rPr lang="en-US" sz="2000" b="0" i="0" u="none" strike="noStrike" cap="none" dirty="0" err="1">
                <a:latin typeface="+mn-lt"/>
                <a:ea typeface="Arial"/>
                <a:cs typeface="Arial"/>
                <a:sym typeface="Arial"/>
              </a:rPr>
              <a:t>en</a:t>
            </a:r>
            <a:r>
              <a:rPr lang="en-US" sz="2000" b="0" i="0" u="none" strike="noStrike" cap="none" dirty="0">
                <a:latin typeface="+mn-lt"/>
                <a:ea typeface="Arial"/>
                <a:cs typeface="Arial"/>
                <a:sym typeface="Arial"/>
              </a:rPr>
              <a:t> </a:t>
            </a:r>
            <a:r>
              <a:rPr lang="en-US" sz="2000" b="0" i="0" u="none" strike="noStrike" cap="none" dirty="0" err="1">
                <a:latin typeface="+mn-lt"/>
                <a:ea typeface="Arial"/>
                <a:cs typeface="Arial"/>
                <a:sym typeface="Arial"/>
              </a:rPr>
              <a:t>este</a:t>
            </a:r>
            <a:r>
              <a:rPr lang="en-US" sz="2000" b="0" i="0" u="none" strike="noStrike" cap="none" dirty="0">
                <a:latin typeface="+mn-lt"/>
                <a:ea typeface="Arial"/>
                <a:cs typeface="Arial"/>
                <a:sym typeface="Arial"/>
              </a:rPr>
              <a:t> </a:t>
            </a:r>
            <a:r>
              <a:rPr lang="en-US" sz="2000" b="0" i="0" u="none" strike="noStrike" cap="none" dirty="0" err="1">
                <a:latin typeface="+mn-lt"/>
                <a:ea typeface="Arial"/>
                <a:cs typeface="Arial"/>
                <a:sym typeface="Arial"/>
              </a:rPr>
              <a:t>código</a:t>
            </a:r>
            <a:r>
              <a:rPr lang="en-US" sz="2000" b="0" i="0" u="none" strike="noStrike" cap="none" dirty="0">
                <a:latin typeface="+mn-lt"/>
                <a:ea typeface="Arial"/>
                <a:cs typeface="Arial"/>
                <a:sym typeface="Arial"/>
              </a:rPr>
              <a:t>?</a:t>
            </a:r>
            <a:endParaRPr sz="1400" b="0" i="0" u="none" strike="noStrike" cap="none" dirty="0">
              <a:latin typeface="+mn-lt"/>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latin typeface="+mn-lt"/>
                <a:ea typeface="Arial"/>
                <a:cs typeface="Arial"/>
                <a:sym typeface="Arial"/>
              </a:rPr>
              <a:t> ¿Por </a:t>
            </a:r>
            <a:r>
              <a:rPr lang="en-US" sz="2000" b="0" i="0" u="none" strike="noStrike" cap="none" dirty="0" err="1">
                <a:latin typeface="+mn-lt"/>
                <a:ea typeface="Arial"/>
                <a:cs typeface="Arial"/>
                <a:sym typeface="Arial"/>
              </a:rPr>
              <a:t>qué</a:t>
            </a:r>
            <a:r>
              <a:rPr lang="en-US" sz="2000" b="0" i="0" u="none" strike="noStrike" cap="none" dirty="0">
                <a:latin typeface="+mn-lt"/>
                <a:ea typeface="Arial"/>
                <a:cs typeface="Arial"/>
                <a:sym typeface="Arial"/>
              </a:rPr>
              <a:t>?</a:t>
            </a:r>
            <a:endParaRPr sz="1400" b="0" i="0" u="none" strike="noStrike" cap="none" dirty="0">
              <a:latin typeface="+mn-lt"/>
              <a:ea typeface="Arial"/>
              <a:cs typeface="Arial"/>
              <a:sym typeface="Arial"/>
            </a:endParaRPr>
          </a:p>
        </p:txBody>
      </p:sp>
      <p:sp>
        <p:nvSpPr>
          <p:cNvPr id="214" name="Google Shape;214;p16"/>
          <p:cNvSpPr/>
          <p:nvPr/>
        </p:nvSpPr>
        <p:spPr>
          <a:xfrm>
            <a:off x="9059009" y="5152959"/>
            <a:ext cx="2962156" cy="1071563"/>
          </a:xfrm>
          <a:prstGeom prst="roundRect">
            <a:avLst>
              <a:gd name="adj" fmla="val 16667"/>
            </a:avLst>
          </a:prstGeom>
          <a:solidFill>
            <a:schemeClr val="accent2">
              <a:lumMod val="40000"/>
              <a:lumOff val="60000"/>
            </a:schemeClr>
          </a:solidFill>
          <a:ln w="9525"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latin typeface="+mn-lt"/>
                <a:ea typeface="Arial"/>
                <a:cs typeface="Arial"/>
                <a:sym typeface="Arial"/>
              </a:rPr>
              <a:t>¿</a:t>
            </a:r>
            <a:r>
              <a:rPr lang="en-US" sz="2000" b="0" i="0" u="none" strike="noStrike" cap="none" dirty="0" err="1">
                <a:latin typeface="+mn-lt"/>
                <a:ea typeface="Arial"/>
                <a:cs typeface="Arial"/>
                <a:sym typeface="Arial"/>
              </a:rPr>
              <a:t>Cómo</a:t>
            </a:r>
            <a:r>
              <a:rPr lang="en-US" sz="2000" b="0" i="0" u="none" strike="noStrike" cap="none" dirty="0">
                <a:latin typeface="+mn-lt"/>
                <a:ea typeface="Arial"/>
                <a:cs typeface="Arial"/>
                <a:sym typeface="Arial"/>
              </a:rPr>
              <a:t> </a:t>
            </a:r>
            <a:r>
              <a:rPr lang="en-US" sz="2000" b="0" i="0" u="none" strike="noStrike" cap="none" dirty="0" err="1">
                <a:latin typeface="+mn-lt"/>
                <a:ea typeface="Arial"/>
                <a:cs typeface="Arial"/>
                <a:sym typeface="Arial"/>
              </a:rPr>
              <a:t>garantizamos</a:t>
            </a:r>
            <a:r>
              <a:rPr lang="en-US" sz="2000" b="0" i="0" u="none" strike="noStrike" cap="none" dirty="0">
                <a:latin typeface="+mn-lt"/>
                <a:ea typeface="Arial"/>
                <a:cs typeface="Arial"/>
                <a:sym typeface="Arial"/>
              </a:rPr>
              <a:t> que </a:t>
            </a:r>
            <a:r>
              <a:rPr lang="en-US" sz="2000" b="0" i="0" u="none" strike="noStrike" cap="none" dirty="0" err="1">
                <a:latin typeface="+mn-lt"/>
                <a:ea typeface="Arial"/>
                <a:cs typeface="Arial"/>
                <a:sym typeface="Arial"/>
              </a:rPr>
              <a:t>recorrimos</a:t>
            </a:r>
            <a:r>
              <a:rPr lang="en-US" sz="2000" b="0" i="0" u="none" strike="noStrike" cap="none" dirty="0">
                <a:latin typeface="+mn-lt"/>
                <a:ea typeface="Arial"/>
                <a:cs typeface="Arial"/>
                <a:sym typeface="Arial"/>
              </a:rPr>
              <a:t> </a:t>
            </a:r>
            <a:r>
              <a:rPr lang="en-US" sz="2000" b="0" i="0" u="none" strike="noStrike" cap="none" dirty="0" err="1">
                <a:latin typeface="+mn-lt"/>
                <a:ea typeface="Arial"/>
                <a:cs typeface="Arial"/>
                <a:sym typeface="Arial"/>
              </a:rPr>
              <a:t>todos</a:t>
            </a:r>
            <a:r>
              <a:rPr lang="en-US" sz="2000" b="0" i="0" u="none" strike="noStrike" cap="none" dirty="0">
                <a:latin typeface="+mn-lt"/>
                <a:ea typeface="Arial"/>
                <a:cs typeface="Arial"/>
                <a:sym typeface="Arial"/>
              </a:rPr>
              <a:t> </a:t>
            </a:r>
            <a:r>
              <a:rPr lang="en-US" sz="2000" b="0" i="0" u="none" strike="noStrike" cap="none" dirty="0" err="1">
                <a:latin typeface="+mn-lt"/>
                <a:ea typeface="Arial"/>
                <a:cs typeface="Arial"/>
                <a:sym typeface="Arial"/>
              </a:rPr>
              <a:t>los</a:t>
            </a:r>
            <a:r>
              <a:rPr lang="en-US" sz="2000" b="0" i="0" u="none" strike="noStrike" cap="none" dirty="0">
                <a:latin typeface="+mn-lt"/>
                <a:ea typeface="Arial"/>
                <a:cs typeface="Arial"/>
                <a:sym typeface="Arial"/>
              </a:rPr>
              <a:t> </a:t>
            </a:r>
            <a:r>
              <a:rPr lang="en-US" sz="2000" b="0" i="0" u="none" strike="noStrike" cap="none" dirty="0" err="1">
                <a:latin typeface="+mn-lt"/>
                <a:ea typeface="Arial"/>
                <a:cs typeface="Arial"/>
                <a:sym typeface="Arial"/>
              </a:rPr>
              <a:t>caminos</a:t>
            </a:r>
            <a:r>
              <a:rPr lang="en-US" sz="2000" b="0" i="0" u="none" strike="noStrike" cap="none" dirty="0">
                <a:latin typeface="+mn-lt"/>
                <a:ea typeface="Arial"/>
                <a:cs typeface="Arial"/>
                <a:sym typeface="Arial"/>
              </a:rPr>
              <a:t> </a:t>
            </a:r>
            <a:r>
              <a:rPr lang="en-US" sz="2000" b="0" i="0" u="none" strike="noStrike" cap="none" dirty="0" err="1">
                <a:latin typeface="+mn-lt"/>
                <a:ea typeface="Arial"/>
                <a:cs typeface="Arial"/>
                <a:sym typeface="Arial"/>
              </a:rPr>
              <a:t>posibles</a:t>
            </a:r>
            <a:r>
              <a:rPr lang="en-US" sz="2000" b="0" i="0" u="none" strike="noStrike" cap="none" dirty="0">
                <a:latin typeface="+mn-lt"/>
                <a:ea typeface="Arial"/>
                <a:cs typeface="Arial"/>
                <a:sym typeface="Arial"/>
              </a:rPr>
              <a:t>?</a:t>
            </a:r>
            <a:endParaRPr sz="1400" b="0" i="0" u="none" strike="noStrike" cap="none" dirty="0">
              <a:latin typeface="+mn-lt"/>
              <a:ea typeface="Arial"/>
              <a:cs typeface="Arial"/>
              <a:sym typeface="Arial"/>
            </a:endParaRPr>
          </a:p>
        </p:txBody>
      </p:sp>
      <p:sp>
        <p:nvSpPr>
          <p:cNvPr id="215" name="Google Shape;215;p16"/>
          <p:cNvSpPr/>
          <p:nvPr/>
        </p:nvSpPr>
        <p:spPr>
          <a:xfrm>
            <a:off x="7746345" y="3869062"/>
            <a:ext cx="2625328" cy="1071563"/>
          </a:xfrm>
          <a:prstGeom prst="roundRect">
            <a:avLst>
              <a:gd name="adj" fmla="val 16667"/>
            </a:avLst>
          </a:prstGeom>
          <a:solidFill>
            <a:schemeClr val="accent2">
              <a:lumMod val="40000"/>
              <a:lumOff val="60000"/>
            </a:schemeClr>
          </a:solidFill>
          <a:ln w="9525"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latin typeface="+mn-lt"/>
                <a:ea typeface="Arial"/>
                <a:cs typeface="Arial"/>
                <a:sym typeface="Arial"/>
              </a:rPr>
              <a:t>¿</a:t>
            </a:r>
            <a:r>
              <a:rPr lang="en-US" sz="2000" b="0" i="0" u="none" strike="noStrike" cap="none" dirty="0" err="1">
                <a:latin typeface="+mn-lt"/>
                <a:ea typeface="Arial"/>
                <a:cs typeface="Arial"/>
                <a:sym typeface="Arial"/>
              </a:rPr>
              <a:t>Qué</a:t>
            </a:r>
            <a:r>
              <a:rPr lang="en-US" sz="2000" b="0" i="0" u="none" strike="noStrike" cap="none" dirty="0">
                <a:latin typeface="+mn-lt"/>
                <a:ea typeface="Arial"/>
                <a:cs typeface="Arial"/>
                <a:sym typeface="Arial"/>
              </a:rPr>
              <a:t> </a:t>
            </a:r>
            <a:r>
              <a:rPr lang="en-US" sz="2000" b="0" i="0" u="none" strike="noStrike" cap="none" dirty="0" err="1">
                <a:latin typeface="+mn-lt"/>
                <a:ea typeface="Arial"/>
                <a:cs typeface="Arial"/>
                <a:sym typeface="Arial"/>
              </a:rPr>
              <a:t>valores</a:t>
            </a:r>
            <a:r>
              <a:rPr lang="en-US" sz="2000" b="0" i="0" u="none" strike="noStrike" cap="none" dirty="0">
                <a:latin typeface="+mn-lt"/>
                <a:ea typeface="Arial"/>
                <a:cs typeface="Arial"/>
                <a:sym typeface="Arial"/>
              </a:rPr>
              <a:t> </a:t>
            </a:r>
            <a:r>
              <a:rPr lang="en-US" sz="2000" b="0" i="0" u="none" strike="noStrike" cap="none" dirty="0" err="1">
                <a:latin typeface="+mn-lt"/>
                <a:ea typeface="Arial"/>
                <a:cs typeface="Arial"/>
                <a:sym typeface="Arial"/>
              </a:rPr>
              <a:t>debemos</a:t>
            </a:r>
            <a:r>
              <a:rPr lang="en-US" sz="2000" b="0" i="0" u="none" strike="noStrike" cap="none" dirty="0">
                <a:latin typeface="+mn-lt"/>
                <a:ea typeface="Arial"/>
                <a:cs typeface="Arial"/>
                <a:sym typeface="Arial"/>
              </a:rPr>
              <a:t> </a:t>
            </a:r>
            <a:r>
              <a:rPr lang="en-US" sz="2000" b="0" i="0" u="none" strike="noStrike" cap="none" dirty="0" err="1">
                <a:latin typeface="+mn-lt"/>
                <a:ea typeface="Arial"/>
                <a:cs typeface="Arial"/>
                <a:sym typeface="Arial"/>
              </a:rPr>
              <a:t>probar</a:t>
            </a:r>
            <a:r>
              <a:rPr lang="en-US" sz="2000" b="0" i="0" u="none" strike="noStrike" cap="none" dirty="0">
                <a:latin typeface="+mn-lt"/>
                <a:ea typeface="Arial"/>
                <a:cs typeface="Arial"/>
                <a:sym typeface="Arial"/>
              </a:rPr>
              <a:t>?</a:t>
            </a:r>
            <a:endParaRPr sz="1400" b="0" i="0" u="none" strike="noStrike" cap="none" dirty="0">
              <a:latin typeface="+mn-lt"/>
              <a:ea typeface="Arial"/>
              <a:cs typeface="Arial"/>
              <a:sym typeface="Arial"/>
            </a:endParaRPr>
          </a:p>
        </p:txBody>
      </p:sp>
    </p:spTree>
    <p:extLst>
      <p:ext uri="{BB962C8B-B14F-4D97-AF65-F5344CB8AC3E}">
        <p14:creationId xmlns:p14="http://schemas.microsoft.com/office/powerpoint/2010/main" val="1275157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3"/>
                                        </p:tgtEl>
                                        <p:attrNameLst>
                                          <p:attrName>style.visibility</p:attrName>
                                        </p:attrNameLst>
                                      </p:cBhvr>
                                      <p:to>
                                        <p:strVal val="visible"/>
                                      </p:to>
                                    </p:set>
                                    <p:animEffect transition="in" filter="fade">
                                      <p:cBhvr>
                                        <p:cTn id="7" dur="1000"/>
                                        <p:tgtEl>
                                          <p:spTgt spid="2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5"/>
                                        </p:tgtEl>
                                        <p:attrNameLst>
                                          <p:attrName>style.visibility</p:attrName>
                                        </p:attrNameLst>
                                      </p:cBhvr>
                                      <p:to>
                                        <p:strVal val="visible"/>
                                      </p:to>
                                    </p:set>
                                    <p:animEffect transition="in" filter="fade">
                                      <p:cBhvr>
                                        <p:cTn id="12" dur="1000"/>
                                        <p:tgtEl>
                                          <p:spTgt spid="2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4"/>
                                        </p:tgtEl>
                                        <p:attrNameLst>
                                          <p:attrName>style.visibility</p:attrName>
                                        </p:attrNameLst>
                                      </p:cBhvr>
                                      <p:to>
                                        <p:strVal val="visible"/>
                                      </p:to>
                                    </p:set>
                                    <p:animEffect transition="in" filter="fade">
                                      <p:cBhvr>
                                        <p:cTn id="17" dur="1000"/>
                                        <p:tgtEl>
                                          <p:spTgt spid="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44"/>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lvl="0">
              <a:spcBef>
                <a:spcPts val="0"/>
              </a:spcBef>
              <a:spcAft>
                <a:spcPts val="0"/>
              </a:spcAft>
              <a:buClr>
                <a:srgbClr val="4A6617"/>
              </a:buClr>
              <a:buSzPts val="4400"/>
            </a:pPr>
            <a:r>
              <a:rPr lang="en-US" dirty="0" err="1"/>
              <a:t>Tipos</a:t>
            </a:r>
            <a:r>
              <a:rPr lang="en-US" dirty="0"/>
              <a:t> de </a:t>
            </a:r>
            <a:r>
              <a:rPr lang="en-US" dirty="0" err="1"/>
              <a:t>Prueba</a:t>
            </a:r>
            <a:r>
              <a:rPr lang="en-US" dirty="0"/>
              <a:t> del Software</a:t>
            </a:r>
            <a:endParaRPr dirty="0"/>
          </a:p>
        </p:txBody>
      </p:sp>
      <p:sp>
        <p:nvSpPr>
          <p:cNvPr id="4" name="Marcador de texto 3">
            <a:extLst>
              <a:ext uri="{FF2B5EF4-FFF2-40B4-BE49-F238E27FC236}">
                <a16:creationId xmlns:a16="http://schemas.microsoft.com/office/drawing/2014/main" id="{687F8093-22E6-821D-06A9-91FB2DC489B4}"/>
              </a:ext>
            </a:extLst>
          </p:cNvPr>
          <p:cNvSpPr>
            <a:spLocks noGrp="1"/>
          </p:cNvSpPr>
          <p:nvPr>
            <p:ph type="body" sz="half" idx="2"/>
          </p:nvPr>
        </p:nvSpPr>
        <p:spPr/>
        <p:txBody>
          <a:bodyPr>
            <a:normAutofit/>
          </a:bodyPr>
          <a:lstStyle/>
          <a:p>
            <a:r>
              <a:rPr lang="es-ES" sz="1800" dirty="0"/>
              <a:t>Pruebas de caja negra</a:t>
            </a:r>
          </a:p>
        </p:txBody>
      </p:sp>
      <p:sp>
        <p:nvSpPr>
          <p:cNvPr id="2" name="Marcador de pie de página 1">
            <a:extLst>
              <a:ext uri="{FF2B5EF4-FFF2-40B4-BE49-F238E27FC236}">
                <a16:creationId xmlns:a16="http://schemas.microsoft.com/office/drawing/2014/main" id="{8917E987-A906-9740-B7E2-0376F67FD57D}"/>
              </a:ext>
            </a:extLst>
          </p:cNvPr>
          <p:cNvSpPr>
            <a:spLocks noGrp="1"/>
          </p:cNvSpPr>
          <p:nvPr>
            <p:ph type="ftr" sz="quarter" idx="11"/>
          </p:nvPr>
        </p:nvSpPr>
        <p:spPr/>
        <p:txBody>
          <a:bodyPr/>
          <a:lstStyle/>
          <a:p>
            <a:r>
              <a:rPr lang="es-ES"/>
              <a:t>Ingeniería de Software II</a:t>
            </a:r>
          </a:p>
        </p:txBody>
      </p:sp>
      <p:sp>
        <p:nvSpPr>
          <p:cNvPr id="222" name="Google Shape;222;p44"/>
          <p:cNvSpPr txBox="1">
            <a:spLocks noGrp="1"/>
          </p:cNvSpPr>
          <p:nvPr>
            <p:ph type="sldNum" sz="quarter" idx="12"/>
          </p:nvPr>
        </p:nvSpPr>
        <p:spPr>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0300"/>
              <a:buNone/>
            </a:pPr>
            <a:fld id="{00000000-1234-1234-1234-123412341234}" type="slidenum">
              <a:rPr lang="en-US"/>
              <a:t>17</a:t>
            </a:fld>
            <a:endParaRPr/>
          </a:p>
        </p:txBody>
      </p:sp>
      <p:sp>
        <p:nvSpPr>
          <p:cNvPr id="5" name="Marcador de fecha 4">
            <a:extLst>
              <a:ext uri="{FF2B5EF4-FFF2-40B4-BE49-F238E27FC236}">
                <a16:creationId xmlns:a16="http://schemas.microsoft.com/office/drawing/2014/main" id="{7B09FC44-5695-C549-77B4-448567934236}"/>
              </a:ext>
            </a:extLst>
          </p:cNvPr>
          <p:cNvSpPr>
            <a:spLocks noGrp="1"/>
          </p:cNvSpPr>
          <p:nvPr>
            <p:ph type="dt" sz="half" idx="10"/>
          </p:nvPr>
        </p:nvSpPr>
        <p:spPr/>
        <p:txBody>
          <a:bodyPr/>
          <a:lstStyle/>
          <a:p>
            <a:r>
              <a:rPr lang="es-ES" noProof="0"/>
              <a:t>2026</a:t>
            </a:r>
            <a:endParaRPr lang="es-AR" noProof="0"/>
          </a:p>
        </p:txBody>
      </p:sp>
      <p:sp>
        <p:nvSpPr>
          <p:cNvPr id="7" name="Google Shape;180;p14">
            <a:extLst>
              <a:ext uri="{FF2B5EF4-FFF2-40B4-BE49-F238E27FC236}">
                <a16:creationId xmlns:a16="http://schemas.microsoft.com/office/drawing/2014/main" id="{1E8E0416-895D-5534-EE2B-372D3940EF67}"/>
              </a:ext>
            </a:extLst>
          </p:cNvPr>
          <p:cNvSpPr txBox="1">
            <a:spLocks noGrp="1"/>
          </p:cNvSpPr>
          <p:nvPr>
            <p:ph idx="1"/>
          </p:nvPr>
        </p:nvSpPr>
        <p:spPr>
          <a:xfrm>
            <a:off x="4800600" y="731838"/>
            <a:ext cx="6492875" cy="5257800"/>
          </a:xfrm>
          <a:prstGeom prst="rect">
            <a:avLst/>
          </a:prstGeom>
          <a:noFill/>
          <a:ln>
            <a:noFill/>
          </a:ln>
        </p:spPr>
        <p:txBody>
          <a:bodyPr spcFirstLastPara="1" wrap="square" lIns="91425" tIns="45700" rIns="91425" bIns="45700" anchor="t" anchorCtr="0">
            <a:normAutofit/>
          </a:bodyPr>
          <a:lstStyle/>
          <a:p>
            <a:pPr marL="442913" lvl="0" indent="-442913" algn="just" rtl="0">
              <a:lnSpc>
                <a:spcPct val="85000"/>
              </a:lnSpc>
              <a:spcBef>
                <a:spcPts val="0"/>
              </a:spcBef>
              <a:spcAft>
                <a:spcPts val="600"/>
              </a:spcAft>
              <a:buClr>
                <a:srgbClr val="C00000"/>
              </a:buClr>
              <a:buSzPts val="2800"/>
              <a:buFont typeface="Wingdings" panose="05000000000000000000" pitchFamily="2" charset="2"/>
              <a:buChar char="v"/>
            </a:pPr>
            <a:r>
              <a:rPr lang="en-US" sz="2800" dirty="0" err="1">
                <a:solidFill>
                  <a:schemeClr val="tx1"/>
                </a:solidFill>
              </a:rPr>
              <a:t>Prueba</a:t>
            </a:r>
            <a:r>
              <a:rPr lang="en-US" sz="2800" dirty="0">
                <a:solidFill>
                  <a:schemeClr val="tx1"/>
                </a:solidFill>
              </a:rPr>
              <a:t> de </a:t>
            </a:r>
            <a:r>
              <a:rPr lang="en-US" sz="2800" b="1" dirty="0" err="1">
                <a:solidFill>
                  <a:schemeClr val="tx1"/>
                </a:solidFill>
              </a:rPr>
              <a:t>caja</a:t>
            </a:r>
            <a:r>
              <a:rPr lang="en-US" sz="2800" b="1" dirty="0">
                <a:solidFill>
                  <a:schemeClr val="tx1"/>
                </a:solidFill>
              </a:rPr>
              <a:t> </a:t>
            </a:r>
            <a:r>
              <a:rPr lang="en-US" sz="2800" b="1" dirty="0" err="1">
                <a:solidFill>
                  <a:schemeClr val="tx1"/>
                </a:solidFill>
              </a:rPr>
              <a:t>negra</a:t>
            </a:r>
            <a:r>
              <a:rPr lang="en-US" sz="2800" b="1" dirty="0">
                <a:solidFill>
                  <a:schemeClr val="tx1"/>
                </a:solidFill>
              </a:rPr>
              <a:t> </a:t>
            </a:r>
            <a:r>
              <a:rPr lang="en-US" sz="2800" dirty="0">
                <a:solidFill>
                  <a:schemeClr val="tx1"/>
                </a:solidFill>
              </a:rPr>
              <a:t>(o </a:t>
            </a:r>
            <a:r>
              <a:rPr lang="en-US" sz="2800" dirty="0" err="1">
                <a:solidFill>
                  <a:schemeClr val="tx1"/>
                </a:solidFill>
              </a:rPr>
              <a:t>cerrada</a:t>
            </a:r>
            <a:r>
              <a:rPr lang="en-US" sz="2800" dirty="0">
                <a:solidFill>
                  <a:schemeClr val="tx1"/>
                </a:solidFill>
              </a:rPr>
              <a:t>)</a:t>
            </a:r>
          </a:p>
          <a:p>
            <a:pPr marL="633413" lvl="0" indent="-368300" algn="just">
              <a:lnSpc>
                <a:spcPct val="85000"/>
              </a:lnSpc>
              <a:spcBef>
                <a:spcPts val="600"/>
              </a:spcBef>
              <a:spcAft>
                <a:spcPts val="600"/>
              </a:spcAft>
              <a:buClr>
                <a:srgbClr val="C00000"/>
              </a:buClr>
              <a:buSzPts val="2800"/>
              <a:buFont typeface="Arial"/>
              <a:buChar char="»"/>
            </a:pPr>
            <a:r>
              <a:rPr lang="es-ES" sz="2400" dirty="0">
                <a:solidFill>
                  <a:schemeClr val="tx1"/>
                </a:solidFill>
              </a:rPr>
              <a:t>También denominada </a:t>
            </a:r>
            <a:r>
              <a:rPr lang="es-ES" sz="2400" i="1" dirty="0">
                <a:solidFill>
                  <a:schemeClr val="tx1"/>
                </a:solidFill>
              </a:rPr>
              <a:t>prueba de comportamiento.</a:t>
            </a:r>
            <a:endParaRPr lang="es-ES" sz="2400" dirty="0">
              <a:solidFill>
                <a:schemeClr val="tx1"/>
              </a:solidFill>
            </a:endParaRPr>
          </a:p>
          <a:p>
            <a:pPr marL="633413" lvl="0" indent="-368300" algn="just">
              <a:lnSpc>
                <a:spcPct val="85000"/>
              </a:lnSpc>
              <a:spcBef>
                <a:spcPts val="600"/>
              </a:spcBef>
              <a:spcAft>
                <a:spcPts val="600"/>
              </a:spcAft>
              <a:buClr>
                <a:srgbClr val="C00000"/>
              </a:buClr>
              <a:buSzPts val="2800"/>
              <a:buFont typeface="Arial"/>
              <a:buChar char="»"/>
            </a:pPr>
            <a:r>
              <a:rPr lang="es-ES" sz="2400" dirty="0">
                <a:solidFill>
                  <a:schemeClr val="tx1"/>
                </a:solidFill>
              </a:rPr>
              <a:t>Se centran en los requisitos funcionales del software.</a:t>
            </a:r>
          </a:p>
          <a:p>
            <a:pPr marL="633413" lvl="0" indent="-368300" algn="just">
              <a:lnSpc>
                <a:spcPct val="85000"/>
              </a:lnSpc>
              <a:spcBef>
                <a:spcPts val="600"/>
              </a:spcBef>
              <a:spcAft>
                <a:spcPts val="600"/>
              </a:spcAft>
              <a:buClr>
                <a:srgbClr val="C00000"/>
              </a:buClr>
              <a:buSzPts val="2800"/>
              <a:buFont typeface="Arial"/>
              <a:buChar char="»"/>
            </a:pPr>
            <a:r>
              <a:rPr lang="es-ES" sz="2400" dirty="0">
                <a:solidFill>
                  <a:schemeClr val="tx1"/>
                </a:solidFill>
              </a:rPr>
              <a:t>Intenta descubrir diferentes tipos de errores que los métodos de caja blanca.</a:t>
            </a:r>
          </a:p>
          <a:p>
            <a:pPr marL="442913" lvl="0" indent="-442913" algn="just" rtl="0">
              <a:lnSpc>
                <a:spcPct val="85000"/>
              </a:lnSpc>
              <a:spcBef>
                <a:spcPts val="0"/>
              </a:spcBef>
              <a:spcAft>
                <a:spcPts val="0"/>
              </a:spcAft>
              <a:buClr>
                <a:srgbClr val="C00000"/>
              </a:buClr>
              <a:buSzPts val="2800"/>
              <a:buFont typeface="Wingdings" panose="05000000000000000000" pitchFamily="2" charset="2"/>
              <a:buChar char="v"/>
            </a:pPr>
            <a:endParaRPr dirty="0">
              <a:solidFill>
                <a:schemeClr val="tx1"/>
              </a:solidFill>
            </a:endParaRPr>
          </a:p>
          <a:p>
            <a:pPr lvl="0" algn="just" rtl="0">
              <a:lnSpc>
                <a:spcPct val="85000"/>
              </a:lnSpc>
              <a:spcBef>
                <a:spcPts val="1300"/>
              </a:spcBef>
              <a:spcAft>
                <a:spcPts val="0"/>
              </a:spcAft>
              <a:buClr>
                <a:srgbClr val="C00000"/>
              </a:buClr>
              <a:buSzPts val="2800"/>
              <a:buFont typeface="Wingdings" panose="05000000000000000000" pitchFamily="2" charset="2"/>
              <a:buChar char="v"/>
            </a:pPr>
            <a:endParaRPr sz="2800" dirty="0">
              <a:solidFill>
                <a:schemeClr val="tx1"/>
              </a:solidFill>
            </a:endParaRPr>
          </a:p>
        </p:txBody>
      </p:sp>
      <p:pic>
        <p:nvPicPr>
          <p:cNvPr id="8" name="Google Shape;232;p17">
            <a:extLst>
              <a:ext uri="{FF2B5EF4-FFF2-40B4-BE49-F238E27FC236}">
                <a16:creationId xmlns:a16="http://schemas.microsoft.com/office/drawing/2014/main" id="{6A8C22D8-5730-EAF6-9BB9-6DE6E0591761}"/>
              </a:ext>
            </a:extLst>
          </p:cNvPr>
          <p:cNvPicPr preferRelativeResize="0"/>
          <p:nvPr/>
        </p:nvPicPr>
        <p:blipFill rotWithShape="1">
          <a:blip r:embed="rId3"/>
          <a:srcRect r="46423"/>
          <a:stretch/>
        </p:blipFill>
        <p:spPr>
          <a:xfrm>
            <a:off x="9990931" y="3517900"/>
            <a:ext cx="1302544" cy="247173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7FAB34B7-036C-73EA-2039-0B6DD442FE71}"/>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C9232174-E0FB-A71F-C917-9E227AE9A463}"/>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 Caja Negra</a:t>
            </a:r>
            <a:endParaRPr dirty="0"/>
          </a:p>
        </p:txBody>
      </p:sp>
      <p:sp>
        <p:nvSpPr>
          <p:cNvPr id="160" name="Google Shape;160;p4">
            <a:extLst>
              <a:ext uri="{FF2B5EF4-FFF2-40B4-BE49-F238E27FC236}">
                <a16:creationId xmlns:a16="http://schemas.microsoft.com/office/drawing/2014/main" id="{8FE977FC-D7C2-85EE-F040-5D6A625B120E}"/>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F2266091-5DCA-092E-FE5B-21461D7E3CCA}"/>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78C97D5A-78A9-8D10-58D0-B375E2878964}"/>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18</a:t>
            </a:fld>
            <a:endParaRPr/>
          </a:p>
        </p:txBody>
      </p:sp>
      <p:sp>
        <p:nvSpPr>
          <p:cNvPr id="163" name="Google Shape;163;p4">
            <a:extLst>
              <a:ext uri="{FF2B5EF4-FFF2-40B4-BE49-F238E27FC236}">
                <a16:creationId xmlns:a16="http://schemas.microsoft.com/office/drawing/2014/main" id="{79B98779-290C-B571-65BD-A4807B4C8AD5}"/>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100000"/>
              </a:lnSpc>
              <a:spcBef>
                <a:spcPts val="0"/>
              </a:spcBef>
              <a:spcAft>
                <a:spcPts val="1800"/>
              </a:spcAft>
              <a:buClr>
                <a:srgbClr val="C00000"/>
              </a:buClr>
              <a:buFont typeface="Noto Sans Symbols"/>
              <a:buChar char="❖"/>
            </a:pPr>
            <a:r>
              <a:rPr lang="es-ES" sz="2800" dirty="0">
                <a:solidFill>
                  <a:schemeClr val="dk1"/>
                </a:solidFill>
              </a:rPr>
              <a:t>¿Qué errores busca?</a:t>
            </a:r>
            <a:endParaRPr sz="3200" dirty="0">
              <a:solidFill>
                <a:schemeClr val="dk1"/>
              </a:solidFill>
            </a:endParaRPr>
          </a:p>
        </p:txBody>
      </p:sp>
      <p:pic>
        <p:nvPicPr>
          <p:cNvPr id="4" name="Imagen 3" descr="Diagrama&#10;&#10;El contenido generado por IA puede ser incorrecto.">
            <a:extLst>
              <a:ext uri="{FF2B5EF4-FFF2-40B4-BE49-F238E27FC236}">
                <a16:creationId xmlns:a16="http://schemas.microsoft.com/office/drawing/2014/main" id="{0517E0D9-729A-3B95-8501-B04B52FA7698}"/>
              </a:ext>
            </a:extLst>
          </p:cNvPr>
          <p:cNvPicPr>
            <a:picLocks noChangeAspect="1"/>
          </p:cNvPicPr>
          <p:nvPr/>
        </p:nvPicPr>
        <p:blipFill>
          <a:blip r:embed="rId3"/>
          <a:srcRect t="26608" b="14095"/>
          <a:stretch>
            <a:fillRect/>
          </a:stretch>
        </p:blipFill>
        <p:spPr>
          <a:xfrm>
            <a:off x="0" y="2647949"/>
            <a:ext cx="12192000" cy="3162916"/>
          </a:xfrm>
          <a:prstGeom prst="rect">
            <a:avLst/>
          </a:prstGeom>
        </p:spPr>
      </p:pic>
    </p:spTree>
    <p:extLst>
      <p:ext uri="{BB962C8B-B14F-4D97-AF65-F5344CB8AC3E}">
        <p14:creationId xmlns:p14="http://schemas.microsoft.com/office/powerpoint/2010/main" val="3352728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ACC226B0-5D1B-FC5E-FFE9-051052D0BB33}"/>
            </a:ext>
          </a:extLst>
        </p:cNvPr>
        <p:cNvGrpSpPr/>
        <p:nvPr/>
      </p:nvGrpSpPr>
      <p:grpSpPr>
        <a:xfrm>
          <a:off x="0" y="0"/>
          <a:ext cx="0" cy="0"/>
          <a:chOff x="0" y="0"/>
          <a:chExt cx="0" cy="0"/>
        </a:xfrm>
      </p:grpSpPr>
      <p:pic>
        <p:nvPicPr>
          <p:cNvPr id="252" name="Google Shape;252;p19" descr="PE01460_"/>
          <p:cNvPicPr preferRelativeResize="0"/>
          <p:nvPr/>
        </p:nvPicPr>
        <p:blipFill rotWithShape="1">
          <a:blip r:embed="rId3">
            <a:alphaModFix/>
          </a:blip>
          <a:srcRect/>
          <a:stretch/>
        </p:blipFill>
        <p:spPr>
          <a:xfrm>
            <a:off x="10763561" y="4354589"/>
            <a:ext cx="1472683" cy="1976644"/>
          </a:xfrm>
          <a:prstGeom prst="rect">
            <a:avLst/>
          </a:prstGeom>
          <a:noFill/>
          <a:ln>
            <a:noFill/>
          </a:ln>
        </p:spPr>
      </p:pic>
      <p:sp>
        <p:nvSpPr>
          <p:cNvPr id="159" name="Google Shape;159;p4">
            <a:extLst>
              <a:ext uri="{FF2B5EF4-FFF2-40B4-BE49-F238E27FC236}">
                <a16:creationId xmlns:a16="http://schemas.microsoft.com/office/drawing/2014/main" id="{B647E0FA-C212-C027-6C9B-DDA70991F8D9}"/>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 Caja Negra</a:t>
            </a:r>
            <a:endParaRPr dirty="0"/>
          </a:p>
        </p:txBody>
      </p:sp>
      <p:sp>
        <p:nvSpPr>
          <p:cNvPr id="160" name="Google Shape;160;p4">
            <a:extLst>
              <a:ext uri="{FF2B5EF4-FFF2-40B4-BE49-F238E27FC236}">
                <a16:creationId xmlns:a16="http://schemas.microsoft.com/office/drawing/2014/main" id="{25356FCB-D342-235E-3FFF-4614F560E591}"/>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D15E8A6D-676F-A3FC-4665-C7605B572CD7}"/>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37768C70-324A-6CD6-4B26-FA310AF4CD1A}"/>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19</a:t>
            </a:fld>
            <a:endParaRPr/>
          </a:p>
        </p:txBody>
      </p:sp>
      <p:sp>
        <p:nvSpPr>
          <p:cNvPr id="163" name="Google Shape;163;p4">
            <a:extLst>
              <a:ext uri="{FF2B5EF4-FFF2-40B4-BE49-F238E27FC236}">
                <a16:creationId xmlns:a16="http://schemas.microsoft.com/office/drawing/2014/main" id="{15AC2954-6E11-ACC5-4F3B-90BA0D40F874}"/>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100000"/>
              </a:lnSpc>
              <a:spcBef>
                <a:spcPts val="0"/>
              </a:spcBef>
              <a:spcAft>
                <a:spcPts val="600"/>
              </a:spcAft>
              <a:buClr>
                <a:srgbClr val="C00000"/>
              </a:buClr>
              <a:buFont typeface="Noto Sans Symbols"/>
              <a:buChar char="❖"/>
            </a:pPr>
            <a:r>
              <a:rPr lang="es-ES" sz="3200" dirty="0">
                <a:solidFill>
                  <a:schemeClr val="dk1"/>
                </a:solidFill>
              </a:rPr>
              <a:t>Prueba De Partición Equivalente</a:t>
            </a:r>
          </a:p>
          <a:p>
            <a:pPr marL="633413" lvl="0" indent="-279400" algn="just" rtl="0">
              <a:lnSpc>
                <a:spcPct val="100000"/>
              </a:lnSpc>
              <a:spcBef>
                <a:spcPts val="0"/>
              </a:spcBef>
              <a:spcAft>
                <a:spcPts val="600"/>
              </a:spcAft>
              <a:buClr>
                <a:srgbClr val="C00000"/>
              </a:buClr>
              <a:buFont typeface="Noto Sans Symbols2" panose="020B0502040504020204" pitchFamily="34" charset="0"/>
              <a:buChar char="»"/>
            </a:pPr>
            <a:r>
              <a:rPr lang="es-ES" sz="2800" dirty="0">
                <a:solidFill>
                  <a:schemeClr val="dk1"/>
                </a:solidFill>
              </a:rPr>
              <a:t>El diseño de los casos de prueba se basa en una evaluación de las clases de equivalencia para una condición de entrada.</a:t>
            </a:r>
          </a:p>
          <a:p>
            <a:pPr marL="633413" lvl="0" indent="-279400" algn="just" rtl="0">
              <a:lnSpc>
                <a:spcPct val="100000"/>
              </a:lnSpc>
              <a:spcBef>
                <a:spcPts val="0"/>
              </a:spcBef>
              <a:spcAft>
                <a:spcPts val="600"/>
              </a:spcAft>
              <a:buClr>
                <a:srgbClr val="C00000"/>
              </a:buClr>
              <a:buFont typeface="Noto Sans Symbols2" panose="020B0502040504020204" pitchFamily="34" charset="0"/>
              <a:buChar char="»"/>
            </a:pPr>
            <a:r>
              <a:rPr lang="es-ES" sz="2800" dirty="0">
                <a:solidFill>
                  <a:schemeClr val="dk1"/>
                </a:solidFill>
              </a:rPr>
              <a:t>Una clase de equivalencia representa un conjunto de estados válidos o no válidos para condiciones de entrada. </a:t>
            </a:r>
          </a:p>
          <a:p>
            <a:pPr marL="633413" lvl="0" indent="-279400" algn="just" rtl="0">
              <a:lnSpc>
                <a:spcPct val="100000"/>
              </a:lnSpc>
              <a:spcBef>
                <a:spcPts val="0"/>
              </a:spcBef>
              <a:spcAft>
                <a:spcPts val="600"/>
              </a:spcAft>
              <a:buClr>
                <a:srgbClr val="C00000"/>
              </a:buClr>
              <a:buFont typeface="Noto Sans Symbols2" panose="020B0502040504020204" pitchFamily="34" charset="0"/>
              <a:buChar char="»"/>
            </a:pPr>
            <a:r>
              <a:rPr lang="es-ES" sz="2800" dirty="0">
                <a:solidFill>
                  <a:schemeClr val="dk1"/>
                </a:solidFill>
              </a:rPr>
              <a:t>Una condición de entrada es un valor numérico específico, un rango de valores, un conjunto de valores relacionados o una condición lógica.</a:t>
            </a:r>
            <a:endParaRPr lang="es-ES" sz="3600" dirty="0">
              <a:solidFill>
                <a:schemeClr val="dk1"/>
              </a:solidFill>
            </a:endParaRPr>
          </a:p>
          <a:p>
            <a:pPr marL="530225" lvl="0" indent="-530225" algn="just" rtl="0">
              <a:lnSpc>
                <a:spcPct val="100000"/>
              </a:lnSpc>
              <a:spcBef>
                <a:spcPts val="0"/>
              </a:spcBef>
              <a:spcAft>
                <a:spcPts val="1800"/>
              </a:spcAft>
              <a:buClr>
                <a:srgbClr val="C00000"/>
              </a:buClr>
              <a:buFont typeface="Noto Sans Symbols"/>
              <a:buChar char="❖"/>
            </a:pPr>
            <a:endParaRPr sz="3600" dirty="0">
              <a:solidFill>
                <a:schemeClr val="dk1"/>
              </a:solidFill>
            </a:endParaRPr>
          </a:p>
        </p:txBody>
      </p:sp>
      <p:cxnSp>
        <p:nvCxnSpPr>
          <p:cNvPr id="3" name="Conector recto 2">
            <a:extLst>
              <a:ext uri="{FF2B5EF4-FFF2-40B4-BE49-F238E27FC236}">
                <a16:creationId xmlns:a16="http://schemas.microsoft.com/office/drawing/2014/main" id="{D48D19B8-72D5-76A4-B54D-9D6B76928AC5}"/>
              </a:ext>
            </a:extLst>
          </p:cNvPr>
          <p:cNvCxnSpPr/>
          <p:nvPr/>
        </p:nvCxnSpPr>
        <p:spPr>
          <a:xfrm>
            <a:off x="2227006" y="3406877"/>
            <a:ext cx="31709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Conector recto 3">
            <a:extLst>
              <a:ext uri="{FF2B5EF4-FFF2-40B4-BE49-F238E27FC236}">
                <a16:creationId xmlns:a16="http://schemas.microsoft.com/office/drawing/2014/main" id="{429F0DAF-37CC-6472-CFCB-4B8F2B7AB590}"/>
              </a:ext>
            </a:extLst>
          </p:cNvPr>
          <p:cNvCxnSpPr>
            <a:cxnSpLocks/>
          </p:cNvCxnSpPr>
          <p:nvPr/>
        </p:nvCxnSpPr>
        <p:spPr>
          <a:xfrm>
            <a:off x="6828503" y="3397044"/>
            <a:ext cx="308748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7126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1" end="1"/>
                                            </p:txEl>
                                          </p:spTgt>
                                        </p:tgtEl>
                                        <p:attrNameLst>
                                          <p:attrName>style.visibility</p:attrName>
                                        </p:attrNameLst>
                                      </p:cBhvr>
                                      <p:to>
                                        <p:strVal val="visible"/>
                                      </p:to>
                                    </p:set>
                                    <p:animEffect transition="in" filter="fade">
                                      <p:cBhvr>
                                        <p:cTn id="7" dur="500"/>
                                        <p:tgtEl>
                                          <p:spTgt spid="16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3">
                                            <p:txEl>
                                              <p:pRg st="2" end="2"/>
                                            </p:txEl>
                                          </p:spTgt>
                                        </p:tgtEl>
                                        <p:attrNameLst>
                                          <p:attrName>style.visibility</p:attrName>
                                        </p:attrNameLst>
                                      </p:cBhvr>
                                      <p:to>
                                        <p:strVal val="visible"/>
                                      </p:to>
                                    </p:set>
                                    <p:animEffect transition="in" filter="fade">
                                      <p:cBhvr>
                                        <p:cTn id="12" dur="500"/>
                                        <p:tgtEl>
                                          <p:spTgt spid="16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63">
                                            <p:txEl>
                                              <p:pRg st="3" end="3"/>
                                            </p:txEl>
                                          </p:spTgt>
                                        </p:tgtEl>
                                        <p:attrNameLst>
                                          <p:attrName>style.visibility</p:attrName>
                                        </p:attrNameLst>
                                      </p:cBhvr>
                                      <p:to>
                                        <p:strVal val="visible"/>
                                      </p:to>
                                    </p:set>
                                    <p:animEffect transition="in" filter="fade">
                                      <p:cBhvr>
                                        <p:cTn id="20" dur="500"/>
                                        <p:tgtEl>
                                          <p:spTgt spid="16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par>
                                <p:cTn id="24" presetID="10" presetClass="exit" presetSubtype="0" fill="hold" nodeType="withEffect">
                                  <p:stCondLst>
                                    <p:cond delay="0"/>
                                  </p:stCondLst>
                                  <p:childTnLst>
                                    <p:animEffect transition="out" filter="fade">
                                      <p:cBhvr>
                                        <p:cTn id="25" dur="500"/>
                                        <p:tgtEl>
                                          <p:spTgt spid="3"/>
                                        </p:tgtEl>
                                      </p:cBhvr>
                                    </p:animEffect>
                                    <p:set>
                                      <p:cBhvr>
                                        <p:cTn id="26"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F95FB6A8-A39D-7839-1898-209693B05320}"/>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00924E1C-B195-5B7D-ABD1-F92B1D502324}"/>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 Caja Negra</a:t>
            </a:r>
            <a:endParaRPr dirty="0"/>
          </a:p>
        </p:txBody>
      </p:sp>
      <p:sp>
        <p:nvSpPr>
          <p:cNvPr id="160" name="Google Shape;160;p4">
            <a:extLst>
              <a:ext uri="{FF2B5EF4-FFF2-40B4-BE49-F238E27FC236}">
                <a16:creationId xmlns:a16="http://schemas.microsoft.com/office/drawing/2014/main" id="{57858F25-85AD-7286-5858-76BFAB5E6796}"/>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5648D1D6-FA6D-B0F2-E7B3-2184C8713B3E}"/>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05A1DFC5-AFAD-BD9A-23EB-E93B41BB608E}"/>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20</a:t>
            </a:fld>
            <a:endParaRPr/>
          </a:p>
        </p:txBody>
      </p:sp>
      <p:sp>
        <p:nvSpPr>
          <p:cNvPr id="163" name="Google Shape;163;p4">
            <a:extLst>
              <a:ext uri="{FF2B5EF4-FFF2-40B4-BE49-F238E27FC236}">
                <a16:creationId xmlns:a16="http://schemas.microsoft.com/office/drawing/2014/main" id="{2086ACC8-EFB0-060F-4AAE-2FF642D605EC}"/>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100000"/>
              </a:lnSpc>
              <a:spcBef>
                <a:spcPts val="0"/>
              </a:spcBef>
              <a:spcAft>
                <a:spcPts val="600"/>
              </a:spcAft>
              <a:buClr>
                <a:srgbClr val="C00000"/>
              </a:buClr>
              <a:buFont typeface="Noto Sans Symbols"/>
              <a:buChar char="❖"/>
            </a:pPr>
            <a:r>
              <a:rPr lang="es-ES" sz="3200" dirty="0">
                <a:solidFill>
                  <a:schemeClr val="dk1"/>
                </a:solidFill>
              </a:rPr>
              <a:t>Prueba De Partición Equivalente – Definición </a:t>
            </a:r>
          </a:p>
          <a:p>
            <a:pPr marL="633413" lvl="0" indent="-279400" algn="just">
              <a:lnSpc>
                <a:spcPct val="100000"/>
              </a:lnSpc>
              <a:spcBef>
                <a:spcPts val="0"/>
              </a:spcBef>
              <a:spcAft>
                <a:spcPts val="300"/>
              </a:spcAft>
              <a:buClr>
                <a:srgbClr val="C00000"/>
              </a:buClr>
              <a:buFont typeface="Noto Sans Symbols2" panose="020B0502040504020204" pitchFamily="34" charset="0"/>
              <a:buChar char="»"/>
            </a:pPr>
            <a:r>
              <a:rPr lang="es-ES" sz="2600" dirty="0">
                <a:solidFill>
                  <a:schemeClr val="dk1"/>
                </a:solidFill>
              </a:rPr>
              <a:t>Si una condición de entrada especifica un </a:t>
            </a:r>
            <a:r>
              <a:rPr lang="es-ES" sz="2600" b="1" dirty="0">
                <a:solidFill>
                  <a:schemeClr val="dk1"/>
                </a:solidFill>
              </a:rPr>
              <a:t>rango</a:t>
            </a:r>
            <a:r>
              <a:rPr lang="es-ES" sz="2600" dirty="0">
                <a:solidFill>
                  <a:schemeClr val="dk1"/>
                </a:solidFill>
              </a:rPr>
              <a:t>, se define una clase de equivalencia válida y dos no válidas.</a:t>
            </a:r>
          </a:p>
          <a:p>
            <a:pPr marL="633413" lvl="0" indent="-279400" algn="just">
              <a:lnSpc>
                <a:spcPct val="100000"/>
              </a:lnSpc>
              <a:spcBef>
                <a:spcPts val="0"/>
              </a:spcBef>
              <a:spcAft>
                <a:spcPts val="300"/>
              </a:spcAft>
              <a:buClr>
                <a:srgbClr val="C00000"/>
              </a:buClr>
              <a:buFont typeface="Noto Sans Symbols2" panose="020B0502040504020204" pitchFamily="34" charset="0"/>
              <a:buChar char="»"/>
            </a:pPr>
            <a:r>
              <a:rPr lang="es-ES" sz="2600" dirty="0">
                <a:solidFill>
                  <a:schemeClr val="dk1"/>
                </a:solidFill>
              </a:rPr>
              <a:t>Si una condición de entrada requiere un </a:t>
            </a:r>
            <a:r>
              <a:rPr lang="es-ES" sz="2600" b="1" dirty="0">
                <a:solidFill>
                  <a:schemeClr val="dk1"/>
                </a:solidFill>
              </a:rPr>
              <a:t>valor específico</a:t>
            </a:r>
            <a:r>
              <a:rPr lang="es-ES" sz="2600" dirty="0">
                <a:solidFill>
                  <a:schemeClr val="dk1"/>
                </a:solidFill>
              </a:rPr>
              <a:t>, se define una clase de equivalencia válida y dos no válidas.</a:t>
            </a:r>
          </a:p>
          <a:p>
            <a:pPr marL="633413" lvl="0" indent="-279400" algn="just">
              <a:lnSpc>
                <a:spcPct val="100000"/>
              </a:lnSpc>
              <a:spcBef>
                <a:spcPts val="0"/>
              </a:spcBef>
              <a:spcAft>
                <a:spcPts val="300"/>
              </a:spcAft>
              <a:buClr>
                <a:srgbClr val="C00000"/>
              </a:buClr>
              <a:buFont typeface="Noto Sans Symbols2" panose="020B0502040504020204" pitchFamily="34" charset="0"/>
              <a:buChar char="»"/>
            </a:pPr>
            <a:r>
              <a:rPr lang="es-ES" sz="2600" dirty="0">
                <a:solidFill>
                  <a:schemeClr val="dk1"/>
                </a:solidFill>
              </a:rPr>
              <a:t>Si una condición de entrada especifica un elemento de un </a:t>
            </a:r>
            <a:r>
              <a:rPr lang="es-ES" sz="2600" b="1" dirty="0">
                <a:solidFill>
                  <a:schemeClr val="dk1"/>
                </a:solidFill>
              </a:rPr>
              <a:t>conjunto</a:t>
            </a:r>
            <a:r>
              <a:rPr lang="es-ES" sz="2600" dirty="0">
                <a:solidFill>
                  <a:schemeClr val="dk1"/>
                </a:solidFill>
              </a:rPr>
              <a:t>, se define una clase de equivalencia válida y una no válida.</a:t>
            </a:r>
          </a:p>
          <a:p>
            <a:pPr marL="633413" lvl="0" indent="-279400" algn="just">
              <a:lnSpc>
                <a:spcPct val="100000"/>
              </a:lnSpc>
              <a:spcBef>
                <a:spcPts val="0"/>
              </a:spcBef>
              <a:spcAft>
                <a:spcPts val="300"/>
              </a:spcAft>
              <a:buClr>
                <a:srgbClr val="C00000"/>
              </a:buClr>
              <a:buFont typeface="Noto Sans Symbols2" panose="020B0502040504020204" pitchFamily="34" charset="0"/>
              <a:buChar char="»"/>
            </a:pPr>
            <a:r>
              <a:rPr lang="es-ES" sz="2600" dirty="0">
                <a:solidFill>
                  <a:schemeClr val="dk1"/>
                </a:solidFill>
              </a:rPr>
              <a:t>Si una condición de entrada es </a:t>
            </a:r>
            <a:r>
              <a:rPr lang="es-ES" sz="2600" b="1" dirty="0">
                <a:solidFill>
                  <a:schemeClr val="dk1"/>
                </a:solidFill>
              </a:rPr>
              <a:t>lógica</a:t>
            </a:r>
            <a:r>
              <a:rPr lang="es-ES" sz="2600" dirty="0">
                <a:solidFill>
                  <a:schemeClr val="dk1"/>
                </a:solidFill>
              </a:rPr>
              <a:t>, se define una clase de equivalencia válida y una no válida.</a:t>
            </a:r>
          </a:p>
          <a:p>
            <a:pPr marL="530225" lvl="0" indent="-530225" algn="just" rtl="0">
              <a:lnSpc>
                <a:spcPct val="100000"/>
              </a:lnSpc>
              <a:spcBef>
                <a:spcPts val="0"/>
              </a:spcBef>
              <a:spcAft>
                <a:spcPts val="1800"/>
              </a:spcAft>
              <a:buClr>
                <a:srgbClr val="C00000"/>
              </a:buClr>
              <a:buFont typeface="Noto Sans Symbols"/>
              <a:buChar char="❖"/>
            </a:pPr>
            <a:endParaRPr sz="3600" dirty="0">
              <a:solidFill>
                <a:schemeClr val="dk1"/>
              </a:solidFill>
            </a:endParaRPr>
          </a:p>
        </p:txBody>
      </p:sp>
    </p:spTree>
    <p:extLst>
      <p:ext uri="{BB962C8B-B14F-4D97-AF65-F5344CB8AC3E}">
        <p14:creationId xmlns:p14="http://schemas.microsoft.com/office/powerpoint/2010/main" val="10592205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BC539D73-749E-EA5C-1966-18227F2E9837}"/>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E3A67226-7523-528E-BEE0-E68CDC7BCA7B}"/>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 Caja Negra</a:t>
            </a:r>
            <a:endParaRPr dirty="0"/>
          </a:p>
        </p:txBody>
      </p:sp>
      <p:sp>
        <p:nvSpPr>
          <p:cNvPr id="160" name="Google Shape;160;p4">
            <a:extLst>
              <a:ext uri="{FF2B5EF4-FFF2-40B4-BE49-F238E27FC236}">
                <a16:creationId xmlns:a16="http://schemas.microsoft.com/office/drawing/2014/main" id="{73D85006-3DFB-5B83-4267-6E6F43ED4754}"/>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F4B6FEF2-AECA-9856-D102-B0173DF647A1}"/>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48D506C2-CFAA-89D4-5CC5-8ABC6FF9EC5D}"/>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21</a:t>
            </a:fld>
            <a:endParaRPr/>
          </a:p>
        </p:txBody>
      </p:sp>
      <p:sp>
        <p:nvSpPr>
          <p:cNvPr id="163" name="Google Shape;163;p4">
            <a:extLst>
              <a:ext uri="{FF2B5EF4-FFF2-40B4-BE49-F238E27FC236}">
                <a16:creationId xmlns:a16="http://schemas.microsoft.com/office/drawing/2014/main" id="{2CCAAB06-A105-D9E7-10B7-2CCCE93FE7D8}"/>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100000"/>
              </a:lnSpc>
              <a:spcBef>
                <a:spcPts val="0"/>
              </a:spcBef>
              <a:spcAft>
                <a:spcPts val="600"/>
              </a:spcAft>
              <a:buClr>
                <a:srgbClr val="C00000"/>
              </a:buClr>
              <a:buFont typeface="Noto Sans Symbols"/>
              <a:buChar char="❖"/>
            </a:pPr>
            <a:r>
              <a:rPr lang="es-ES" sz="3200" dirty="0">
                <a:solidFill>
                  <a:schemeClr val="dk1"/>
                </a:solidFill>
              </a:rPr>
              <a:t>Prueba De Partición Equivalente – Ejemplo </a:t>
            </a:r>
          </a:p>
          <a:p>
            <a:pPr marL="530225" lvl="0" indent="-530225" algn="just" rtl="0">
              <a:lnSpc>
                <a:spcPct val="100000"/>
              </a:lnSpc>
              <a:spcBef>
                <a:spcPts val="0"/>
              </a:spcBef>
              <a:spcAft>
                <a:spcPts val="1800"/>
              </a:spcAft>
              <a:buClr>
                <a:srgbClr val="C00000"/>
              </a:buClr>
              <a:buFont typeface="Noto Sans Symbols"/>
              <a:buChar char="❖"/>
            </a:pPr>
            <a:endParaRPr sz="3600" dirty="0">
              <a:solidFill>
                <a:schemeClr val="dk1"/>
              </a:solidFill>
            </a:endParaRPr>
          </a:p>
        </p:txBody>
      </p:sp>
      <p:pic>
        <p:nvPicPr>
          <p:cNvPr id="2" name="Google Shape;269;p21">
            <a:extLst>
              <a:ext uri="{FF2B5EF4-FFF2-40B4-BE49-F238E27FC236}">
                <a16:creationId xmlns:a16="http://schemas.microsoft.com/office/drawing/2014/main" id="{0632A67A-B18A-1F49-4E2D-D16DD1FDB071}"/>
              </a:ext>
            </a:extLst>
          </p:cNvPr>
          <p:cNvPicPr preferRelativeResize="0">
            <a:picLocks/>
          </p:cNvPicPr>
          <p:nvPr/>
        </p:nvPicPr>
        <p:blipFill rotWithShape="1">
          <a:blip r:embed="rId3">
            <a:alphaModFix/>
          </a:blip>
          <a:srcRect/>
          <a:stretch/>
        </p:blipFill>
        <p:spPr>
          <a:xfrm>
            <a:off x="1533832" y="2625213"/>
            <a:ext cx="4684390" cy="3543981"/>
          </a:xfrm>
          <a:prstGeom prst="rect">
            <a:avLst/>
          </a:prstGeom>
          <a:noFill/>
          <a:ln>
            <a:noFill/>
          </a:ln>
        </p:spPr>
      </p:pic>
      <p:graphicFrame>
        <p:nvGraphicFramePr>
          <p:cNvPr id="3" name="Google Shape;270;p21">
            <a:extLst>
              <a:ext uri="{FF2B5EF4-FFF2-40B4-BE49-F238E27FC236}">
                <a16:creationId xmlns:a16="http://schemas.microsoft.com/office/drawing/2014/main" id="{D867F3BA-2BD0-B8D3-AB1E-DCAA9FCD6982}"/>
              </a:ext>
            </a:extLst>
          </p:cNvPr>
          <p:cNvGraphicFramePr/>
          <p:nvPr>
            <p:extLst>
              <p:ext uri="{D42A27DB-BD31-4B8C-83A1-F6EECF244321}">
                <p14:modId xmlns:p14="http://schemas.microsoft.com/office/powerpoint/2010/main" val="3348874238"/>
              </p:ext>
            </p:extLst>
          </p:nvPr>
        </p:nvGraphicFramePr>
        <p:xfrm>
          <a:off x="7562951" y="2491059"/>
          <a:ext cx="3768059" cy="3812288"/>
        </p:xfrm>
        <a:graphic>
          <a:graphicData uri="http://schemas.openxmlformats.org/drawingml/2006/table">
            <a:tbl>
              <a:tblPr firstRow="1" bandRow="1">
                <a:noFill/>
                <a:tableStyleId>{2143555D-D369-4BB7-928E-1EA982A75EF0}</a:tableStyleId>
              </a:tblPr>
              <a:tblGrid>
                <a:gridCol w="1654934">
                  <a:extLst>
                    <a:ext uri="{9D8B030D-6E8A-4147-A177-3AD203B41FA5}">
                      <a16:colId xmlns:a16="http://schemas.microsoft.com/office/drawing/2014/main" val="20000"/>
                    </a:ext>
                  </a:extLst>
                </a:gridCol>
                <a:gridCol w="2113125">
                  <a:extLst>
                    <a:ext uri="{9D8B030D-6E8A-4147-A177-3AD203B41FA5}">
                      <a16:colId xmlns:a16="http://schemas.microsoft.com/office/drawing/2014/main" val="20001"/>
                    </a:ext>
                  </a:extLst>
                </a:gridCol>
              </a:tblGrid>
              <a:tr h="255503">
                <a:tc>
                  <a:txBody>
                    <a:bodyPr/>
                    <a:lstStyle/>
                    <a:p>
                      <a:pPr marL="0" marR="0" lvl="0" indent="0" algn="ctr" rtl="0">
                        <a:lnSpc>
                          <a:spcPct val="100000"/>
                        </a:lnSpc>
                        <a:spcBef>
                          <a:spcPts val="0"/>
                        </a:spcBef>
                        <a:spcAft>
                          <a:spcPts val="0"/>
                        </a:spcAft>
                        <a:buClr>
                          <a:srgbClr val="000000"/>
                        </a:buClr>
                        <a:buSzPts val="1200"/>
                        <a:buFont typeface="Arial"/>
                        <a:buNone/>
                      </a:pPr>
                      <a:r>
                        <a:rPr lang="en-US" sz="1400" b="1" u="none" strike="noStrike" cap="none" dirty="0">
                          <a:latin typeface="+mn-lt"/>
                        </a:rPr>
                        <a:t>Dato</a:t>
                      </a:r>
                      <a:endParaRPr sz="1400" b="1" u="none" strike="noStrike" cap="none" dirty="0">
                        <a:latin typeface="+mn-lt"/>
                        <a:ea typeface="Calibri"/>
                        <a:cs typeface="Calibri"/>
                        <a:sym typeface="Calibri"/>
                      </a:endParaRPr>
                    </a:p>
                  </a:txBody>
                  <a:tcPr marL="68575" marR="68575" marT="45725" marB="45725">
                    <a:solidFill>
                      <a:srgbClr val="FF7F7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400" b="1" u="none" strike="noStrike" cap="none" dirty="0">
                          <a:latin typeface="+mn-lt"/>
                        </a:rPr>
                        <a:t>Tipo</a:t>
                      </a:r>
                      <a:endParaRPr sz="1400" b="1" u="none" strike="noStrike" cap="none" dirty="0">
                        <a:latin typeface="+mn-lt"/>
                        <a:ea typeface="Calibri"/>
                        <a:cs typeface="Calibri"/>
                        <a:sym typeface="Calibri"/>
                      </a:endParaRPr>
                    </a:p>
                  </a:txBody>
                  <a:tcPr marL="68575" marR="68575" marT="45725" marB="45725">
                    <a:solidFill>
                      <a:srgbClr val="FF7F7F"/>
                    </a:solidFill>
                  </a:tcPr>
                </a:tc>
                <a:extLst>
                  <a:ext uri="{0D108BD9-81ED-4DB2-BD59-A6C34878D82A}">
                    <a16:rowId xmlns:a16="http://schemas.microsoft.com/office/drawing/2014/main" val="10000"/>
                  </a:ext>
                </a:extLst>
              </a:tr>
              <a:tr h="282764">
                <a:tc>
                  <a:txBody>
                    <a:bodyPr/>
                    <a:lstStyle/>
                    <a:p>
                      <a:pPr marL="0" marR="0" lvl="0" indent="0" algn="l" rtl="0">
                        <a:lnSpc>
                          <a:spcPct val="100000"/>
                        </a:lnSpc>
                        <a:spcBef>
                          <a:spcPts val="0"/>
                        </a:spcBef>
                        <a:spcAft>
                          <a:spcPts val="0"/>
                        </a:spcAft>
                        <a:buClr>
                          <a:srgbClr val="000000"/>
                        </a:buClr>
                        <a:buSzPts val="1200"/>
                        <a:buFont typeface="Arial"/>
                        <a:buNone/>
                      </a:pPr>
                      <a:r>
                        <a:rPr lang="en-US" sz="1400" u="none" strike="noStrike" cap="none">
                          <a:latin typeface="+mn-lt"/>
                        </a:rPr>
                        <a:t>Código </a:t>
                      </a:r>
                      <a:endParaRPr sz="1400" u="none" strike="noStrike" cap="none">
                        <a:latin typeface="+mn-lt"/>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n-US" sz="1400" u="none" strike="noStrike" cap="none" dirty="0" err="1">
                          <a:latin typeface="+mn-lt"/>
                        </a:rPr>
                        <a:t>entero</a:t>
                      </a:r>
                      <a:r>
                        <a:rPr lang="en-US" sz="1400" u="none" strike="noStrike" cap="none" dirty="0">
                          <a:latin typeface="+mn-lt"/>
                        </a:rPr>
                        <a:t> </a:t>
                      </a:r>
                      <a:r>
                        <a:rPr lang="en-US" sz="1400" u="none" strike="noStrike" cap="none" dirty="0" err="1">
                          <a:latin typeface="+mn-lt"/>
                        </a:rPr>
                        <a:t>positivo</a:t>
                      </a:r>
                      <a:endParaRPr sz="1400" u="none" strike="noStrike" cap="none" dirty="0">
                        <a:latin typeface="+mn-lt"/>
                        <a:ea typeface="Calibri"/>
                        <a:cs typeface="Calibri"/>
                        <a:sym typeface="Calibri"/>
                      </a:endParaRPr>
                    </a:p>
                  </a:txBody>
                  <a:tcPr marL="68575" marR="68575" marT="45725" marB="45725"/>
                </a:tc>
                <a:extLst>
                  <a:ext uri="{0D108BD9-81ED-4DB2-BD59-A6C34878D82A}">
                    <a16:rowId xmlns:a16="http://schemas.microsoft.com/office/drawing/2014/main" val="10001"/>
                  </a:ext>
                </a:extLst>
              </a:tr>
              <a:tr h="282764">
                <a:tc>
                  <a:txBody>
                    <a:bodyPr/>
                    <a:lstStyle/>
                    <a:p>
                      <a:pPr marL="0" marR="0" lvl="0" indent="0" algn="l" rtl="0">
                        <a:lnSpc>
                          <a:spcPct val="100000"/>
                        </a:lnSpc>
                        <a:spcBef>
                          <a:spcPts val="0"/>
                        </a:spcBef>
                        <a:spcAft>
                          <a:spcPts val="0"/>
                        </a:spcAft>
                        <a:buClr>
                          <a:srgbClr val="000000"/>
                        </a:buClr>
                        <a:buSzPts val="1200"/>
                        <a:buFont typeface="Arial"/>
                        <a:buNone/>
                      </a:pPr>
                      <a:r>
                        <a:rPr lang="en-US" sz="1400" u="none" strike="noStrike" cap="none">
                          <a:latin typeface="+mn-lt"/>
                        </a:rPr>
                        <a:t>Nombre                     </a:t>
                      </a:r>
                      <a:endParaRPr sz="1400" u="none" strike="noStrike" cap="none">
                        <a:latin typeface="+mn-lt"/>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n-US" sz="1400" u="none" strike="noStrike" cap="none">
                          <a:latin typeface="+mn-lt"/>
                        </a:rPr>
                        <a:t>string 20</a:t>
                      </a:r>
                      <a:endParaRPr sz="1400" u="none" strike="noStrike" cap="none">
                        <a:latin typeface="+mn-lt"/>
                        <a:ea typeface="Calibri"/>
                        <a:cs typeface="Calibri"/>
                        <a:sym typeface="Calibri"/>
                      </a:endParaRPr>
                    </a:p>
                  </a:txBody>
                  <a:tcPr marL="68575" marR="68575" marT="45725" marB="45725"/>
                </a:tc>
                <a:extLst>
                  <a:ext uri="{0D108BD9-81ED-4DB2-BD59-A6C34878D82A}">
                    <a16:rowId xmlns:a16="http://schemas.microsoft.com/office/drawing/2014/main" val="10002"/>
                  </a:ext>
                </a:extLst>
              </a:tr>
              <a:tr h="282764">
                <a:tc>
                  <a:txBody>
                    <a:bodyPr/>
                    <a:lstStyle/>
                    <a:p>
                      <a:pPr marL="0" marR="0" lvl="0" indent="0" algn="l" rtl="0">
                        <a:lnSpc>
                          <a:spcPct val="100000"/>
                        </a:lnSpc>
                        <a:spcBef>
                          <a:spcPts val="0"/>
                        </a:spcBef>
                        <a:spcAft>
                          <a:spcPts val="0"/>
                        </a:spcAft>
                        <a:buClr>
                          <a:srgbClr val="000000"/>
                        </a:buClr>
                        <a:buSzPts val="1200"/>
                        <a:buFont typeface="Arial"/>
                        <a:buNone/>
                      </a:pPr>
                      <a:r>
                        <a:rPr lang="en-US" sz="1400" u="none" strike="noStrike" cap="none" dirty="0" err="1">
                          <a:latin typeface="+mn-lt"/>
                        </a:rPr>
                        <a:t>Descripción</a:t>
                      </a:r>
                      <a:r>
                        <a:rPr lang="en-US" sz="1400" u="none" strike="noStrike" cap="none" dirty="0">
                          <a:latin typeface="+mn-lt"/>
                        </a:rPr>
                        <a:t> </a:t>
                      </a:r>
                      <a:endParaRPr sz="1400" u="none" strike="noStrike" cap="none" dirty="0">
                        <a:latin typeface="+mn-lt"/>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n-US" sz="1400" u="none" strike="noStrike" cap="none">
                          <a:latin typeface="+mn-lt"/>
                        </a:rPr>
                        <a:t>string 256</a:t>
                      </a:r>
                      <a:endParaRPr sz="1400" u="none" strike="noStrike" cap="none">
                        <a:latin typeface="+mn-lt"/>
                        <a:ea typeface="Calibri"/>
                        <a:cs typeface="Calibri"/>
                        <a:sym typeface="Calibri"/>
                      </a:endParaRPr>
                    </a:p>
                  </a:txBody>
                  <a:tcPr marL="68575" marR="68575" marT="45725" marB="45725"/>
                </a:tc>
                <a:extLst>
                  <a:ext uri="{0D108BD9-81ED-4DB2-BD59-A6C34878D82A}">
                    <a16:rowId xmlns:a16="http://schemas.microsoft.com/office/drawing/2014/main" val="10003"/>
                  </a:ext>
                </a:extLst>
              </a:tr>
              <a:tr h="337468">
                <a:tc>
                  <a:txBody>
                    <a:bodyPr/>
                    <a:lstStyle/>
                    <a:p>
                      <a:pPr marL="0" marR="0" lvl="0" indent="0" algn="l" rtl="0">
                        <a:lnSpc>
                          <a:spcPct val="100000"/>
                        </a:lnSpc>
                        <a:spcBef>
                          <a:spcPts val="0"/>
                        </a:spcBef>
                        <a:spcAft>
                          <a:spcPts val="0"/>
                        </a:spcAft>
                        <a:buClr>
                          <a:srgbClr val="000000"/>
                        </a:buClr>
                        <a:buSzPts val="1200"/>
                        <a:buFont typeface="Arial"/>
                        <a:buNone/>
                      </a:pPr>
                      <a:r>
                        <a:rPr lang="en-US" sz="1400" u="none" strike="noStrike" cap="none" dirty="0" err="1">
                          <a:latin typeface="+mn-lt"/>
                        </a:rPr>
                        <a:t>Recomendaciones</a:t>
                      </a:r>
                      <a:endParaRPr sz="1400" u="none" strike="noStrike" cap="none" dirty="0">
                        <a:latin typeface="+mn-lt"/>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1"/>
                        </a:buClr>
                        <a:buSzPts val="1200"/>
                        <a:buFont typeface="Calibri"/>
                        <a:buNone/>
                      </a:pPr>
                      <a:r>
                        <a:rPr lang="en-US" sz="1400" u="none" strike="noStrike" cap="none" dirty="0">
                          <a:latin typeface="+mn-lt"/>
                        </a:rPr>
                        <a:t>string 512 </a:t>
                      </a:r>
                      <a:endParaRPr sz="1400" u="none" strike="noStrike" cap="none" dirty="0">
                        <a:latin typeface="+mn-lt"/>
                        <a:ea typeface="Calibri"/>
                        <a:cs typeface="Calibri"/>
                        <a:sym typeface="Calibri"/>
                      </a:endParaRPr>
                    </a:p>
                  </a:txBody>
                  <a:tcPr marL="68575" marR="68575" marT="45725" marB="45725"/>
                </a:tc>
                <a:extLst>
                  <a:ext uri="{0D108BD9-81ED-4DB2-BD59-A6C34878D82A}">
                    <a16:rowId xmlns:a16="http://schemas.microsoft.com/office/drawing/2014/main" val="10004"/>
                  </a:ext>
                </a:extLst>
              </a:tr>
              <a:tr h="500286">
                <a:tc>
                  <a:txBody>
                    <a:bodyPr/>
                    <a:lstStyle/>
                    <a:p>
                      <a:pPr marL="0" marR="0" lvl="0" indent="0" algn="l" rtl="0">
                        <a:lnSpc>
                          <a:spcPct val="100000"/>
                        </a:lnSpc>
                        <a:spcBef>
                          <a:spcPts val="0"/>
                        </a:spcBef>
                        <a:spcAft>
                          <a:spcPts val="0"/>
                        </a:spcAft>
                        <a:buClr>
                          <a:srgbClr val="000000"/>
                        </a:buClr>
                        <a:buSzPts val="1200"/>
                        <a:buFont typeface="Arial"/>
                        <a:buNone/>
                      </a:pPr>
                      <a:r>
                        <a:rPr lang="en-US" sz="1400" u="none" strike="noStrike" cap="none">
                          <a:latin typeface="+mn-lt"/>
                        </a:rPr>
                        <a:t>Genero </a:t>
                      </a:r>
                      <a:endParaRPr sz="1400" u="none" strike="noStrike" cap="none">
                        <a:latin typeface="+mn-lt"/>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1"/>
                        </a:buClr>
                        <a:buSzPts val="1200"/>
                        <a:buFont typeface="Calibri"/>
                        <a:buNone/>
                      </a:pPr>
                      <a:r>
                        <a:rPr lang="en-US" sz="1400" u="none" strike="noStrike" cap="none">
                          <a:latin typeface="+mn-lt"/>
                        </a:rPr>
                        <a:t>enumerativo (masculino, femenino, no binario)</a:t>
                      </a:r>
                      <a:endParaRPr sz="1400" u="none" strike="noStrike" cap="none">
                        <a:latin typeface="+mn-lt"/>
                        <a:ea typeface="Calibri"/>
                        <a:cs typeface="Calibri"/>
                        <a:sym typeface="Calibri"/>
                      </a:endParaRPr>
                    </a:p>
                  </a:txBody>
                  <a:tcPr marL="68575" marR="68575" marT="45725" marB="45725"/>
                </a:tc>
                <a:extLst>
                  <a:ext uri="{0D108BD9-81ED-4DB2-BD59-A6C34878D82A}">
                    <a16:rowId xmlns:a16="http://schemas.microsoft.com/office/drawing/2014/main" val="10005"/>
                  </a:ext>
                </a:extLst>
              </a:tr>
              <a:tr h="282764">
                <a:tc>
                  <a:txBody>
                    <a:bodyPr/>
                    <a:lstStyle/>
                    <a:p>
                      <a:pPr marL="0" marR="0" lvl="0" indent="0" algn="l" rtl="0">
                        <a:lnSpc>
                          <a:spcPct val="100000"/>
                        </a:lnSpc>
                        <a:spcBef>
                          <a:spcPts val="0"/>
                        </a:spcBef>
                        <a:spcAft>
                          <a:spcPts val="0"/>
                        </a:spcAft>
                        <a:buClr>
                          <a:srgbClr val="000000"/>
                        </a:buClr>
                        <a:buSzPts val="1200"/>
                        <a:buFont typeface="Arial"/>
                        <a:buNone/>
                      </a:pPr>
                      <a:r>
                        <a:rPr lang="en-US" sz="1400" u="none" strike="noStrike" cap="none">
                          <a:latin typeface="+mn-lt"/>
                        </a:rPr>
                        <a:t>Edad</a:t>
                      </a:r>
                      <a:endParaRPr sz="1400" u="none" strike="noStrike" cap="none">
                        <a:latin typeface="+mn-lt"/>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n-US" sz="1400" u="none" strike="noStrike" cap="none">
                          <a:latin typeface="+mn-lt"/>
                        </a:rPr>
                        <a:t>rango 0..120 </a:t>
                      </a:r>
                      <a:endParaRPr sz="1400" u="none" strike="noStrike" cap="none">
                        <a:latin typeface="+mn-lt"/>
                        <a:ea typeface="Calibri"/>
                        <a:cs typeface="Calibri"/>
                        <a:sym typeface="Calibri"/>
                      </a:endParaRPr>
                    </a:p>
                  </a:txBody>
                  <a:tcPr marL="68575" marR="68575" marT="45725" marB="45725"/>
                </a:tc>
                <a:extLst>
                  <a:ext uri="{0D108BD9-81ED-4DB2-BD59-A6C34878D82A}">
                    <a16:rowId xmlns:a16="http://schemas.microsoft.com/office/drawing/2014/main" val="10006"/>
                  </a:ext>
                </a:extLst>
              </a:tr>
              <a:tr h="282764">
                <a:tc>
                  <a:txBody>
                    <a:bodyPr/>
                    <a:lstStyle/>
                    <a:p>
                      <a:pPr marL="0" marR="0" lvl="0" indent="0" algn="l" rtl="0">
                        <a:lnSpc>
                          <a:spcPct val="100000"/>
                        </a:lnSpc>
                        <a:spcBef>
                          <a:spcPts val="0"/>
                        </a:spcBef>
                        <a:spcAft>
                          <a:spcPts val="0"/>
                        </a:spcAft>
                        <a:buClr>
                          <a:srgbClr val="000000"/>
                        </a:buClr>
                        <a:buSzPts val="1200"/>
                        <a:buFont typeface="Arial"/>
                        <a:buNone/>
                      </a:pPr>
                      <a:r>
                        <a:rPr lang="en-US" sz="1400" u="none" strike="noStrike" cap="none">
                          <a:latin typeface="+mn-lt"/>
                        </a:rPr>
                        <a:t>Marca</a:t>
                      </a:r>
                      <a:endParaRPr sz="1400" u="none" strike="noStrike" cap="none">
                        <a:latin typeface="+mn-lt"/>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1"/>
                        </a:buClr>
                        <a:buSzPts val="1200"/>
                        <a:buFont typeface="Calibri"/>
                        <a:buNone/>
                      </a:pPr>
                      <a:r>
                        <a:rPr lang="en-US" sz="1400" u="none" strike="noStrike" cap="none">
                          <a:latin typeface="+mn-lt"/>
                        </a:rPr>
                        <a:t>string 25</a:t>
                      </a:r>
                      <a:endParaRPr sz="1400" u="none" strike="noStrike" cap="none">
                        <a:latin typeface="+mn-lt"/>
                        <a:ea typeface="Calibri"/>
                        <a:cs typeface="Calibri"/>
                        <a:sym typeface="Calibri"/>
                      </a:endParaRPr>
                    </a:p>
                  </a:txBody>
                  <a:tcPr marL="68575" marR="68575" marT="45725" marB="45725"/>
                </a:tc>
                <a:extLst>
                  <a:ext uri="{0D108BD9-81ED-4DB2-BD59-A6C34878D82A}">
                    <a16:rowId xmlns:a16="http://schemas.microsoft.com/office/drawing/2014/main" val="10007"/>
                  </a:ext>
                </a:extLst>
              </a:tr>
              <a:tr h="282764">
                <a:tc>
                  <a:txBody>
                    <a:bodyPr/>
                    <a:lstStyle/>
                    <a:p>
                      <a:pPr marL="0" marR="0" lvl="0" indent="0" algn="l" rtl="0">
                        <a:lnSpc>
                          <a:spcPct val="100000"/>
                        </a:lnSpc>
                        <a:spcBef>
                          <a:spcPts val="0"/>
                        </a:spcBef>
                        <a:spcAft>
                          <a:spcPts val="0"/>
                        </a:spcAft>
                        <a:buClr>
                          <a:srgbClr val="000000"/>
                        </a:buClr>
                        <a:buSzPts val="1200"/>
                        <a:buFont typeface="Arial"/>
                        <a:buNone/>
                      </a:pPr>
                      <a:r>
                        <a:rPr lang="en-US" sz="1400" u="none" strike="noStrike" cap="none">
                          <a:latin typeface="+mn-lt"/>
                        </a:rPr>
                        <a:t>Stock </a:t>
                      </a:r>
                      <a:endParaRPr sz="1400" u="none" strike="noStrike" cap="none">
                        <a:latin typeface="+mn-lt"/>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1"/>
                        </a:buClr>
                        <a:buSzPts val="1200"/>
                        <a:buFont typeface="Calibri"/>
                        <a:buNone/>
                      </a:pPr>
                      <a:r>
                        <a:rPr lang="en-US" sz="1400" u="none" strike="noStrike" cap="none">
                          <a:latin typeface="+mn-lt"/>
                        </a:rPr>
                        <a:t>entero</a:t>
                      </a:r>
                      <a:endParaRPr sz="1400" u="none" strike="noStrike" cap="none">
                        <a:latin typeface="+mn-lt"/>
                        <a:ea typeface="Calibri"/>
                        <a:cs typeface="Calibri"/>
                        <a:sym typeface="Calibri"/>
                      </a:endParaRPr>
                    </a:p>
                  </a:txBody>
                  <a:tcPr marL="68575" marR="68575" marT="45725" marB="45725"/>
                </a:tc>
                <a:extLst>
                  <a:ext uri="{0D108BD9-81ED-4DB2-BD59-A6C34878D82A}">
                    <a16:rowId xmlns:a16="http://schemas.microsoft.com/office/drawing/2014/main" val="10008"/>
                  </a:ext>
                </a:extLst>
              </a:tr>
              <a:tr h="282764">
                <a:tc>
                  <a:txBody>
                    <a:bodyPr/>
                    <a:lstStyle/>
                    <a:p>
                      <a:pPr marL="0" marR="0" lvl="0" indent="0" algn="l" rtl="0">
                        <a:lnSpc>
                          <a:spcPct val="100000"/>
                        </a:lnSpc>
                        <a:spcBef>
                          <a:spcPts val="0"/>
                        </a:spcBef>
                        <a:spcAft>
                          <a:spcPts val="0"/>
                        </a:spcAft>
                        <a:buClr>
                          <a:srgbClr val="000000"/>
                        </a:buClr>
                        <a:buSzPts val="1200"/>
                        <a:buFont typeface="Arial"/>
                        <a:buNone/>
                      </a:pPr>
                      <a:r>
                        <a:rPr lang="en-US" sz="1400" u="none" strike="noStrike" cap="none" dirty="0">
                          <a:latin typeface="+mn-lt"/>
                        </a:rPr>
                        <a:t>Stock </a:t>
                      </a:r>
                      <a:r>
                        <a:rPr lang="en-US" sz="1400" u="none" strike="noStrike" cap="none" dirty="0" err="1">
                          <a:latin typeface="+mn-lt"/>
                        </a:rPr>
                        <a:t>mínimo</a:t>
                      </a:r>
                      <a:endParaRPr sz="1400" u="none" strike="noStrike" cap="none" dirty="0">
                        <a:latin typeface="+mn-lt"/>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1"/>
                        </a:buClr>
                        <a:buSzPts val="1200"/>
                        <a:buFont typeface="Calibri"/>
                        <a:buNone/>
                      </a:pPr>
                      <a:r>
                        <a:rPr lang="en-US" sz="1400" u="none" strike="noStrike" cap="none">
                          <a:latin typeface="+mn-lt"/>
                        </a:rPr>
                        <a:t>entero positivo</a:t>
                      </a:r>
                      <a:endParaRPr sz="1400" u="none" strike="noStrike" cap="none">
                        <a:latin typeface="+mn-lt"/>
                        <a:ea typeface="Calibri"/>
                        <a:cs typeface="Calibri"/>
                        <a:sym typeface="Calibri"/>
                      </a:endParaRPr>
                    </a:p>
                  </a:txBody>
                  <a:tcPr marL="68575" marR="68575" marT="45725" marB="45725"/>
                </a:tc>
                <a:extLst>
                  <a:ext uri="{0D108BD9-81ED-4DB2-BD59-A6C34878D82A}">
                    <a16:rowId xmlns:a16="http://schemas.microsoft.com/office/drawing/2014/main" val="10009"/>
                  </a:ext>
                </a:extLst>
              </a:tr>
              <a:tr h="500286">
                <a:tc>
                  <a:txBody>
                    <a:bodyPr/>
                    <a:lstStyle/>
                    <a:p>
                      <a:pPr marL="0" marR="0" lvl="0" indent="0" algn="l" rtl="0">
                        <a:lnSpc>
                          <a:spcPct val="100000"/>
                        </a:lnSpc>
                        <a:spcBef>
                          <a:spcPts val="0"/>
                        </a:spcBef>
                        <a:spcAft>
                          <a:spcPts val="0"/>
                        </a:spcAft>
                        <a:buClr>
                          <a:srgbClr val="000000"/>
                        </a:buClr>
                        <a:buSzPts val="1200"/>
                        <a:buFont typeface="Arial"/>
                        <a:buNone/>
                      </a:pPr>
                      <a:r>
                        <a:rPr lang="en-US" sz="1400" u="none" strike="noStrike" cap="none">
                          <a:latin typeface="+mn-lt"/>
                        </a:rPr>
                        <a:t>Estado</a:t>
                      </a:r>
                      <a:endParaRPr sz="1400" u="none" strike="noStrike" cap="none">
                        <a:latin typeface="+mn-lt"/>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1"/>
                        </a:buClr>
                        <a:buSzPts val="1200"/>
                        <a:buFont typeface="Calibri"/>
                        <a:buNone/>
                      </a:pPr>
                      <a:r>
                        <a:rPr lang="en-US" sz="1400" u="none" strike="noStrike" cap="none" dirty="0" err="1">
                          <a:latin typeface="+mn-lt"/>
                        </a:rPr>
                        <a:t>enumerativo</a:t>
                      </a:r>
                      <a:r>
                        <a:rPr lang="en-US" sz="1400" u="none" strike="noStrike" cap="none" dirty="0">
                          <a:latin typeface="+mn-lt"/>
                        </a:rPr>
                        <a:t> (normal, </a:t>
                      </a:r>
                      <a:r>
                        <a:rPr lang="en-US" sz="1400" u="none" strike="noStrike" cap="none" dirty="0" err="1">
                          <a:latin typeface="+mn-lt"/>
                        </a:rPr>
                        <a:t>oferta</a:t>
                      </a:r>
                      <a:r>
                        <a:rPr lang="en-US" sz="1400" u="none" strike="noStrike" cap="none" dirty="0">
                          <a:latin typeface="+mn-lt"/>
                        </a:rPr>
                        <a:t>, </a:t>
                      </a:r>
                      <a:r>
                        <a:rPr lang="en-US" sz="1400" u="none" strike="noStrike" cap="none" dirty="0" err="1">
                          <a:latin typeface="+mn-lt"/>
                        </a:rPr>
                        <a:t>novedoso</a:t>
                      </a:r>
                      <a:r>
                        <a:rPr lang="en-US" sz="1400" u="none" strike="noStrike" cap="none" dirty="0">
                          <a:latin typeface="+mn-lt"/>
                        </a:rPr>
                        <a:t>)</a:t>
                      </a:r>
                      <a:endParaRPr sz="1400" u="none" strike="noStrike" cap="none" dirty="0">
                        <a:latin typeface="+mn-lt"/>
                        <a:ea typeface="Calibri"/>
                        <a:cs typeface="Calibri"/>
                        <a:sym typeface="Calibri"/>
                      </a:endParaRPr>
                    </a:p>
                  </a:txBody>
                  <a:tcPr marL="68575" marR="68575" marT="45725" marB="45725"/>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032436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6E9C05FF-4613-2A32-7EBD-686073DE8BC8}"/>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1AF62DD5-0C9A-3889-3896-FA0B7D4FF5B9}"/>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 Caja Negra</a:t>
            </a:r>
            <a:endParaRPr dirty="0"/>
          </a:p>
        </p:txBody>
      </p:sp>
      <p:sp>
        <p:nvSpPr>
          <p:cNvPr id="160" name="Google Shape;160;p4">
            <a:extLst>
              <a:ext uri="{FF2B5EF4-FFF2-40B4-BE49-F238E27FC236}">
                <a16:creationId xmlns:a16="http://schemas.microsoft.com/office/drawing/2014/main" id="{146E56CF-8709-AB3C-B474-7B0EBB068BC6}"/>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2137B1A9-DDC4-D65F-D850-65B8849F08B3}"/>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088F98E0-F238-2797-49EE-23FEB7A7913A}"/>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22</a:t>
            </a:fld>
            <a:endParaRPr/>
          </a:p>
        </p:txBody>
      </p:sp>
      <p:sp>
        <p:nvSpPr>
          <p:cNvPr id="163" name="Google Shape;163;p4">
            <a:extLst>
              <a:ext uri="{FF2B5EF4-FFF2-40B4-BE49-F238E27FC236}">
                <a16:creationId xmlns:a16="http://schemas.microsoft.com/office/drawing/2014/main" id="{1CE8A1AC-3BA0-9957-3254-4E400B7B0F38}"/>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100000"/>
              </a:lnSpc>
              <a:spcBef>
                <a:spcPts val="0"/>
              </a:spcBef>
              <a:spcAft>
                <a:spcPts val="600"/>
              </a:spcAft>
              <a:buClr>
                <a:srgbClr val="C00000"/>
              </a:buClr>
              <a:buFont typeface="Noto Sans Symbols"/>
              <a:buChar char="❖"/>
            </a:pPr>
            <a:r>
              <a:rPr lang="es-ES" sz="3200" dirty="0">
                <a:solidFill>
                  <a:schemeClr val="dk1"/>
                </a:solidFill>
              </a:rPr>
              <a:t>Prueba De Partición Equivalente – Ejemplo </a:t>
            </a:r>
          </a:p>
          <a:p>
            <a:pPr marL="530225" lvl="0" indent="-530225" algn="just" rtl="0">
              <a:lnSpc>
                <a:spcPct val="100000"/>
              </a:lnSpc>
              <a:spcBef>
                <a:spcPts val="0"/>
              </a:spcBef>
              <a:spcAft>
                <a:spcPts val="1800"/>
              </a:spcAft>
              <a:buClr>
                <a:srgbClr val="C00000"/>
              </a:buClr>
              <a:buFont typeface="Noto Sans Symbols"/>
              <a:buChar char="❖"/>
            </a:pPr>
            <a:endParaRPr sz="3600" dirty="0">
              <a:solidFill>
                <a:schemeClr val="dk1"/>
              </a:solidFill>
            </a:endParaRPr>
          </a:p>
        </p:txBody>
      </p:sp>
      <p:graphicFrame>
        <p:nvGraphicFramePr>
          <p:cNvPr id="4" name="Google Shape;278;p22">
            <a:extLst>
              <a:ext uri="{FF2B5EF4-FFF2-40B4-BE49-F238E27FC236}">
                <a16:creationId xmlns:a16="http://schemas.microsoft.com/office/drawing/2014/main" id="{0BCD8898-9DBF-6FC8-D8DF-BA54162990A0}"/>
              </a:ext>
            </a:extLst>
          </p:cNvPr>
          <p:cNvGraphicFramePr/>
          <p:nvPr>
            <p:extLst>
              <p:ext uri="{D42A27DB-BD31-4B8C-83A1-F6EECF244321}">
                <p14:modId xmlns:p14="http://schemas.microsoft.com/office/powerpoint/2010/main" val="597761337"/>
              </p:ext>
            </p:extLst>
          </p:nvPr>
        </p:nvGraphicFramePr>
        <p:xfrm>
          <a:off x="1886929" y="2565113"/>
          <a:ext cx="8967884" cy="3725536"/>
        </p:xfrm>
        <a:graphic>
          <a:graphicData uri="http://schemas.openxmlformats.org/drawingml/2006/table">
            <a:tbl>
              <a:tblPr>
                <a:noFill/>
                <a:tableStyleId>{2143555D-D369-4BB7-928E-1EA982A75EF0}</a:tableStyleId>
              </a:tblPr>
              <a:tblGrid>
                <a:gridCol w="2324459">
                  <a:extLst>
                    <a:ext uri="{9D8B030D-6E8A-4147-A177-3AD203B41FA5}">
                      <a16:colId xmlns:a16="http://schemas.microsoft.com/office/drawing/2014/main" val="20000"/>
                    </a:ext>
                  </a:extLst>
                </a:gridCol>
                <a:gridCol w="3150712">
                  <a:extLst>
                    <a:ext uri="{9D8B030D-6E8A-4147-A177-3AD203B41FA5}">
                      <a16:colId xmlns:a16="http://schemas.microsoft.com/office/drawing/2014/main" val="20001"/>
                    </a:ext>
                  </a:extLst>
                </a:gridCol>
                <a:gridCol w="3492713">
                  <a:extLst>
                    <a:ext uri="{9D8B030D-6E8A-4147-A177-3AD203B41FA5}">
                      <a16:colId xmlns:a16="http://schemas.microsoft.com/office/drawing/2014/main" val="20002"/>
                    </a:ext>
                  </a:extLst>
                </a:gridCol>
              </a:tblGrid>
              <a:tr h="473055">
                <a:tc>
                  <a:txBody>
                    <a:bodyPr/>
                    <a:lstStyle/>
                    <a:p>
                      <a:pPr marL="0" marR="0" lvl="0" indent="0" algn="ctr" rtl="0">
                        <a:lnSpc>
                          <a:spcPct val="100000"/>
                        </a:lnSpc>
                        <a:spcBef>
                          <a:spcPts val="0"/>
                        </a:spcBef>
                        <a:spcAft>
                          <a:spcPts val="0"/>
                        </a:spcAft>
                        <a:buClr>
                          <a:schemeClr val="lt2"/>
                        </a:buClr>
                        <a:buSzPts val="1500"/>
                        <a:buFont typeface="Noto Sans Symbols"/>
                        <a:buNone/>
                      </a:pPr>
                      <a:r>
                        <a:rPr lang="en-US" sz="1800" b="1" i="0" u="none" strike="noStrike" cap="none" dirty="0" err="1">
                          <a:solidFill>
                            <a:srgbClr val="000000"/>
                          </a:solidFill>
                          <a:latin typeface="+mn-lt"/>
                          <a:ea typeface="Arial"/>
                          <a:cs typeface="Arial"/>
                          <a:sym typeface="Arial"/>
                        </a:rPr>
                        <a:t>Condición</a:t>
                      </a:r>
                      <a:r>
                        <a:rPr lang="en-US" sz="1800" b="1" i="0" u="none" strike="noStrike" cap="none" dirty="0">
                          <a:solidFill>
                            <a:srgbClr val="000000"/>
                          </a:solidFill>
                          <a:latin typeface="+mn-lt"/>
                          <a:ea typeface="Arial"/>
                          <a:cs typeface="Arial"/>
                          <a:sym typeface="Arial"/>
                        </a:rPr>
                        <a:t> de entrada</a:t>
                      </a:r>
                      <a:endParaRPr sz="1800" b="1" i="0" u="none" strike="noStrike" cap="none" dirty="0">
                        <a:solidFill>
                          <a:srgbClr val="000000"/>
                        </a:solidFill>
                        <a:latin typeface="+mn-lt"/>
                        <a:ea typeface="Arial"/>
                        <a:cs typeface="Arial"/>
                        <a:sym typeface="Arial"/>
                      </a:endParaRPr>
                    </a:p>
                  </a:txBody>
                  <a:tcPr marL="68575" marR="68575" marT="45725" marB="45725" anchor="ctr">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7F7F"/>
                    </a:solidFill>
                  </a:tcPr>
                </a:tc>
                <a:tc>
                  <a:txBody>
                    <a:bodyPr/>
                    <a:lstStyle/>
                    <a:p>
                      <a:pPr marL="0" marR="0" lvl="0" indent="0" algn="ctr" rtl="0">
                        <a:lnSpc>
                          <a:spcPct val="100000"/>
                        </a:lnSpc>
                        <a:spcBef>
                          <a:spcPts val="0"/>
                        </a:spcBef>
                        <a:spcAft>
                          <a:spcPts val="0"/>
                        </a:spcAft>
                        <a:buClr>
                          <a:schemeClr val="lt2"/>
                        </a:buClr>
                        <a:buSzPts val="1500"/>
                        <a:buFont typeface="Noto Sans Symbols"/>
                        <a:buNone/>
                      </a:pPr>
                      <a:r>
                        <a:rPr lang="en-US" sz="1800" b="1" i="0" u="none" strike="noStrike" cap="none" dirty="0" err="1">
                          <a:solidFill>
                            <a:srgbClr val="000000"/>
                          </a:solidFill>
                          <a:latin typeface="+mn-lt"/>
                          <a:ea typeface="Arial"/>
                          <a:cs typeface="Arial"/>
                          <a:sym typeface="Arial"/>
                        </a:rPr>
                        <a:t>Clases</a:t>
                      </a:r>
                      <a:r>
                        <a:rPr lang="en-US" sz="1800" b="1" i="0" u="none" strike="noStrike" cap="none" dirty="0">
                          <a:solidFill>
                            <a:srgbClr val="000000"/>
                          </a:solidFill>
                          <a:latin typeface="+mn-lt"/>
                          <a:ea typeface="Arial"/>
                          <a:cs typeface="Arial"/>
                          <a:sym typeface="Arial"/>
                        </a:rPr>
                        <a:t> de </a:t>
                      </a:r>
                      <a:r>
                        <a:rPr lang="en-US" sz="1800" b="1" i="0" u="none" strike="noStrike" cap="none" dirty="0" err="1">
                          <a:solidFill>
                            <a:srgbClr val="000000"/>
                          </a:solidFill>
                          <a:latin typeface="+mn-lt"/>
                          <a:ea typeface="Arial"/>
                          <a:cs typeface="Arial"/>
                          <a:sym typeface="Arial"/>
                        </a:rPr>
                        <a:t>equivalencia</a:t>
                      </a:r>
                      <a:r>
                        <a:rPr lang="en-US" sz="1800" b="1" i="0" u="none" strike="noStrike" cap="none" dirty="0">
                          <a:solidFill>
                            <a:srgbClr val="000000"/>
                          </a:solidFill>
                          <a:latin typeface="+mn-lt"/>
                          <a:ea typeface="Arial"/>
                          <a:cs typeface="Arial"/>
                          <a:sym typeface="Arial"/>
                        </a:rPr>
                        <a:t> </a:t>
                      </a:r>
                      <a:r>
                        <a:rPr lang="en-US" sz="1800" b="1" i="0" u="none" strike="noStrike" cap="none" dirty="0" err="1">
                          <a:solidFill>
                            <a:srgbClr val="000000"/>
                          </a:solidFill>
                          <a:latin typeface="+mn-lt"/>
                          <a:ea typeface="Arial"/>
                          <a:cs typeface="Arial"/>
                          <a:sym typeface="Arial"/>
                        </a:rPr>
                        <a:t>válidas</a:t>
                      </a:r>
                      <a:r>
                        <a:rPr lang="en-US" sz="1800" b="1" i="0" u="none" strike="noStrike" cap="none" dirty="0">
                          <a:solidFill>
                            <a:srgbClr val="000000"/>
                          </a:solidFill>
                          <a:latin typeface="+mn-lt"/>
                          <a:ea typeface="Arial"/>
                          <a:cs typeface="Arial"/>
                          <a:sym typeface="Arial"/>
                        </a:rPr>
                        <a:t> </a:t>
                      </a:r>
                      <a:endParaRPr sz="1800" b="1" i="0" u="none" strike="noStrike" cap="none" dirty="0">
                        <a:solidFill>
                          <a:srgbClr val="000000"/>
                        </a:solidFill>
                        <a:latin typeface="+mn-lt"/>
                        <a:ea typeface="Arial"/>
                        <a:cs typeface="Arial"/>
                        <a:sym typeface="Arial"/>
                      </a:endParaRPr>
                    </a:p>
                  </a:txBody>
                  <a:tcPr marL="68575" marR="68575"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7F7F"/>
                    </a:solidFill>
                  </a:tcPr>
                </a:tc>
                <a:tc>
                  <a:txBody>
                    <a:bodyPr/>
                    <a:lstStyle/>
                    <a:p>
                      <a:pPr marL="0" marR="0" lvl="0" indent="0" algn="ctr" rtl="0">
                        <a:lnSpc>
                          <a:spcPct val="100000"/>
                        </a:lnSpc>
                        <a:spcBef>
                          <a:spcPts val="0"/>
                        </a:spcBef>
                        <a:spcAft>
                          <a:spcPts val="0"/>
                        </a:spcAft>
                        <a:buClr>
                          <a:schemeClr val="lt2"/>
                        </a:buClr>
                        <a:buSzPts val="1500"/>
                        <a:buFont typeface="Noto Sans Symbols"/>
                        <a:buNone/>
                      </a:pPr>
                      <a:r>
                        <a:rPr lang="en-US" sz="1800" b="1" i="0" u="none" strike="noStrike" cap="none" dirty="0" err="1">
                          <a:solidFill>
                            <a:srgbClr val="000000"/>
                          </a:solidFill>
                          <a:latin typeface="+mn-lt"/>
                          <a:ea typeface="Arial"/>
                          <a:cs typeface="Arial"/>
                          <a:sym typeface="Arial"/>
                        </a:rPr>
                        <a:t>Clases</a:t>
                      </a:r>
                      <a:r>
                        <a:rPr lang="en-US" sz="1800" b="1" i="0" u="none" strike="noStrike" cap="none" dirty="0">
                          <a:solidFill>
                            <a:srgbClr val="000000"/>
                          </a:solidFill>
                          <a:latin typeface="+mn-lt"/>
                          <a:ea typeface="Arial"/>
                          <a:cs typeface="Arial"/>
                          <a:sym typeface="Arial"/>
                        </a:rPr>
                        <a:t> de </a:t>
                      </a:r>
                      <a:r>
                        <a:rPr lang="en-US" sz="1800" b="1" i="0" u="none" strike="noStrike" cap="none" dirty="0" err="1">
                          <a:solidFill>
                            <a:srgbClr val="000000"/>
                          </a:solidFill>
                          <a:latin typeface="+mn-lt"/>
                          <a:ea typeface="Arial"/>
                          <a:cs typeface="Arial"/>
                          <a:sym typeface="Arial"/>
                        </a:rPr>
                        <a:t>equivalencia</a:t>
                      </a:r>
                      <a:r>
                        <a:rPr lang="en-US" sz="1800" b="1" i="0" u="none" strike="noStrike" cap="none" dirty="0">
                          <a:solidFill>
                            <a:srgbClr val="000000"/>
                          </a:solidFill>
                          <a:latin typeface="+mn-lt"/>
                          <a:ea typeface="Arial"/>
                          <a:cs typeface="Arial"/>
                          <a:sym typeface="Arial"/>
                        </a:rPr>
                        <a:t> </a:t>
                      </a:r>
                      <a:r>
                        <a:rPr lang="en-US" sz="1800" b="1" i="0" u="none" strike="noStrike" cap="none" dirty="0" err="1">
                          <a:solidFill>
                            <a:srgbClr val="000000"/>
                          </a:solidFill>
                          <a:latin typeface="+mn-lt"/>
                          <a:ea typeface="Arial"/>
                          <a:cs typeface="Arial"/>
                          <a:sym typeface="Arial"/>
                        </a:rPr>
                        <a:t>inválidas</a:t>
                      </a:r>
                      <a:endParaRPr sz="1800" b="1" i="0" u="none" strike="noStrike" cap="none" dirty="0">
                        <a:solidFill>
                          <a:srgbClr val="000000"/>
                        </a:solidFill>
                        <a:latin typeface="+mn-lt"/>
                        <a:ea typeface="Arial"/>
                        <a:cs typeface="Arial"/>
                        <a:sym typeface="Arial"/>
                      </a:endParaRPr>
                    </a:p>
                  </a:txBody>
                  <a:tcPr marL="68575" marR="68575" marT="45725" marB="45725" anchor="ctr">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7F7F"/>
                    </a:solidFill>
                  </a:tcPr>
                </a:tc>
                <a:extLst>
                  <a:ext uri="{0D108BD9-81ED-4DB2-BD59-A6C34878D82A}">
                    <a16:rowId xmlns:a16="http://schemas.microsoft.com/office/drawing/2014/main" val="10000"/>
                  </a:ext>
                </a:extLst>
              </a:tr>
              <a:tr h="624282">
                <a:tc>
                  <a:txBody>
                    <a:bodyPr/>
                    <a:lstStyle/>
                    <a:p>
                      <a:pPr marL="0" marR="0" lvl="0" indent="0" algn="l" rtl="0">
                        <a:lnSpc>
                          <a:spcPct val="100000"/>
                        </a:lnSpc>
                        <a:spcBef>
                          <a:spcPts val="0"/>
                        </a:spcBef>
                        <a:spcAft>
                          <a:spcPts val="0"/>
                        </a:spcAft>
                        <a:buClr>
                          <a:schemeClr val="lt2"/>
                        </a:buClr>
                        <a:buSzPts val="1500"/>
                        <a:buFont typeface="Noto Sans Symbols"/>
                        <a:buNone/>
                      </a:pPr>
                      <a:r>
                        <a:rPr lang="en-US" sz="1800" b="0" i="1" u="none" strike="noStrike" cap="none" dirty="0">
                          <a:solidFill>
                            <a:schemeClr val="dk1"/>
                          </a:solidFill>
                          <a:latin typeface="+mn-lt"/>
                          <a:ea typeface="Arial"/>
                          <a:cs typeface="Arial"/>
                          <a:sym typeface="Arial"/>
                        </a:rPr>
                        <a:t>Código</a:t>
                      </a:r>
                      <a:endParaRPr sz="1200" b="0" i="1" u="none" strike="noStrike" cap="none" dirty="0">
                        <a:latin typeface="+mn-lt"/>
                      </a:endParaRPr>
                    </a:p>
                  </a:txBody>
                  <a:tcPr marL="68575" marR="68575"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500"/>
                        <a:buFont typeface="Noto Sans Symbols"/>
                        <a:buNone/>
                      </a:pPr>
                      <a:r>
                        <a:rPr lang="en-US" sz="1800" b="0" i="0" u="none" strike="noStrike" cap="none">
                          <a:solidFill>
                            <a:schemeClr val="dk1"/>
                          </a:solidFill>
                          <a:latin typeface="+mn-lt"/>
                          <a:ea typeface="Arial"/>
                          <a:cs typeface="Arial"/>
                          <a:sym typeface="Arial"/>
                        </a:rPr>
                        <a:t> 0&lt;= código &lt;= 9999 </a:t>
                      </a:r>
                      <a:endParaRPr sz="1200" u="none" strike="noStrike" cap="none">
                        <a:latin typeface="+mn-lt"/>
                      </a:endParaRPr>
                    </a:p>
                  </a:txBody>
                  <a:tcPr marL="68575" marR="68575"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500"/>
                        <a:buFont typeface="Noto Sans Symbols"/>
                        <a:buNone/>
                      </a:pPr>
                      <a:r>
                        <a:rPr lang="en-US" sz="1800" b="0" i="0" u="none" strike="noStrike" cap="none">
                          <a:solidFill>
                            <a:schemeClr val="dk1"/>
                          </a:solidFill>
                          <a:latin typeface="+mn-lt"/>
                          <a:ea typeface="Arial"/>
                          <a:cs typeface="Arial"/>
                          <a:sym typeface="Arial"/>
                        </a:rPr>
                        <a:t>código &lt;0</a:t>
                      </a:r>
                      <a:endParaRPr sz="1200" u="none" strike="noStrike" cap="none">
                        <a:latin typeface="+mn-lt"/>
                      </a:endParaRPr>
                    </a:p>
                    <a:p>
                      <a:pPr marL="0" marR="0" lvl="0" indent="0" algn="l" rtl="0">
                        <a:lnSpc>
                          <a:spcPct val="100000"/>
                        </a:lnSpc>
                        <a:spcBef>
                          <a:spcPts val="400"/>
                        </a:spcBef>
                        <a:spcAft>
                          <a:spcPts val="0"/>
                        </a:spcAft>
                        <a:buClr>
                          <a:schemeClr val="lt2"/>
                        </a:buClr>
                        <a:buSzPts val="1500"/>
                        <a:buFont typeface="Noto Sans Symbols"/>
                        <a:buNone/>
                      </a:pPr>
                      <a:r>
                        <a:rPr lang="en-US" sz="1800" b="0" i="0" u="none" strike="noStrike" cap="none">
                          <a:solidFill>
                            <a:schemeClr val="dk1"/>
                          </a:solidFill>
                          <a:latin typeface="+mn-lt"/>
                          <a:ea typeface="Arial"/>
                          <a:cs typeface="Arial"/>
                          <a:sym typeface="Arial"/>
                        </a:rPr>
                        <a:t>código  &gt; 9999</a:t>
                      </a:r>
                      <a:endParaRPr sz="1800" b="0" i="0" u="none" strike="noStrike" cap="none">
                        <a:solidFill>
                          <a:schemeClr val="dk1"/>
                        </a:solidFill>
                        <a:latin typeface="+mn-lt"/>
                        <a:ea typeface="Arial"/>
                        <a:cs typeface="Arial"/>
                        <a:sym typeface="Arial"/>
                      </a:endParaRPr>
                    </a:p>
                  </a:txBody>
                  <a:tcPr marL="68575" marR="68575"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624282">
                <a:tc>
                  <a:txBody>
                    <a:bodyPr/>
                    <a:lstStyle/>
                    <a:p>
                      <a:pPr marL="0" marR="0" lvl="0" indent="0" algn="l" rtl="0">
                        <a:lnSpc>
                          <a:spcPct val="100000"/>
                        </a:lnSpc>
                        <a:spcBef>
                          <a:spcPts val="0"/>
                        </a:spcBef>
                        <a:spcAft>
                          <a:spcPts val="0"/>
                        </a:spcAft>
                        <a:buClr>
                          <a:schemeClr val="lt2"/>
                        </a:buClr>
                        <a:buSzPts val="1500"/>
                        <a:buFont typeface="Noto Sans Symbols"/>
                        <a:buNone/>
                      </a:pPr>
                      <a:r>
                        <a:rPr lang="en-US" sz="1800" b="0" i="1" u="none" strike="noStrike" cap="none" dirty="0">
                          <a:solidFill>
                            <a:schemeClr val="dk1"/>
                          </a:solidFill>
                          <a:latin typeface="+mn-lt"/>
                          <a:ea typeface="Arial"/>
                          <a:cs typeface="Arial"/>
                          <a:sym typeface="Arial"/>
                        </a:rPr>
                        <a:t>Nombre</a:t>
                      </a:r>
                      <a:endParaRPr sz="1200" b="0" i="1" u="none" strike="noStrike" cap="none" dirty="0">
                        <a:latin typeface="+mn-lt"/>
                      </a:endParaRPr>
                    </a:p>
                  </a:txBody>
                  <a:tcPr marL="68575" marR="68575"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500"/>
                        <a:buFont typeface="Noto Sans Symbols"/>
                        <a:buNone/>
                      </a:pPr>
                      <a:r>
                        <a:rPr lang="en-US" sz="1800" b="0" i="0" u="none" strike="noStrike" cap="none">
                          <a:solidFill>
                            <a:schemeClr val="dk1"/>
                          </a:solidFill>
                          <a:latin typeface="+mn-lt"/>
                          <a:ea typeface="Arial"/>
                          <a:cs typeface="Arial"/>
                          <a:sym typeface="Arial"/>
                        </a:rPr>
                        <a:t>1 a 20 caracteres </a:t>
                      </a:r>
                      <a:endParaRPr sz="1200" u="none" strike="noStrike" cap="none">
                        <a:latin typeface="+mn-lt"/>
                      </a:endParaRPr>
                    </a:p>
                  </a:txBody>
                  <a:tcPr marL="68575" marR="68575"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500"/>
                        <a:buFont typeface="Noto Sans Symbols"/>
                        <a:buNone/>
                      </a:pPr>
                      <a:r>
                        <a:rPr lang="en-US" sz="1800" b="0" i="0" u="none" strike="noStrike" cap="none" dirty="0">
                          <a:solidFill>
                            <a:schemeClr val="dk1"/>
                          </a:solidFill>
                          <a:latin typeface="+mn-lt"/>
                          <a:ea typeface="Arial"/>
                          <a:cs typeface="Arial"/>
                          <a:sym typeface="Arial"/>
                        </a:rPr>
                        <a:t>0 </a:t>
                      </a:r>
                      <a:r>
                        <a:rPr lang="en-US" sz="1800" b="0" i="0" u="none" strike="noStrike" cap="none" dirty="0" err="1">
                          <a:solidFill>
                            <a:schemeClr val="dk1"/>
                          </a:solidFill>
                          <a:latin typeface="+mn-lt"/>
                          <a:ea typeface="Arial"/>
                          <a:cs typeface="Arial"/>
                          <a:sym typeface="Arial"/>
                        </a:rPr>
                        <a:t>caracteres</a:t>
                      </a:r>
                      <a:r>
                        <a:rPr lang="en-US" sz="1800" b="0" i="0" u="none" strike="noStrike" cap="none" dirty="0">
                          <a:solidFill>
                            <a:schemeClr val="dk1"/>
                          </a:solidFill>
                          <a:latin typeface="+mn-lt"/>
                          <a:ea typeface="Arial"/>
                          <a:cs typeface="Arial"/>
                          <a:sym typeface="Arial"/>
                        </a:rPr>
                        <a:t>;</a:t>
                      </a:r>
                      <a:endParaRPr sz="1200" u="none" strike="noStrike" cap="none" dirty="0">
                        <a:latin typeface="+mn-lt"/>
                      </a:endParaRPr>
                    </a:p>
                    <a:p>
                      <a:pPr marL="0" marR="0" lvl="0" indent="0" algn="l" rtl="0">
                        <a:lnSpc>
                          <a:spcPct val="100000"/>
                        </a:lnSpc>
                        <a:spcBef>
                          <a:spcPts val="400"/>
                        </a:spcBef>
                        <a:spcAft>
                          <a:spcPts val="0"/>
                        </a:spcAft>
                        <a:buClr>
                          <a:schemeClr val="lt2"/>
                        </a:buClr>
                        <a:buSzPts val="1500"/>
                        <a:buFont typeface="Noto Sans Symbols"/>
                        <a:buNone/>
                      </a:pPr>
                      <a:r>
                        <a:rPr lang="en-US" sz="1800" b="0" i="0" u="none" strike="noStrike" cap="none" dirty="0">
                          <a:solidFill>
                            <a:schemeClr val="dk1"/>
                          </a:solidFill>
                          <a:latin typeface="+mn-lt"/>
                          <a:ea typeface="Arial"/>
                          <a:cs typeface="Arial"/>
                          <a:sym typeface="Arial"/>
                        </a:rPr>
                        <a:t>mas de 20 </a:t>
                      </a:r>
                      <a:r>
                        <a:rPr lang="en-US" sz="1800" b="0" i="0" u="none" strike="noStrike" cap="none" dirty="0" err="1">
                          <a:solidFill>
                            <a:schemeClr val="dk1"/>
                          </a:solidFill>
                          <a:latin typeface="+mn-lt"/>
                          <a:ea typeface="Arial"/>
                          <a:cs typeface="Arial"/>
                          <a:sym typeface="Arial"/>
                        </a:rPr>
                        <a:t>caracteres</a:t>
                      </a:r>
                      <a:endParaRPr sz="1200" u="none" strike="noStrike" cap="none" dirty="0">
                        <a:latin typeface="+mn-lt"/>
                      </a:endParaRPr>
                    </a:p>
                  </a:txBody>
                  <a:tcPr marL="68575" marR="68575"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29018">
                <a:tc>
                  <a:txBody>
                    <a:bodyPr/>
                    <a:lstStyle/>
                    <a:p>
                      <a:pPr marL="0" marR="0" lvl="0" indent="0" algn="l" rtl="0">
                        <a:lnSpc>
                          <a:spcPct val="100000"/>
                        </a:lnSpc>
                        <a:spcBef>
                          <a:spcPts val="0"/>
                        </a:spcBef>
                        <a:spcAft>
                          <a:spcPts val="0"/>
                        </a:spcAft>
                        <a:buClr>
                          <a:schemeClr val="lt2"/>
                        </a:buClr>
                        <a:buSzPts val="1500"/>
                        <a:buFont typeface="Noto Sans Symbols"/>
                        <a:buNone/>
                      </a:pPr>
                      <a:r>
                        <a:rPr lang="en-US" sz="1800" b="0" i="1" u="none" strike="noStrike" cap="none" dirty="0" err="1">
                          <a:solidFill>
                            <a:schemeClr val="dk1"/>
                          </a:solidFill>
                          <a:latin typeface="+mn-lt"/>
                          <a:ea typeface="Arial"/>
                          <a:cs typeface="Arial"/>
                          <a:sym typeface="Arial"/>
                        </a:rPr>
                        <a:t>Descripción</a:t>
                      </a:r>
                      <a:endParaRPr sz="1800" b="0" i="1" u="none" strike="noStrike" cap="none" dirty="0">
                        <a:solidFill>
                          <a:schemeClr val="dk1"/>
                        </a:solidFill>
                        <a:latin typeface="+mn-lt"/>
                        <a:ea typeface="Arial"/>
                        <a:cs typeface="Arial"/>
                        <a:sym typeface="Arial"/>
                      </a:endParaRPr>
                    </a:p>
                  </a:txBody>
                  <a:tcPr marL="68575" marR="68575"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500"/>
                        <a:buFont typeface="Noto Sans Symbols"/>
                        <a:buNone/>
                      </a:pPr>
                      <a:r>
                        <a:rPr lang="en-US" sz="1800" b="0" i="0" u="none" strike="noStrike" cap="none">
                          <a:solidFill>
                            <a:schemeClr val="dk1"/>
                          </a:solidFill>
                          <a:latin typeface="+mn-lt"/>
                          <a:ea typeface="Arial"/>
                          <a:cs typeface="Arial"/>
                          <a:sym typeface="Arial"/>
                        </a:rPr>
                        <a:t>0 a 256 caracteres</a:t>
                      </a:r>
                      <a:endParaRPr sz="1800" b="0" i="0" u="none" strike="noStrike" cap="none">
                        <a:solidFill>
                          <a:schemeClr val="dk1"/>
                        </a:solidFill>
                        <a:latin typeface="+mn-lt"/>
                        <a:ea typeface="Arial"/>
                        <a:cs typeface="Arial"/>
                        <a:sym typeface="Arial"/>
                      </a:endParaRPr>
                    </a:p>
                  </a:txBody>
                  <a:tcPr marL="68575" marR="68575"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500"/>
                        <a:buFont typeface="Noto Sans Symbols"/>
                        <a:buNone/>
                      </a:pPr>
                      <a:r>
                        <a:rPr lang="en-US" sz="1800" b="0" i="0" u="none" strike="noStrike" cap="none">
                          <a:solidFill>
                            <a:schemeClr val="dk1"/>
                          </a:solidFill>
                          <a:latin typeface="+mn-lt"/>
                          <a:ea typeface="Arial"/>
                          <a:cs typeface="Arial"/>
                          <a:sym typeface="Arial"/>
                        </a:rPr>
                        <a:t>mas de 256 caracteres</a:t>
                      </a:r>
                      <a:endParaRPr sz="1800" b="0" i="0" u="none" strike="noStrike" cap="none">
                        <a:solidFill>
                          <a:schemeClr val="dk1"/>
                        </a:solidFill>
                        <a:latin typeface="+mn-lt"/>
                        <a:ea typeface="Arial"/>
                        <a:cs typeface="Arial"/>
                        <a:sym typeface="Arial"/>
                      </a:endParaRPr>
                    </a:p>
                  </a:txBody>
                  <a:tcPr marL="68575" marR="68575"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29018">
                <a:tc>
                  <a:txBody>
                    <a:bodyPr/>
                    <a:lstStyle/>
                    <a:p>
                      <a:pPr marL="0" marR="0" lvl="0" indent="0" algn="l" rtl="0">
                        <a:lnSpc>
                          <a:spcPct val="100000"/>
                        </a:lnSpc>
                        <a:spcBef>
                          <a:spcPts val="0"/>
                        </a:spcBef>
                        <a:spcAft>
                          <a:spcPts val="0"/>
                        </a:spcAft>
                        <a:buClr>
                          <a:schemeClr val="lt2"/>
                        </a:buClr>
                        <a:buSzPts val="1500"/>
                        <a:buFont typeface="Noto Sans Symbols"/>
                        <a:buNone/>
                      </a:pPr>
                      <a:r>
                        <a:rPr lang="en-US" sz="1800" b="0" i="1" u="none" strike="noStrike" cap="none" dirty="0" err="1">
                          <a:solidFill>
                            <a:srgbClr val="000000"/>
                          </a:solidFill>
                          <a:latin typeface="+mn-lt"/>
                          <a:ea typeface="Arial"/>
                          <a:cs typeface="Arial"/>
                          <a:sym typeface="Arial"/>
                        </a:rPr>
                        <a:t>Recomendaciones</a:t>
                      </a:r>
                      <a:endParaRPr sz="1800" b="0" i="1" u="none" strike="noStrike" cap="none" dirty="0">
                        <a:solidFill>
                          <a:srgbClr val="000000"/>
                        </a:solidFill>
                        <a:latin typeface="+mn-lt"/>
                        <a:ea typeface="Arial"/>
                        <a:cs typeface="Arial"/>
                        <a:sym typeface="Arial"/>
                      </a:endParaRPr>
                    </a:p>
                  </a:txBody>
                  <a:tcPr marL="68575" marR="68575"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500"/>
                        <a:buFont typeface="Noto Sans Symbols"/>
                        <a:buNone/>
                      </a:pPr>
                      <a:r>
                        <a:rPr lang="en-US" sz="1800" b="0" i="0" u="none" strike="noStrike" cap="none">
                          <a:solidFill>
                            <a:srgbClr val="000000"/>
                          </a:solidFill>
                          <a:latin typeface="+mn-lt"/>
                          <a:ea typeface="Arial"/>
                          <a:cs typeface="Arial"/>
                          <a:sym typeface="Arial"/>
                        </a:rPr>
                        <a:t>0 a 512 caracteres</a:t>
                      </a:r>
                      <a:endParaRPr sz="1800" b="0" i="0" u="none" strike="noStrike" cap="none">
                        <a:solidFill>
                          <a:srgbClr val="000000"/>
                        </a:solidFill>
                        <a:latin typeface="+mn-lt"/>
                        <a:ea typeface="Arial"/>
                        <a:cs typeface="Arial"/>
                        <a:sym typeface="Arial"/>
                      </a:endParaRPr>
                    </a:p>
                  </a:txBody>
                  <a:tcPr marL="68575" marR="68575"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500"/>
                        <a:buFont typeface="Noto Sans Symbols"/>
                        <a:buNone/>
                      </a:pPr>
                      <a:r>
                        <a:rPr lang="en-US" sz="1800" b="0" i="0" u="none" strike="noStrike" cap="none">
                          <a:solidFill>
                            <a:srgbClr val="000000"/>
                          </a:solidFill>
                          <a:latin typeface="+mn-lt"/>
                          <a:ea typeface="Arial"/>
                          <a:cs typeface="Arial"/>
                          <a:sym typeface="Arial"/>
                        </a:rPr>
                        <a:t>mas de 512 caracteres</a:t>
                      </a:r>
                      <a:endParaRPr sz="1800" b="0" i="0" u="none" strike="noStrike" cap="none">
                        <a:solidFill>
                          <a:srgbClr val="000000"/>
                        </a:solidFill>
                        <a:latin typeface="+mn-lt"/>
                        <a:ea typeface="Arial"/>
                        <a:cs typeface="Arial"/>
                        <a:sym typeface="Arial"/>
                      </a:endParaRPr>
                    </a:p>
                  </a:txBody>
                  <a:tcPr marL="68575" marR="68575"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624282">
                <a:tc>
                  <a:txBody>
                    <a:bodyPr/>
                    <a:lstStyle/>
                    <a:p>
                      <a:pPr marL="0" marR="0" lvl="0" indent="0" algn="l" rtl="0">
                        <a:lnSpc>
                          <a:spcPct val="100000"/>
                        </a:lnSpc>
                        <a:spcBef>
                          <a:spcPts val="0"/>
                        </a:spcBef>
                        <a:spcAft>
                          <a:spcPts val="0"/>
                        </a:spcAft>
                        <a:buClr>
                          <a:schemeClr val="lt2"/>
                        </a:buClr>
                        <a:buSzPts val="1500"/>
                        <a:buFont typeface="Noto Sans Symbols"/>
                        <a:buNone/>
                      </a:pPr>
                      <a:r>
                        <a:rPr lang="en-US" sz="1800" b="0" i="1" u="none" strike="noStrike" cap="none" dirty="0" err="1">
                          <a:solidFill>
                            <a:schemeClr val="dk1"/>
                          </a:solidFill>
                          <a:latin typeface="+mn-lt"/>
                          <a:ea typeface="Arial"/>
                          <a:cs typeface="Arial"/>
                          <a:sym typeface="Arial"/>
                        </a:rPr>
                        <a:t>Género</a:t>
                      </a:r>
                      <a:r>
                        <a:rPr lang="en-US" sz="1800" b="0" i="1" u="none" strike="noStrike" cap="none" dirty="0">
                          <a:solidFill>
                            <a:schemeClr val="dk1"/>
                          </a:solidFill>
                          <a:latin typeface="+mn-lt"/>
                          <a:ea typeface="Arial"/>
                          <a:cs typeface="Arial"/>
                          <a:sym typeface="Arial"/>
                        </a:rPr>
                        <a:t> </a:t>
                      </a:r>
                      <a:endParaRPr sz="1200" b="0" i="1" u="none" strike="noStrike" cap="none" dirty="0">
                        <a:latin typeface="+mn-lt"/>
                      </a:endParaRPr>
                    </a:p>
                  </a:txBody>
                  <a:tcPr marL="68575" marR="68575"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500"/>
                        <a:buFont typeface="Noto Sans Symbols"/>
                        <a:buNone/>
                      </a:pPr>
                      <a:r>
                        <a:rPr lang="en-US" sz="1800" b="0" i="0" u="none" strike="noStrike" cap="none">
                          <a:solidFill>
                            <a:schemeClr val="dk1"/>
                          </a:solidFill>
                          <a:latin typeface="+mn-lt"/>
                          <a:ea typeface="Arial"/>
                          <a:cs typeface="Arial"/>
                          <a:sym typeface="Arial"/>
                        </a:rPr>
                        <a:t>masculino </a:t>
                      </a:r>
                      <a:endParaRPr sz="1200" u="none" strike="noStrike" cap="none">
                        <a:latin typeface="+mn-lt"/>
                      </a:endParaRPr>
                    </a:p>
                    <a:p>
                      <a:pPr marL="0" marR="0" lvl="0" indent="0" algn="l" rtl="0">
                        <a:lnSpc>
                          <a:spcPct val="100000"/>
                        </a:lnSpc>
                        <a:spcBef>
                          <a:spcPts val="400"/>
                        </a:spcBef>
                        <a:spcAft>
                          <a:spcPts val="0"/>
                        </a:spcAft>
                        <a:buClr>
                          <a:schemeClr val="lt2"/>
                        </a:buClr>
                        <a:buSzPts val="1500"/>
                        <a:buFont typeface="Noto Sans Symbols"/>
                        <a:buNone/>
                      </a:pPr>
                      <a:r>
                        <a:rPr lang="en-US" sz="1800" b="0" i="0" u="none" strike="noStrike" cap="none">
                          <a:solidFill>
                            <a:schemeClr val="dk1"/>
                          </a:solidFill>
                          <a:latin typeface="+mn-lt"/>
                          <a:ea typeface="Arial"/>
                          <a:cs typeface="Arial"/>
                          <a:sym typeface="Arial"/>
                        </a:rPr>
                        <a:t>femenino </a:t>
                      </a:r>
                      <a:endParaRPr sz="1200" u="none" strike="noStrike" cap="none">
                        <a:latin typeface="+mn-lt"/>
                      </a:endParaRPr>
                    </a:p>
                  </a:txBody>
                  <a:tcPr marL="68575" marR="68575"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500"/>
                        <a:buFont typeface="Noto Sans Symbols"/>
                        <a:buNone/>
                      </a:pPr>
                      <a:r>
                        <a:rPr lang="en-US" sz="1800" b="0" i="0" u="none" strike="noStrike" cap="none" dirty="0" err="1">
                          <a:solidFill>
                            <a:schemeClr val="dk1"/>
                          </a:solidFill>
                          <a:latin typeface="+mn-lt"/>
                          <a:ea typeface="Arial"/>
                          <a:cs typeface="Arial"/>
                          <a:sym typeface="Arial"/>
                        </a:rPr>
                        <a:t>otra</a:t>
                      </a:r>
                      <a:r>
                        <a:rPr lang="en-US" sz="1800" b="0" i="0" u="none" strike="noStrike" cap="none" dirty="0">
                          <a:solidFill>
                            <a:schemeClr val="dk1"/>
                          </a:solidFill>
                          <a:latin typeface="+mn-lt"/>
                          <a:ea typeface="Arial"/>
                          <a:cs typeface="Arial"/>
                          <a:sym typeface="Arial"/>
                        </a:rPr>
                        <a:t> </a:t>
                      </a:r>
                      <a:r>
                        <a:rPr lang="en-US" sz="1800" b="0" i="0" u="none" strike="noStrike" cap="none" dirty="0" err="1">
                          <a:solidFill>
                            <a:schemeClr val="dk1"/>
                          </a:solidFill>
                          <a:latin typeface="+mn-lt"/>
                          <a:ea typeface="Arial"/>
                          <a:cs typeface="Arial"/>
                          <a:sym typeface="Arial"/>
                        </a:rPr>
                        <a:t>cadena</a:t>
                      </a:r>
                      <a:r>
                        <a:rPr lang="en-US" sz="1800" b="0" i="0" u="none" strike="noStrike" cap="none" dirty="0">
                          <a:solidFill>
                            <a:schemeClr val="dk1"/>
                          </a:solidFill>
                          <a:latin typeface="+mn-lt"/>
                          <a:ea typeface="Arial"/>
                          <a:cs typeface="Arial"/>
                          <a:sym typeface="Arial"/>
                        </a:rPr>
                        <a:t> de </a:t>
                      </a:r>
                      <a:r>
                        <a:rPr lang="en-US" sz="1800" b="0" i="0" u="none" strike="noStrike" cap="none" dirty="0" err="1">
                          <a:solidFill>
                            <a:schemeClr val="dk1"/>
                          </a:solidFill>
                          <a:latin typeface="+mn-lt"/>
                          <a:ea typeface="Arial"/>
                          <a:cs typeface="Arial"/>
                          <a:sym typeface="Arial"/>
                        </a:rPr>
                        <a:t>caracteres</a:t>
                      </a:r>
                      <a:endParaRPr sz="1200" u="none" strike="noStrike" cap="none" dirty="0">
                        <a:latin typeface="+mn-lt"/>
                      </a:endParaRPr>
                    </a:p>
                  </a:txBody>
                  <a:tcPr marL="68575" marR="68575"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448271">
                <a:tc>
                  <a:txBody>
                    <a:bodyPr/>
                    <a:lstStyle/>
                    <a:p>
                      <a:pPr marL="0" marR="0" lvl="0" indent="0" algn="l" rtl="0">
                        <a:lnSpc>
                          <a:spcPct val="100000"/>
                        </a:lnSpc>
                        <a:spcBef>
                          <a:spcPts val="0"/>
                        </a:spcBef>
                        <a:spcAft>
                          <a:spcPts val="0"/>
                        </a:spcAft>
                        <a:buClr>
                          <a:schemeClr val="lt2"/>
                        </a:buClr>
                        <a:buSzPts val="1500"/>
                        <a:buFont typeface="Noto Sans Symbols"/>
                        <a:buNone/>
                      </a:pPr>
                      <a:r>
                        <a:rPr lang="en-US" sz="1800" b="0" i="1" u="none" strike="noStrike" cap="none" dirty="0">
                          <a:solidFill>
                            <a:schemeClr val="dk1"/>
                          </a:solidFill>
                          <a:latin typeface="+mn-lt"/>
                          <a:ea typeface="Arial"/>
                          <a:cs typeface="Arial"/>
                          <a:sym typeface="Arial"/>
                        </a:rPr>
                        <a:t>Stock</a:t>
                      </a:r>
                      <a:endParaRPr sz="1800" b="0" i="1" u="none" strike="noStrike" cap="none" dirty="0">
                        <a:solidFill>
                          <a:schemeClr val="dk1"/>
                        </a:solidFill>
                        <a:latin typeface="+mn-lt"/>
                        <a:ea typeface="Arial"/>
                        <a:cs typeface="Arial"/>
                        <a:sym typeface="Arial"/>
                      </a:endParaRPr>
                    </a:p>
                  </a:txBody>
                  <a:tcPr marL="68575" marR="68575"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500"/>
                        <a:buFont typeface="Noto Sans Symbols"/>
                        <a:buNone/>
                      </a:pPr>
                      <a:r>
                        <a:rPr lang="en-US" sz="1800" b="0" i="0" u="none" strike="noStrike" cap="none" dirty="0" err="1">
                          <a:solidFill>
                            <a:schemeClr val="dk1"/>
                          </a:solidFill>
                          <a:latin typeface="+mn-lt"/>
                          <a:ea typeface="Arial"/>
                          <a:cs typeface="Arial"/>
                          <a:sym typeface="Arial"/>
                        </a:rPr>
                        <a:t>número</a:t>
                      </a:r>
                      <a:r>
                        <a:rPr lang="en-US" sz="1800" b="0" i="0" u="none" strike="noStrike" cap="none" dirty="0">
                          <a:solidFill>
                            <a:schemeClr val="dk1"/>
                          </a:solidFill>
                          <a:latin typeface="+mn-lt"/>
                          <a:ea typeface="Arial"/>
                          <a:cs typeface="Arial"/>
                          <a:sym typeface="Arial"/>
                        </a:rPr>
                        <a:t> </a:t>
                      </a:r>
                      <a:r>
                        <a:rPr lang="en-US" sz="1800" b="0" i="0" u="none" strike="noStrike" cap="none" dirty="0" err="1">
                          <a:solidFill>
                            <a:schemeClr val="dk1"/>
                          </a:solidFill>
                          <a:latin typeface="+mn-lt"/>
                          <a:ea typeface="Arial"/>
                          <a:cs typeface="Arial"/>
                          <a:sym typeface="Arial"/>
                        </a:rPr>
                        <a:t>entero</a:t>
                      </a:r>
                      <a:endParaRPr sz="1200" u="none" strike="noStrike" cap="none" dirty="0">
                        <a:latin typeface="+mn-lt"/>
                      </a:endParaRPr>
                    </a:p>
                  </a:txBody>
                  <a:tcPr marL="68575" marR="68575"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500"/>
                        <a:buFont typeface="Noto Sans Symbols"/>
                        <a:buNone/>
                      </a:pPr>
                      <a:r>
                        <a:rPr lang="en-US" sz="1800" b="0" i="0" u="none" strike="noStrike" cap="none" dirty="0" err="1">
                          <a:solidFill>
                            <a:schemeClr val="dk1"/>
                          </a:solidFill>
                          <a:latin typeface="+mn-lt"/>
                          <a:ea typeface="Arial"/>
                          <a:cs typeface="Arial"/>
                          <a:sym typeface="Arial"/>
                        </a:rPr>
                        <a:t>caracteres</a:t>
                      </a:r>
                      <a:r>
                        <a:rPr lang="en-US" sz="1800" b="0" i="0" u="none" strike="noStrike" cap="none" dirty="0">
                          <a:solidFill>
                            <a:schemeClr val="dk1"/>
                          </a:solidFill>
                          <a:latin typeface="+mn-lt"/>
                          <a:ea typeface="Arial"/>
                          <a:cs typeface="Arial"/>
                          <a:sym typeface="Arial"/>
                        </a:rPr>
                        <a:t> no </a:t>
                      </a:r>
                      <a:r>
                        <a:rPr lang="en-US" sz="1800" b="0" i="0" u="none" strike="noStrike" cap="none" dirty="0" err="1">
                          <a:solidFill>
                            <a:schemeClr val="dk1"/>
                          </a:solidFill>
                          <a:latin typeface="+mn-lt"/>
                          <a:ea typeface="Arial"/>
                          <a:cs typeface="Arial"/>
                          <a:sym typeface="Arial"/>
                        </a:rPr>
                        <a:t>dígitos</a:t>
                      </a:r>
                      <a:endParaRPr sz="1200" u="none" strike="noStrike" cap="none" dirty="0">
                        <a:latin typeface="+mn-lt"/>
                      </a:endParaRPr>
                    </a:p>
                  </a:txBody>
                  <a:tcPr marL="68575" marR="68575"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782764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DB266133-699E-1F9F-89AC-5488F8CACA57}"/>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9140A56A-AB0B-9444-75EF-57313A9C7A97}"/>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 Caja Negra</a:t>
            </a:r>
            <a:endParaRPr dirty="0"/>
          </a:p>
        </p:txBody>
      </p:sp>
      <p:sp>
        <p:nvSpPr>
          <p:cNvPr id="160" name="Google Shape;160;p4">
            <a:extLst>
              <a:ext uri="{FF2B5EF4-FFF2-40B4-BE49-F238E27FC236}">
                <a16:creationId xmlns:a16="http://schemas.microsoft.com/office/drawing/2014/main" id="{7E0582AF-E1C9-34E9-B85F-11D870C81BFF}"/>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5AB70977-71BA-391F-89F8-C9BB592E8089}"/>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CC4DD271-30A3-DA2A-71CA-45E74BEED425}"/>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23</a:t>
            </a:fld>
            <a:endParaRPr/>
          </a:p>
        </p:txBody>
      </p:sp>
      <p:sp>
        <p:nvSpPr>
          <p:cNvPr id="163" name="Google Shape;163;p4">
            <a:extLst>
              <a:ext uri="{FF2B5EF4-FFF2-40B4-BE49-F238E27FC236}">
                <a16:creationId xmlns:a16="http://schemas.microsoft.com/office/drawing/2014/main" id="{1920D779-A4DA-BB64-4865-A886C2CA7EFD}"/>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100000"/>
              </a:lnSpc>
              <a:spcBef>
                <a:spcPts val="0"/>
              </a:spcBef>
              <a:spcAft>
                <a:spcPts val="600"/>
              </a:spcAft>
              <a:buClr>
                <a:srgbClr val="C00000"/>
              </a:buClr>
              <a:buFont typeface="Noto Sans Symbols"/>
              <a:buChar char="❖"/>
            </a:pPr>
            <a:r>
              <a:rPr lang="es-ES" sz="3200" dirty="0">
                <a:solidFill>
                  <a:schemeClr val="dk1"/>
                </a:solidFill>
              </a:rPr>
              <a:t>Análisis de Valores Límite (AVL)</a:t>
            </a:r>
            <a:endParaRPr lang="es-ES" sz="2600" dirty="0">
              <a:solidFill>
                <a:schemeClr val="dk1"/>
              </a:solidFill>
            </a:endParaRPr>
          </a:p>
          <a:p>
            <a:pPr marL="633413" lvl="0" indent="-279400" algn="just">
              <a:lnSpc>
                <a:spcPct val="100000"/>
              </a:lnSpc>
              <a:spcBef>
                <a:spcPts val="0"/>
              </a:spcBef>
              <a:spcAft>
                <a:spcPts val="300"/>
              </a:spcAft>
              <a:buClr>
                <a:srgbClr val="C00000"/>
              </a:buClr>
              <a:buFont typeface="Noto Sans Symbols2" panose="020B0502040504020204" pitchFamily="34" charset="0"/>
              <a:buChar char="»"/>
            </a:pPr>
            <a:r>
              <a:rPr lang="es-ES" sz="2600" dirty="0">
                <a:solidFill>
                  <a:schemeClr val="dk1"/>
                </a:solidFill>
              </a:rPr>
              <a:t>Los errores tienden a darse más en los </a:t>
            </a:r>
            <a:r>
              <a:rPr lang="es-ES" sz="2600" b="1" dirty="0">
                <a:solidFill>
                  <a:schemeClr val="dk1"/>
                </a:solidFill>
              </a:rPr>
              <a:t>límites</a:t>
            </a:r>
            <a:r>
              <a:rPr lang="es-ES" sz="2600" dirty="0">
                <a:solidFill>
                  <a:schemeClr val="dk1"/>
                </a:solidFill>
              </a:rPr>
              <a:t> del campo de entrada que en el «centro». </a:t>
            </a:r>
          </a:p>
          <a:p>
            <a:pPr marL="633413" lvl="0" indent="-279400" algn="just">
              <a:lnSpc>
                <a:spcPct val="100000"/>
              </a:lnSpc>
              <a:spcBef>
                <a:spcPts val="0"/>
              </a:spcBef>
              <a:spcAft>
                <a:spcPts val="300"/>
              </a:spcAft>
              <a:buClr>
                <a:srgbClr val="C00000"/>
              </a:buClr>
              <a:buFont typeface="Noto Sans Symbols2" panose="020B0502040504020204" pitchFamily="34" charset="0"/>
              <a:buChar char="»"/>
            </a:pPr>
            <a:r>
              <a:rPr lang="es-ES" sz="2600" dirty="0">
                <a:solidFill>
                  <a:schemeClr val="dk1"/>
                </a:solidFill>
              </a:rPr>
              <a:t>Por ello, se ha desarrollado el AVL como técnica de prueba.</a:t>
            </a:r>
          </a:p>
          <a:p>
            <a:pPr marL="633413" lvl="0" indent="-279400" algn="just">
              <a:lnSpc>
                <a:spcPct val="100000"/>
              </a:lnSpc>
              <a:spcBef>
                <a:spcPts val="0"/>
              </a:spcBef>
              <a:spcAft>
                <a:spcPts val="300"/>
              </a:spcAft>
              <a:buClr>
                <a:srgbClr val="C00000"/>
              </a:buClr>
              <a:buFont typeface="Noto Sans Symbols2" panose="020B0502040504020204" pitchFamily="34" charset="0"/>
              <a:buChar char="»"/>
            </a:pPr>
            <a:r>
              <a:rPr lang="es-ES" sz="2600" b="1" dirty="0">
                <a:solidFill>
                  <a:schemeClr val="dk1"/>
                </a:solidFill>
              </a:rPr>
              <a:t>Complementa a la partición equivalente</a:t>
            </a:r>
            <a:r>
              <a:rPr lang="es-ES" sz="2600" dirty="0">
                <a:solidFill>
                  <a:schemeClr val="dk1"/>
                </a:solidFill>
              </a:rPr>
              <a:t>. </a:t>
            </a:r>
          </a:p>
          <a:p>
            <a:pPr marL="900113" lvl="0" indent="-266700" algn="just">
              <a:lnSpc>
                <a:spcPct val="100000"/>
              </a:lnSpc>
              <a:spcBef>
                <a:spcPts val="0"/>
              </a:spcBef>
              <a:spcAft>
                <a:spcPts val="300"/>
              </a:spcAft>
              <a:buClr>
                <a:schemeClr val="tx1"/>
              </a:buClr>
              <a:buFont typeface="Arial" panose="020B0604020202020204" pitchFamily="34" charset="0"/>
              <a:buChar char="•"/>
            </a:pPr>
            <a:r>
              <a:rPr lang="es-ES" sz="2400" i="1" dirty="0">
                <a:solidFill>
                  <a:schemeClr val="dk1"/>
                </a:solidFill>
              </a:rPr>
              <a:t>En lugar de seleccionar cualquier elemento de una clase de equivalencia, el AVL selecciona los casos de prueba en los «extremos» de la clase. </a:t>
            </a:r>
          </a:p>
          <a:p>
            <a:pPr marL="900113" lvl="0" indent="-266700" algn="just">
              <a:lnSpc>
                <a:spcPct val="100000"/>
              </a:lnSpc>
              <a:spcBef>
                <a:spcPts val="0"/>
              </a:spcBef>
              <a:spcAft>
                <a:spcPts val="300"/>
              </a:spcAft>
              <a:buClr>
                <a:schemeClr val="tx1"/>
              </a:buClr>
              <a:buFont typeface="Arial" panose="020B0604020202020204" pitchFamily="34" charset="0"/>
              <a:buChar char="•"/>
            </a:pPr>
            <a:r>
              <a:rPr lang="es-ES" sz="2400" i="1" dirty="0">
                <a:solidFill>
                  <a:schemeClr val="dk1"/>
                </a:solidFill>
              </a:rPr>
              <a:t>En lugar de centrarse solamente en las condiciones de entrada, el AVL obtiene casos de prueba también para el campo de salida.</a:t>
            </a:r>
          </a:p>
          <a:p>
            <a:pPr marL="530225" lvl="0" indent="-530225" algn="just" rtl="0">
              <a:lnSpc>
                <a:spcPct val="100000"/>
              </a:lnSpc>
              <a:spcBef>
                <a:spcPts val="0"/>
              </a:spcBef>
              <a:spcAft>
                <a:spcPts val="1800"/>
              </a:spcAft>
              <a:buClr>
                <a:srgbClr val="C00000"/>
              </a:buClr>
              <a:buFont typeface="Noto Sans Symbols"/>
              <a:buChar char="❖"/>
            </a:pPr>
            <a:endParaRPr sz="3600" dirty="0">
              <a:solidFill>
                <a:schemeClr val="dk1"/>
              </a:solidFill>
            </a:endParaRPr>
          </a:p>
        </p:txBody>
      </p:sp>
    </p:spTree>
    <p:extLst>
      <p:ext uri="{BB962C8B-B14F-4D97-AF65-F5344CB8AC3E}">
        <p14:creationId xmlns:p14="http://schemas.microsoft.com/office/powerpoint/2010/main" val="751617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4" end="4"/>
                                            </p:txEl>
                                          </p:spTgt>
                                        </p:tgtEl>
                                        <p:attrNameLst>
                                          <p:attrName>style.visibility</p:attrName>
                                        </p:attrNameLst>
                                      </p:cBhvr>
                                      <p:to>
                                        <p:strVal val="visible"/>
                                      </p:to>
                                    </p:set>
                                    <p:animEffect transition="in" filter="fade">
                                      <p:cBhvr>
                                        <p:cTn id="7" dur="500"/>
                                        <p:tgtEl>
                                          <p:spTgt spid="16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3">
                                            <p:txEl>
                                              <p:pRg st="5" end="5"/>
                                            </p:txEl>
                                          </p:spTgt>
                                        </p:tgtEl>
                                        <p:attrNameLst>
                                          <p:attrName>style.visibility</p:attrName>
                                        </p:attrNameLst>
                                      </p:cBhvr>
                                      <p:to>
                                        <p:strVal val="visible"/>
                                      </p:to>
                                    </p:set>
                                    <p:animEffect transition="in" filter="fade">
                                      <p:cBhvr>
                                        <p:cTn id="12" dur="500"/>
                                        <p:tgtEl>
                                          <p:spTgt spid="1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22C10D7F-66E2-1643-9822-41111EB05B80}"/>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57DB7F51-4070-F54D-774D-2FB241654A25}"/>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 Caja Negra</a:t>
            </a:r>
            <a:endParaRPr dirty="0"/>
          </a:p>
        </p:txBody>
      </p:sp>
      <p:sp>
        <p:nvSpPr>
          <p:cNvPr id="160" name="Google Shape;160;p4">
            <a:extLst>
              <a:ext uri="{FF2B5EF4-FFF2-40B4-BE49-F238E27FC236}">
                <a16:creationId xmlns:a16="http://schemas.microsoft.com/office/drawing/2014/main" id="{3FB54CB7-CB52-B479-41FF-8B417A831258}"/>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89A75FD4-5E8A-9304-A535-0A2776C04F43}"/>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6A1AD143-62E6-4CFC-249C-95D904B3A1BA}"/>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24</a:t>
            </a:fld>
            <a:endParaRPr/>
          </a:p>
        </p:txBody>
      </p:sp>
      <p:sp>
        <p:nvSpPr>
          <p:cNvPr id="163" name="Google Shape;163;p4">
            <a:extLst>
              <a:ext uri="{FF2B5EF4-FFF2-40B4-BE49-F238E27FC236}">
                <a16:creationId xmlns:a16="http://schemas.microsoft.com/office/drawing/2014/main" id="{18DE3C78-6244-33BF-7629-45ADC2709F97}"/>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100000"/>
              </a:lnSpc>
              <a:spcBef>
                <a:spcPts val="0"/>
              </a:spcBef>
              <a:spcAft>
                <a:spcPts val="600"/>
              </a:spcAft>
              <a:buClr>
                <a:srgbClr val="C00000"/>
              </a:buClr>
              <a:buFont typeface="Noto Sans Symbols"/>
              <a:buChar char="❖"/>
            </a:pPr>
            <a:r>
              <a:rPr lang="es-ES" sz="3200" dirty="0">
                <a:solidFill>
                  <a:schemeClr val="dk1"/>
                </a:solidFill>
              </a:rPr>
              <a:t>Análisis de Valores Límite (AVL)</a:t>
            </a:r>
            <a:endParaRPr lang="es-ES" sz="2600" dirty="0">
              <a:solidFill>
                <a:schemeClr val="dk1"/>
              </a:solidFill>
            </a:endParaRPr>
          </a:p>
          <a:p>
            <a:pPr marL="633413" lvl="0" indent="-279400" algn="just">
              <a:lnSpc>
                <a:spcPct val="100000"/>
              </a:lnSpc>
              <a:spcBef>
                <a:spcPts val="0"/>
              </a:spcBef>
              <a:spcAft>
                <a:spcPts val="300"/>
              </a:spcAft>
              <a:buClr>
                <a:srgbClr val="C00000"/>
              </a:buClr>
              <a:buFont typeface="Noto Sans Symbols2" panose="020B0502040504020204" pitchFamily="34" charset="0"/>
              <a:buChar char="»"/>
            </a:pPr>
            <a:r>
              <a:rPr lang="es-ES" sz="2600" dirty="0">
                <a:solidFill>
                  <a:schemeClr val="dk1"/>
                </a:solidFill>
              </a:rPr>
              <a:t>Casos de prueba en los bordes de las clases:</a:t>
            </a:r>
          </a:p>
          <a:p>
            <a:pPr marL="987425" lvl="0" indent="-354013" algn="just">
              <a:lnSpc>
                <a:spcPct val="100000"/>
              </a:lnSpc>
              <a:spcBef>
                <a:spcPts val="0"/>
              </a:spcBef>
              <a:spcAft>
                <a:spcPts val="600"/>
              </a:spcAft>
              <a:buClrTx/>
              <a:buFont typeface="Arial" panose="020B0604020202020204" pitchFamily="34" charset="0"/>
              <a:buChar char="•"/>
            </a:pPr>
            <a:r>
              <a:rPr lang="es-ES" sz="2600" dirty="0">
                <a:solidFill>
                  <a:schemeClr val="dk1"/>
                </a:solidFill>
              </a:rPr>
              <a:t>Para una condición de </a:t>
            </a:r>
            <a:r>
              <a:rPr lang="es-ES" sz="2600" b="1" dirty="0">
                <a:solidFill>
                  <a:schemeClr val="dk1"/>
                </a:solidFill>
              </a:rPr>
              <a:t>entrada</a:t>
            </a:r>
            <a:r>
              <a:rPr lang="es-ES" sz="2600" dirty="0">
                <a:solidFill>
                  <a:schemeClr val="dk1"/>
                </a:solidFill>
              </a:rPr>
              <a:t> de </a:t>
            </a:r>
            <a:r>
              <a:rPr lang="es-ES" sz="2600" b="1" dirty="0">
                <a:solidFill>
                  <a:schemeClr val="dk1"/>
                </a:solidFill>
              </a:rPr>
              <a:t>rango entre a y b </a:t>
            </a:r>
            <a:r>
              <a:rPr lang="es-ES" sz="2600" dirty="0">
                <a:solidFill>
                  <a:schemeClr val="dk1"/>
                </a:solidFill>
              </a:rPr>
              <a:t>probar: a, b, &lt;a y &gt;b.</a:t>
            </a:r>
          </a:p>
          <a:p>
            <a:pPr marL="987425" lvl="0" indent="-354013" algn="just">
              <a:lnSpc>
                <a:spcPct val="100000"/>
              </a:lnSpc>
              <a:spcBef>
                <a:spcPts val="0"/>
              </a:spcBef>
              <a:spcAft>
                <a:spcPts val="600"/>
              </a:spcAft>
              <a:buClrTx/>
              <a:buFont typeface="Arial" panose="020B0604020202020204" pitchFamily="34" charset="0"/>
              <a:buChar char="•"/>
            </a:pPr>
            <a:r>
              <a:rPr lang="es-ES" sz="2600" dirty="0">
                <a:solidFill>
                  <a:schemeClr val="dk1"/>
                </a:solidFill>
              </a:rPr>
              <a:t>Para una </a:t>
            </a:r>
            <a:r>
              <a:rPr lang="es-ES" sz="2600" b="1" dirty="0">
                <a:solidFill>
                  <a:schemeClr val="dk1"/>
                </a:solidFill>
              </a:rPr>
              <a:t>salida</a:t>
            </a:r>
            <a:r>
              <a:rPr lang="es-ES" sz="2600" dirty="0">
                <a:solidFill>
                  <a:schemeClr val="dk1"/>
                </a:solidFill>
              </a:rPr>
              <a:t> de </a:t>
            </a:r>
            <a:r>
              <a:rPr lang="es-ES" sz="2600" b="1" dirty="0">
                <a:solidFill>
                  <a:schemeClr val="dk1"/>
                </a:solidFill>
              </a:rPr>
              <a:t>rango entre a y b</a:t>
            </a:r>
            <a:r>
              <a:rPr lang="es-ES" sz="2600" dirty="0">
                <a:solidFill>
                  <a:schemeClr val="dk1"/>
                </a:solidFill>
              </a:rPr>
              <a:t>: utilizar casos de prueba que generen valor de salida a y b.</a:t>
            </a:r>
          </a:p>
          <a:p>
            <a:pPr marL="987425" lvl="0" indent="-354013" algn="just">
              <a:lnSpc>
                <a:spcPct val="100000"/>
              </a:lnSpc>
              <a:spcBef>
                <a:spcPts val="0"/>
              </a:spcBef>
              <a:spcAft>
                <a:spcPts val="600"/>
              </a:spcAft>
              <a:buClrTx/>
              <a:buFont typeface="Arial" panose="020B0604020202020204" pitchFamily="34" charset="0"/>
              <a:buChar char="•"/>
            </a:pPr>
            <a:r>
              <a:rPr lang="es-ES" sz="2600" dirty="0">
                <a:solidFill>
                  <a:schemeClr val="dk1"/>
                </a:solidFill>
              </a:rPr>
              <a:t>Probar las </a:t>
            </a:r>
            <a:r>
              <a:rPr lang="es-ES" sz="2600" b="1" dirty="0">
                <a:solidFill>
                  <a:schemeClr val="dk1"/>
                </a:solidFill>
              </a:rPr>
              <a:t>estructuras de datos internas </a:t>
            </a:r>
            <a:r>
              <a:rPr lang="es-ES" sz="2600" dirty="0">
                <a:solidFill>
                  <a:schemeClr val="dk1"/>
                </a:solidFill>
              </a:rPr>
              <a:t>en sus límites.</a:t>
            </a:r>
          </a:p>
          <a:p>
            <a:pPr marL="633413" lvl="0" indent="-279400" algn="just">
              <a:lnSpc>
                <a:spcPct val="100000"/>
              </a:lnSpc>
              <a:spcBef>
                <a:spcPts val="0"/>
              </a:spcBef>
              <a:spcAft>
                <a:spcPts val="300"/>
              </a:spcAft>
              <a:buClr>
                <a:srgbClr val="C00000"/>
              </a:buClr>
              <a:buFont typeface="Noto Sans Symbols2" panose="020B0502040504020204" pitchFamily="34" charset="0"/>
              <a:buChar char="»"/>
            </a:pPr>
            <a:endParaRPr lang="es-ES" sz="2600" dirty="0">
              <a:solidFill>
                <a:schemeClr val="dk1"/>
              </a:solidFill>
            </a:endParaRPr>
          </a:p>
        </p:txBody>
      </p:sp>
    </p:spTree>
    <p:extLst>
      <p:ext uri="{BB962C8B-B14F-4D97-AF65-F5344CB8AC3E}">
        <p14:creationId xmlns:p14="http://schemas.microsoft.com/office/powerpoint/2010/main" val="3941285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2" end="2"/>
                                            </p:txEl>
                                          </p:spTgt>
                                        </p:tgtEl>
                                        <p:attrNameLst>
                                          <p:attrName>style.visibility</p:attrName>
                                        </p:attrNameLst>
                                      </p:cBhvr>
                                      <p:to>
                                        <p:strVal val="visible"/>
                                      </p:to>
                                    </p:set>
                                    <p:animEffect transition="in" filter="fade">
                                      <p:cBhvr>
                                        <p:cTn id="7" dur="500"/>
                                        <p:tgtEl>
                                          <p:spTgt spid="16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3">
                                            <p:txEl>
                                              <p:pRg st="3" end="3"/>
                                            </p:txEl>
                                          </p:spTgt>
                                        </p:tgtEl>
                                        <p:attrNameLst>
                                          <p:attrName>style.visibility</p:attrName>
                                        </p:attrNameLst>
                                      </p:cBhvr>
                                      <p:to>
                                        <p:strVal val="visible"/>
                                      </p:to>
                                    </p:set>
                                    <p:animEffect transition="in" filter="fade">
                                      <p:cBhvr>
                                        <p:cTn id="12" dur="500"/>
                                        <p:tgtEl>
                                          <p:spTgt spid="16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3">
                                            <p:txEl>
                                              <p:pRg st="4" end="4"/>
                                            </p:txEl>
                                          </p:spTgt>
                                        </p:tgtEl>
                                        <p:attrNameLst>
                                          <p:attrName>style.visibility</p:attrName>
                                        </p:attrNameLst>
                                      </p:cBhvr>
                                      <p:to>
                                        <p:strVal val="visible"/>
                                      </p:to>
                                    </p:set>
                                    <p:animEffect transition="in" filter="fade">
                                      <p:cBhvr>
                                        <p:cTn id="17" dur="500"/>
                                        <p:tgtEl>
                                          <p:spTgt spid="1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pic>
        <p:nvPicPr>
          <p:cNvPr id="7" name="Google Shape;313;p26">
            <a:extLst>
              <a:ext uri="{FF2B5EF4-FFF2-40B4-BE49-F238E27FC236}">
                <a16:creationId xmlns:a16="http://schemas.microsoft.com/office/drawing/2014/main" id="{8EAA7916-A224-C7B7-1A4B-A2E39C78D988}"/>
              </a:ext>
            </a:extLst>
          </p:cNvPr>
          <p:cNvPicPr preferRelativeResize="0"/>
          <p:nvPr/>
        </p:nvPicPr>
        <p:blipFill rotWithShape="1">
          <a:blip r:embed="rId3">
            <a:alphaModFix/>
          </a:blip>
          <a:srcRect l="55758" b="13459"/>
          <a:stretch/>
        </p:blipFill>
        <p:spPr>
          <a:xfrm>
            <a:off x="10963275" y="4184650"/>
            <a:ext cx="1228725" cy="2457450"/>
          </a:xfrm>
          <a:prstGeom prst="rect">
            <a:avLst/>
          </a:prstGeom>
          <a:noFill/>
          <a:ln>
            <a:noFill/>
          </a:ln>
        </p:spPr>
      </p:pic>
      <p:sp>
        <p:nvSpPr>
          <p:cNvPr id="301" name="Google Shape;301;p45"/>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lvl="0">
              <a:spcBef>
                <a:spcPts val="0"/>
              </a:spcBef>
              <a:spcAft>
                <a:spcPts val="0"/>
              </a:spcAft>
              <a:buClr>
                <a:srgbClr val="4A6617"/>
              </a:buClr>
              <a:buSzPts val="4400"/>
            </a:pPr>
            <a:r>
              <a:rPr lang="en-US" dirty="0" err="1"/>
              <a:t>Tipos</a:t>
            </a:r>
            <a:r>
              <a:rPr lang="en-US" dirty="0"/>
              <a:t> de </a:t>
            </a:r>
            <a:r>
              <a:rPr lang="en-US" dirty="0" err="1"/>
              <a:t>Prueba</a:t>
            </a:r>
            <a:r>
              <a:rPr lang="en-US" dirty="0"/>
              <a:t> del Software</a:t>
            </a:r>
            <a:endParaRPr dirty="0"/>
          </a:p>
        </p:txBody>
      </p:sp>
      <p:sp>
        <p:nvSpPr>
          <p:cNvPr id="4" name="Marcador de texto 3">
            <a:extLst>
              <a:ext uri="{FF2B5EF4-FFF2-40B4-BE49-F238E27FC236}">
                <a16:creationId xmlns:a16="http://schemas.microsoft.com/office/drawing/2014/main" id="{89CF1B5D-4333-6FDC-1BC1-5212F130A489}"/>
              </a:ext>
            </a:extLst>
          </p:cNvPr>
          <p:cNvSpPr>
            <a:spLocks noGrp="1"/>
          </p:cNvSpPr>
          <p:nvPr>
            <p:ph type="body" sz="half" idx="2"/>
          </p:nvPr>
        </p:nvSpPr>
        <p:spPr/>
        <p:txBody>
          <a:bodyPr>
            <a:normAutofit/>
          </a:bodyPr>
          <a:lstStyle/>
          <a:p>
            <a:r>
              <a:rPr lang="es-ES" sz="1800" dirty="0"/>
              <a:t>Pruebas de caja blanca</a:t>
            </a:r>
          </a:p>
        </p:txBody>
      </p:sp>
      <p:sp>
        <p:nvSpPr>
          <p:cNvPr id="2" name="Marcador de pie de página 1">
            <a:extLst>
              <a:ext uri="{FF2B5EF4-FFF2-40B4-BE49-F238E27FC236}">
                <a16:creationId xmlns:a16="http://schemas.microsoft.com/office/drawing/2014/main" id="{973212ED-B3F7-F9D4-5FAE-06C56B38AC63}"/>
              </a:ext>
            </a:extLst>
          </p:cNvPr>
          <p:cNvSpPr>
            <a:spLocks noGrp="1"/>
          </p:cNvSpPr>
          <p:nvPr>
            <p:ph type="ftr" sz="quarter" idx="11"/>
          </p:nvPr>
        </p:nvSpPr>
        <p:spPr/>
        <p:txBody>
          <a:bodyPr/>
          <a:lstStyle/>
          <a:p>
            <a:r>
              <a:rPr lang="es-ES"/>
              <a:t>Ingeniería de Software II</a:t>
            </a:r>
          </a:p>
        </p:txBody>
      </p:sp>
      <p:sp>
        <p:nvSpPr>
          <p:cNvPr id="303" name="Google Shape;303;p45"/>
          <p:cNvSpPr txBox="1">
            <a:spLocks noGrp="1"/>
          </p:cNvSpPr>
          <p:nvPr>
            <p:ph type="sldNum" sz="quarter" idx="12"/>
          </p:nvPr>
        </p:nvSpPr>
        <p:spPr>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0300"/>
              <a:buNone/>
            </a:pPr>
            <a:fld id="{00000000-1234-1234-1234-123412341234}" type="slidenum">
              <a:rPr lang="en-US"/>
              <a:t>25</a:t>
            </a:fld>
            <a:endParaRPr/>
          </a:p>
        </p:txBody>
      </p:sp>
      <p:sp>
        <p:nvSpPr>
          <p:cNvPr id="5" name="Marcador de fecha 4">
            <a:extLst>
              <a:ext uri="{FF2B5EF4-FFF2-40B4-BE49-F238E27FC236}">
                <a16:creationId xmlns:a16="http://schemas.microsoft.com/office/drawing/2014/main" id="{9BC15DB3-4CEE-4786-E455-D3C6D4AECA7A}"/>
              </a:ext>
            </a:extLst>
          </p:cNvPr>
          <p:cNvSpPr>
            <a:spLocks noGrp="1"/>
          </p:cNvSpPr>
          <p:nvPr>
            <p:ph type="dt" sz="half" idx="10"/>
          </p:nvPr>
        </p:nvSpPr>
        <p:spPr/>
        <p:txBody>
          <a:bodyPr/>
          <a:lstStyle/>
          <a:p>
            <a:r>
              <a:rPr lang="es-ES" noProof="0"/>
              <a:t>2026</a:t>
            </a:r>
            <a:endParaRPr lang="es-AR" noProof="0"/>
          </a:p>
        </p:txBody>
      </p:sp>
      <p:sp>
        <p:nvSpPr>
          <p:cNvPr id="6" name="Google Shape;180;p14">
            <a:extLst>
              <a:ext uri="{FF2B5EF4-FFF2-40B4-BE49-F238E27FC236}">
                <a16:creationId xmlns:a16="http://schemas.microsoft.com/office/drawing/2014/main" id="{3ED2D064-E570-3F1F-B45F-9EB6F03B3BF0}"/>
              </a:ext>
            </a:extLst>
          </p:cNvPr>
          <p:cNvSpPr txBox="1">
            <a:spLocks noGrp="1"/>
          </p:cNvSpPr>
          <p:nvPr>
            <p:ph idx="1"/>
          </p:nvPr>
        </p:nvSpPr>
        <p:spPr>
          <a:xfrm>
            <a:off x="4800600" y="731838"/>
            <a:ext cx="6411913" cy="5257800"/>
          </a:xfrm>
          <a:prstGeom prst="rect">
            <a:avLst/>
          </a:prstGeom>
          <a:noFill/>
          <a:ln>
            <a:noFill/>
          </a:ln>
        </p:spPr>
        <p:txBody>
          <a:bodyPr spcFirstLastPara="1" wrap="square" lIns="91425" tIns="45700" rIns="91425" bIns="45700" anchor="t" anchorCtr="0">
            <a:normAutofit/>
          </a:bodyPr>
          <a:lstStyle/>
          <a:p>
            <a:pPr marL="442913" lvl="0" indent="-442913" algn="just" rtl="0">
              <a:lnSpc>
                <a:spcPct val="85000"/>
              </a:lnSpc>
              <a:spcBef>
                <a:spcPts val="0"/>
              </a:spcBef>
              <a:spcAft>
                <a:spcPts val="600"/>
              </a:spcAft>
              <a:buClr>
                <a:srgbClr val="C00000"/>
              </a:buClr>
              <a:buSzPts val="2800"/>
              <a:buFont typeface="Wingdings" panose="05000000000000000000" pitchFamily="2" charset="2"/>
              <a:buChar char="v"/>
            </a:pPr>
            <a:r>
              <a:rPr lang="en-US" sz="2800" dirty="0" err="1">
                <a:solidFill>
                  <a:schemeClr val="tx1"/>
                </a:solidFill>
              </a:rPr>
              <a:t>Prueba</a:t>
            </a:r>
            <a:r>
              <a:rPr lang="en-US" sz="2800" dirty="0">
                <a:solidFill>
                  <a:schemeClr val="tx1"/>
                </a:solidFill>
              </a:rPr>
              <a:t> de </a:t>
            </a:r>
            <a:r>
              <a:rPr lang="en-US" sz="2800" b="1" dirty="0" err="1">
                <a:solidFill>
                  <a:schemeClr val="tx1"/>
                </a:solidFill>
              </a:rPr>
              <a:t>caja</a:t>
            </a:r>
            <a:r>
              <a:rPr lang="en-US" sz="2800" b="1" dirty="0">
                <a:solidFill>
                  <a:schemeClr val="tx1"/>
                </a:solidFill>
              </a:rPr>
              <a:t> </a:t>
            </a:r>
            <a:r>
              <a:rPr lang="en-US" sz="2800" b="1" dirty="0" err="1">
                <a:solidFill>
                  <a:schemeClr val="tx1"/>
                </a:solidFill>
              </a:rPr>
              <a:t>blanca</a:t>
            </a:r>
            <a:r>
              <a:rPr lang="en-US" sz="2800" b="1" dirty="0">
                <a:solidFill>
                  <a:schemeClr val="tx1"/>
                </a:solidFill>
              </a:rPr>
              <a:t> </a:t>
            </a:r>
            <a:r>
              <a:rPr lang="en-US" sz="2800" dirty="0">
                <a:solidFill>
                  <a:schemeClr val="tx1"/>
                </a:solidFill>
              </a:rPr>
              <a:t>(o </a:t>
            </a:r>
            <a:r>
              <a:rPr lang="en-US" sz="2800" dirty="0" err="1">
                <a:solidFill>
                  <a:schemeClr val="tx1"/>
                </a:solidFill>
              </a:rPr>
              <a:t>abierta</a:t>
            </a:r>
            <a:r>
              <a:rPr lang="en-US" sz="2800" dirty="0">
                <a:solidFill>
                  <a:schemeClr val="tx1"/>
                </a:solidFill>
              </a:rPr>
              <a:t>/</a:t>
            </a:r>
            <a:r>
              <a:rPr lang="en-US" sz="2800" dirty="0" err="1">
                <a:solidFill>
                  <a:schemeClr val="tx1"/>
                </a:solidFill>
              </a:rPr>
              <a:t>cristal</a:t>
            </a:r>
            <a:r>
              <a:rPr lang="en-US" sz="2800" dirty="0">
                <a:solidFill>
                  <a:schemeClr val="tx1"/>
                </a:solidFill>
              </a:rPr>
              <a:t>)</a:t>
            </a:r>
          </a:p>
          <a:p>
            <a:pPr marL="633413" lvl="0" indent="-368300" algn="just">
              <a:lnSpc>
                <a:spcPct val="85000"/>
              </a:lnSpc>
              <a:spcBef>
                <a:spcPts val="600"/>
              </a:spcBef>
              <a:spcAft>
                <a:spcPts val="600"/>
              </a:spcAft>
              <a:buClr>
                <a:srgbClr val="C00000"/>
              </a:buClr>
              <a:buFont typeface="Arial"/>
              <a:buChar char="»"/>
            </a:pPr>
            <a:r>
              <a:rPr lang="es-ES" sz="2400" dirty="0">
                <a:solidFill>
                  <a:schemeClr val="tx1"/>
                </a:solidFill>
              </a:rPr>
              <a:t>Deriva casos de prueba de la estructura de control, para verificar detalles procedimentales. </a:t>
            </a:r>
          </a:p>
          <a:p>
            <a:pPr marL="633413" lvl="0" indent="-368300" algn="just">
              <a:lnSpc>
                <a:spcPct val="85000"/>
              </a:lnSpc>
              <a:spcBef>
                <a:spcPts val="600"/>
              </a:spcBef>
              <a:spcAft>
                <a:spcPts val="600"/>
              </a:spcAft>
              <a:buClr>
                <a:srgbClr val="C00000"/>
              </a:buClr>
              <a:buFont typeface="Arial"/>
              <a:buChar char="»"/>
            </a:pPr>
            <a:r>
              <a:rPr lang="es-ES" sz="2400" dirty="0">
                <a:solidFill>
                  <a:schemeClr val="tx1"/>
                </a:solidFill>
              </a:rPr>
              <a:t>Mediante los métodos de prueba de caja blanca, el ingeniero de software puede obtener casos de prueba que garanticen que se ejercita por lo menos una vez todos los caminos independientes de cada módulo, esto incluye: </a:t>
            </a:r>
          </a:p>
          <a:p>
            <a:pPr marL="811213" lvl="0" indent="-280988" algn="just">
              <a:lnSpc>
                <a:spcPct val="85000"/>
              </a:lnSpc>
              <a:spcBef>
                <a:spcPts val="600"/>
              </a:spcBef>
              <a:spcAft>
                <a:spcPts val="600"/>
              </a:spcAft>
              <a:buClr>
                <a:schemeClr val="tx1"/>
              </a:buClr>
              <a:buFont typeface="Arial" panose="020B0604020202020204" pitchFamily="34" charset="0"/>
              <a:buChar char="•"/>
            </a:pPr>
            <a:r>
              <a:rPr lang="es-ES" dirty="0">
                <a:solidFill>
                  <a:schemeClr val="tx1"/>
                </a:solidFill>
              </a:rPr>
              <a:t>Que se ejerciten todas las decisiones lógicas . </a:t>
            </a:r>
          </a:p>
          <a:p>
            <a:pPr marL="811213" lvl="0" indent="-280988" algn="just">
              <a:lnSpc>
                <a:spcPct val="85000"/>
              </a:lnSpc>
              <a:spcBef>
                <a:spcPts val="600"/>
              </a:spcBef>
              <a:spcAft>
                <a:spcPts val="600"/>
              </a:spcAft>
              <a:buClr>
                <a:schemeClr val="tx1"/>
              </a:buClr>
              <a:buFont typeface="Arial" panose="020B0604020202020204" pitchFamily="34" charset="0"/>
              <a:buChar char="•"/>
            </a:pPr>
            <a:r>
              <a:rPr lang="es-ES" dirty="0">
                <a:solidFill>
                  <a:schemeClr val="tx1"/>
                </a:solidFill>
              </a:rPr>
              <a:t>Que se ejecuten todos los bucles en sus límites..</a:t>
            </a:r>
          </a:p>
          <a:p>
            <a:pPr marL="811213" lvl="0" indent="-280988" algn="just">
              <a:lnSpc>
                <a:spcPct val="85000"/>
              </a:lnSpc>
              <a:spcBef>
                <a:spcPts val="600"/>
              </a:spcBef>
              <a:spcAft>
                <a:spcPts val="600"/>
              </a:spcAft>
              <a:buClr>
                <a:schemeClr val="tx1"/>
              </a:buClr>
              <a:buFont typeface="Arial" panose="020B0604020202020204" pitchFamily="34" charset="0"/>
              <a:buChar char="•"/>
            </a:pPr>
            <a:r>
              <a:rPr lang="es-ES" dirty="0">
                <a:solidFill>
                  <a:schemeClr val="tx1"/>
                </a:solidFill>
              </a:rPr>
              <a:t>Que se ejerciten las estructuras internas de datos para asegurar su validez.</a:t>
            </a:r>
          </a:p>
          <a:p>
            <a:pPr marL="442913" lvl="0" indent="-442913" algn="just" rtl="0">
              <a:lnSpc>
                <a:spcPct val="85000"/>
              </a:lnSpc>
              <a:spcBef>
                <a:spcPts val="0"/>
              </a:spcBef>
              <a:spcAft>
                <a:spcPts val="0"/>
              </a:spcAft>
              <a:buClr>
                <a:srgbClr val="C00000"/>
              </a:buClr>
              <a:buSzPts val="2800"/>
              <a:buFont typeface="Wingdings" panose="05000000000000000000" pitchFamily="2" charset="2"/>
              <a:buChar char="v"/>
            </a:pPr>
            <a:endParaRPr dirty="0">
              <a:solidFill>
                <a:schemeClr val="tx1"/>
              </a:solidFill>
            </a:endParaRPr>
          </a:p>
          <a:p>
            <a:pPr lvl="0" algn="just" rtl="0">
              <a:lnSpc>
                <a:spcPct val="85000"/>
              </a:lnSpc>
              <a:spcBef>
                <a:spcPts val="1300"/>
              </a:spcBef>
              <a:spcAft>
                <a:spcPts val="0"/>
              </a:spcAft>
              <a:buClr>
                <a:srgbClr val="C00000"/>
              </a:buClr>
              <a:buSzPts val="2800"/>
              <a:buFont typeface="Wingdings" panose="05000000000000000000" pitchFamily="2" charset="2"/>
              <a:buChar char="v"/>
            </a:pPr>
            <a:endParaRPr sz="2800" dirty="0">
              <a:solidFill>
                <a:schemeClr val="tx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61F09EE6-238E-8BD0-2608-2D1340D4D110}"/>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914C2797-B2C7-0014-20C1-86219F14BE60}"/>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 Caja Blanca</a:t>
            </a:r>
            <a:endParaRPr dirty="0"/>
          </a:p>
        </p:txBody>
      </p:sp>
      <p:sp>
        <p:nvSpPr>
          <p:cNvPr id="160" name="Google Shape;160;p4">
            <a:extLst>
              <a:ext uri="{FF2B5EF4-FFF2-40B4-BE49-F238E27FC236}">
                <a16:creationId xmlns:a16="http://schemas.microsoft.com/office/drawing/2014/main" id="{6557E62D-AE3A-688D-0902-70335A3F1805}"/>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90EEC021-D72C-92CD-786F-079BC74E8ED6}"/>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1BF3E496-7229-0B12-2C04-73750769E7CD}"/>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26</a:t>
            </a:fld>
            <a:endParaRPr/>
          </a:p>
        </p:txBody>
      </p:sp>
      <p:sp>
        <p:nvSpPr>
          <p:cNvPr id="163" name="Google Shape;163;p4">
            <a:extLst>
              <a:ext uri="{FF2B5EF4-FFF2-40B4-BE49-F238E27FC236}">
                <a16:creationId xmlns:a16="http://schemas.microsoft.com/office/drawing/2014/main" id="{14792018-398B-2A60-2710-D5FE88E0876E}"/>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100000"/>
              </a:lnSpc>
              <a:spcBef>
                <a:spcPts val="0"/>
              </a:spcBef>
              <a:spcAft>
                <a:spcPts val="600"/>
              </a:spcAft>
              <a:buClr>
                <a:srgbClr val="C00000"/>
              </a:buClr>
              <a:buFont typeface="Noto Sans Symbols"/>
              <a:buChar char="❖"/>
            </a:pPr>
            <a:r>
              <a:rPr lang="es-ES" sz="2800" dirty="0">
                <a:solidFill>
                  <a:schemeClr val="dk1"/>
                </a:solidFill>
              </a:rPr>
              <a:t>El flujo lógico de un programa a veces no es nada intuitivo, lo que significa que nuestras suposiciones intuitivas sobre el flujo de control y los datos nos pueden llevar a tener errores de diseño que sólo se descubren cuando comienza la prueba del camino.</a:t>
            </a:r>
          </a:p>
          <a:p>
            <a:pPr marL="530225" lvl="0" indent="-530225" algn="just">
              <a:lnSpc>
                <a:spcPct val="100000"/>
              </a:lnSpc>
              <a:spcBef>
                <a:spcPts val="0"/>
              </a:spcBef>
              <a:spcAft>
                <a:spcPts val="600"/>
              </a:spcAft>
              <a:buClr>
                <a:srgbClr val="C00000"/>
              </a:buClr>
              <a:buFont typeface="Noto Sans Symbols"/>
              <a:buChar char="❖"/>
            </a:pPr>
            <a:r>
              <a:rPr lang="es-ES" sz="2800" dirty="0">
                <a:solidFill>
                  <a:schemeClr val="dk1"/>
                </a:solidFill>
              </a:rPr>
              <a:t>¿Por qué realizarlas?</a:t>
            </a:r>
          </a:p>
          <a:p>
            <a:pPr marL="633413" lvl="0" indent="-279400" algn="just">
              <a:lnSpc>
                <a:spcPct val="100000"/>
              </a:lnSpc>
              <a:spcBef>
                <a:spcPts val="0"/>
              </a:spcBef>
              <a:spcAft>
                <a:spcPts val="600"/>
              </a:spcAft>
              <a:buClr>
                <a:srgbClr val="C00000"/>
              </a:buClr>
              <a:buFont typeface="Noto Sans Symbols2" panose="020B0502040504020204" pitchFamily="34" charset="0"/>
              <a:buChar char="»"/>
            </a:pPr>
            <a:r>
              <a:rPr lang="es-ES" sz="2600" dirty="0">
                <a:solidFill>
                  <a:schemeClr val="dk1"/>
                </a:solidFill>
              </a:rPr>
              <a:t>Los casos especiales son los más factibles de error.</a:t>
            </a:r>
          </a:p>
          <a:p>
            <a:pPr marL="633413" lvl="0" indent="-279400" algn="just">
              <a:lnSpc>
                <a:spcPct val="100000"/>
              </a:lnSpc>
              <a:spcBef>
                <a:spcPts val="0"/>
              </a:spcBef>
              <a:spcAft>
                <a:spcPts val="600"/>
              </a:spcAft>
              <a:buClr>
                <a:srgbClr val="C00000"/>
              </a:buClr>
              <a:buFont typeface="Noto Sans Symbols2" panose="020B0502040504020204" pitchFamily="34" charset="0"/>
              <a:buChar char="»"/>
            </a:pPr>
            <a:r>
              <a:rPr lang="es-ES" sz="2600" dirty="0">
                <a:solidFill>
                  <a:schemeClr val="dk1"/>
                </a:solidFill>
              </a:rPr>
              <a:t>Los errores tipográficos son aleatorios.</a:t>
            </a:r>
          </a:p>
          <a:p>
            <a:pPr marL="633413" lvl="0" indent="-279400" algn="just">
              <a:lnSpc>
                <a:spcPct val="100000"/>
              </a:lnSpc>
              <a:spcBef>
                <a:spcPts val="0"/>
              </a:spcBef>
              <a:spcAft>
                <a:spcPts val="600"/>
              </a:spcAft>
              <a:buClr>
                <a:srgbClr val="C00000"/>
              </a:buClr>
              <a:buFont typeface="Noto Sans Symbols2" panose="020B0502040504020204" pitchFamily="34" charset="0"/>
              <a:buChar char="»"/>
            </a:pPr>
            <a:r>
              <a:rPr lang="es-ES" sz="2600" dirty="0">
                <a:solidFill>
                  <a:schemeClr val="dk1"/>
                </a:solidFill>
              </a:rPr>
              <a:t>El flujo de control intuitivo es distinto del real.</a:t>
            </a:r>
          </a:p>
        </p:txBody>
      </p:sp>
    </p:spTree>
    <p:extLst>
      <p:ext uri="{BB962C8B-B14F-4D97-AF65-F5344CB8AC3E}">
        <p14:creationId xmlns:p14="http://schemas.microsoft.com/office/powerpoint/2010/main" val="3851702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1" end="1"/>
                                            </p:txEl>
                                          </p:spTgt>
                                        </p:tgtEl>
                                        <p:attrNameLst>
                                          <p:attrName>style.visibility</p:attrName>
                                        </p:attrNameLst>
                                      </p:cBhvr>
                                      <p:to>
                                        <p:strVal val="visible"/>
                                      </p:to>
                                    </p:set>
                                    <p:animEffect transition="in" filter="fade">
                                      <p:cBhvr>
                                        <p:cTn id="7" dur="500"/>
                                        <p:tgtEl>
                                          <p:spTgt spid="16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3">
                                            <p:txEl>
                                              <p:pRg st="2" end="2"/>
                                            </p:txEl>
                                          </p:spTgt>
                                        </p:tgtEl>
                                        <p:attrNameLst>
                                          <p:attrName>style.visibility</p:attrName>
                                        </p:attrNameLst>
                                      </p:cBhvr>
                                      <p:to>
                                        <p:strVal val="visible"/>
                                      </p:to>
                                    </p:set>
                                    <p:animEffect transition="in" filter="fade">
                                      <p:cBhvr>
                                        <p:cTn id="12" dur="500"/>
                                        <p:tgtEl>
                                          <p:spTgt spid="16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3">
                                            <p:txEl>
                                              <p:pRg st="3" end="3"/>
                                            </p:txEl>
                                          </p:spTgt>
                                        </p:tgtEl>
                                        <p:attrNameLst>
                                          <p:attrName>style.visibility</p:attrName>
                                        </p:attrNameLst>
                                      </p:cBhvr>
                                      <p:to>
                                        <p:strVal val="visible"/>
                                      </p:to>
                                    </p:set>
                                    <p:animEffect transition="in" filter="fade">
                                      <p:cBhvr>
                                        <p:cTn id="17" dur="500"/>
                                        <p:tgtEl>
                                          <p:spTgt spid="16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3">
                                            <p:txEl>
                                              <p:pRg st="4" end="4"/>
                                            </p:txEl>
                                          </p:spTgt>
                                        </p:tgtEl>
                                        <p:attrNameLst>
                                          <p:attrName>style.visibility</p:attrName>
                                        </p:attrNameLst>
                                      </p:cBhvr>
                                      <p:to>
                                        <p:strVal val="visible"/>
                                      </p:to>
                                    </p:set>
                                    <p:animEffect transition="in" filter="fade">
                                      <p:cBhvr>
                                        <p:cTn id="22" dur="500"/>
                                        <p:tgtEl>
                                          <p:spTgt spid="1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7C50B641-8CE9-B105-536C-2677A94300CA}"/>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74E9ED47-DB7E-4A7E-792E-C0F863C19309}"/>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 Caja Blanca</a:t>
            </a:r>
            <a:endParaRPr dirty="0"/>
          </a:p>
        </p:txBody>
      </p:sp>
      <p:sp>
        <p:nvSpPr>
          <p:cNvPr id="160" name="Google Shape;160;p4">
            <a:extLst>
              <a:ext uri="{FF2B5EF4-FFF2-40B4-BE49-F238E27FC236}">
                <a16:creationId xmlns:a16="http://schemas.microsoft.com/office/drawing/2014/main" id="{0810D414-69BD-CA3A-B461-DFF0DED4E9D4}"/>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46A83C02-755C-35B0-2188-D47B8E2FF388}"/>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9D91A5B2-CAAC-5C65-9DA8-A024B4A4EDF9}"/>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27</a:t>
            </a:fld>
            <a:endParaRPr/>
          </a:p>
        </p:txBody>
      </p:sp>
      <p:sp>
        <p:nvSpPr>
          <p:cNvPr id="163" name="Google Shape;163;p4">
            <a:extLst>
              <a:ext uri="{FF2B5EF4-FFF2-40B4-BE49-F238E27FC236}">
                <a16:creationId xmlns:a16="http://schemas.microsoft.com/office/drawing/2014/main" id="{F9705617-AF53-76A3-9233-F8B3718494A9}"/>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100000"/>
              </a:lnSpc>
              <a:spcBef>
                <a:spcPts val="0"/>
              </a:spcBef>
              <a:spcAft>
                <a:spcPts val="600"/>
              </a:spcAft>
              <a:buClr>
                <a:srgbClr val="C00000"/>
              </a:buClr>
              <a:buFont typeface="Noto Sans Symbols"/>
              <a:buChar char="❖"/>
            </a:pPr>
            <a:r>
              <a:rPr lang="es-ES" sz="3200" dirty="0">
                <a:solidFill>
                  <a:schemeClr val="dk1"/>
                </a:solidFill>
              </a:rPr>
              <a:t>Prueba del Camino Básico</a:t>
            </a:r>
            <a:endParaRPr lang="es-ES" sz="2600" dirty="0">
              <a:solidFill>
                <a:schemeClr val="dk1"/>
              </a:solidFill>
            </a:endParaRPr>
          </a:p>
          <a:p>
            <a:pPr marL="633413" lvl="0" indent="-279400" algn="just">
              <a:lnSpc>
                <a:spcPct val="100000"/>
              </a:lnSpc>
              <a:spcBef>
                <a:spcPts val="0"/>
              </a:spcBef>
              <a:spcAft>
                <a:spcPts val="300"/>
              </a:spcAft>
              <a:buClr>
                <a:srgbClr val="C00000"/>
              </a:buClr>
              <a:buFont typeface="Noto Sans Symbols2" panose="020B0502040504020204" pitchFamily="34" charset="0"/>
              <a:buChar char="»"/>
            </a:pPr>
            <a:r>
              <a:rPr lang="es-ES" sz="2600" dirty="0">
                <a:solidFill>
                  <a:schemeClr val="dk1"/>
                </a:solidFill>
              </a:rPr>
              <a:t>Es una técnica propuesta por Tom McCabe que permite al diseñador de casos de pruebas obtener una medida de la complejidad lógica  y usarla como guía para la definición de caminos de ejecución.</a:t>
            </a:r>
          </a:p>
          <a:p>
            <a:pPr marL="354013" lvl="0" indent="0" algn="just">
              <a:lnSpc>
                <a:spcPct val="100000"/>
              </a:lnSpc>
              <a:spcBef>
                <a:spcPts val="0"/>
              </a:spcBef>
              <a:spcAft>
                <a:spcPts val="300"/>
              </a:spcAft>
              <a:buClr>
                <a:srgbClr val="C00000"/>
              </a:buClr>
              <a:buNone/>
            </a:pPr>
            <a:endParaRPr lang="es-ES" sz="2600" dirty="0">
              <a:solidFill>
                <a:schemeClr val="dk1"/>
              </a:solidFill>
            </a:endParaRPr>
          </a:p>
          <a:p>
            <a:pPr marL="633413" lvl="0" indent="-279400" algn="just">
              <a:lnSpc>
                <a:spcPct val="100000"/>
              </a:lnSpc>
              <a:spcBef>
                <a:spcPts val="0"/>
              </a:spcBef>
              <a:spcAft>
                <a:spcPts val="300"/>
              </a:spcAft>
              <a:buClr>
                <a:srgbClr val="C00000"/>
              </a:buClr>
              <a:buFont typeface="Noto Sans Symbols2" panose="020B0502040504020204" pitchFamily="34" charset="0"/>
              <a:buChar char="»"/>
            </a:pPr>
            <a:r>
              <a:rPr lang="es-ES" sz="2600" dirty="0">
                <a:solidFill>
                  <a:schemeClr val="dk1"/>
                </a:solidFill>
              </a:rPr>
              <a:t>Los casos de prueba obtenidos garantizan que se ejecuta al menos una vez cada sentencia del programa.</a:t>
            </a:r>
          </a:p>
        </p:txBody>
      </p:sp>
    </p:spTree>
    <p:extLst>
      <p:ext uri="{BB962C8B-B14F-4D97-AF65-F5344CB8AC3E}">
        <p14:creationId xmlns:p14="http://schemas.microsoft.com/office/powerpoint/2010/main" val="16832667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80469C97-29EA-4B30-2C8D-BE183F34D3E8}"/>
            </a:ext>
          </a:extLst>
        </p:cNvPr>
        <p:cNvGrpSpPr/>
        <p:nvPr/>
      </p:nvGrpSpPr>
      <p:grpSpPr>
        <a:xfrm>
          <a:off x="0" y="0"/>
          <a:ext cx="0" cy="0"/>
          <a:chOff x="0" y="0"/>
          <a:chExt cx="0" cy="0"/>
        </a:xfrm>
      </p:grpSpPr>
      <p:pic>
        <p:nvPicPr>
          <p:cNvPr id="2" name="Google Shape;345;p29">
            <a:extLst>
              <a:ext uri="{FF2B5EF4-FFF2-40B4-BE49-F238E27FC236}">
                <a16:creationId xmlns:a16="http://schemas.microsoft.com/office/drawing/2014/main" id="{70980BA1-184F-BD55-1CC3-BCC53E853C3D}"/>
              </a:ext>
            </a:extLst>
          </p:cNvPr>
          <p:cNvPicPr preferRelativeResize="0"/>
          <p:nvPr/>
        </p:nvPicPr>
        <p:blipFill rotWithShape="1">
          <a:blip r:embed="rId3">
            <a:alphaModFix/>
          </a:blip>
          <a:srcRect/>
          <a:stretch/>
        </p:blipFill>
        <p:spPr>
          <a:xfrm>
            <a:off x="1354400" y="2244765"/>
            <a:ext cx="9533999" cy="4034371"/>
          </a:xfrm>
          <a:prstGeom prst="rect">
            <a:avLst/>
          </a:prstGeom>
          <a:noFill/>
          <a:ln>
            <a:noFill/>
          </a:ln>
        </p:spPr>
      </p:pic>
      <p:sp>
        <p:nvSpPr>
          <p:cNvPr id="159" name="Google Shape;159;p4">
            <a:extLst>
              <a:ext uri="{FF2B5EF4-FFF2-40B4-BE49-F238E27FC236}">
                <a16:creationId xmlns:a16="http://schemas.microsoft.com/office/drawing/2014/main" id="{640B4310-D3BC-FBE6-DF3F-4521FBB1C4C7}"/>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 Caja Blanca</a:t>
            </a:r>
            <a:endParaRPr dirty="0"/>
          </a:p>
        </p:txBody>
      </p:sp>
      <p:sp>
        <p:nvSpPr>
          <p:cNvPr id="160" name="Google Shape;160;p4">
            <a:extLst>
              <a:ext uri="{FF2B5EF4-FFF2-40B4-BE49-F238E27FC236}">
                <a16:creationId xmlns:a16="http://schemas.microsoft.com/office/drawing/2014/main" id="{D1CBBA5C-2475-F9EE-C19C-71C84F535C2C}"/>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5B7244DF-0BE2-C2E5-BB83-CEB2DDFB678E}"/>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71FEE359-10CB-CB80-C491-2A09448C0301}"/>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28</a:t>
            </a:fld>
            <a:endParaRPr/>
          </a:p>
        </p:txBody>
      </p:sp>
      <p:sp>
        <p:nvSpPr>
          <p:cNvPr id="163" name="Google Shape;163;p4">
            <a:extLst>
              <a:ext uri="{FF2B5EF4-FFF2-40B4-BE49-F238E27FC236}">
                <a16:creationId xmlns:a16="http://schemas.microsoft.com/office/drawing/2014/main" id="{ADDC0F5B-41E5-0280-2F20-3B37DAD8217F}"/>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100000"/>
              </a:lnSpc>
              <a:spcBef>
                <a:spcPts val="0"/>
              </a:spcBef>
              <a:spcAft>
                <a:spcPts val="600"/>
              </a:spcAft>
              <a:buClr>
                <a:srgbClr val="C00000"/>
              </a:buClr>
              <a:buFont typeface="Noto Sans Symbols"/>
              <a:buChar char="❖"/>
            </a:pPr>
            <a:r>
              <a:rPr lang="es-ES" sz="3200" dirty="0">
                <a:solidFill>
                  <a:schemeClr val="dk1"/>
                </a:solidFill>
              </a:rPr>
              <a:t>Prueba del Camino Básico – Notación de grafo</a:t>
            </a:r>
            <a:endParaRPr lang="es-ES" sz="2600" dirty="0">
              <a:solidFill>
                <a:schemeClr val="dk1"/>
              </a:solidFill>
            </a:endParaRPr>
          </a:p>
        </p:txBody>
      </p:sp>
    </p:spTree>
    <p:extLst>
      <p:ext uri="{BB962C8B-B14F-4D97-AF65-F5344CB8AC3E}">
        <p14:creationId xmlns:p14="http://schemas.microsoft.com/office/powerpoint/2010/main" val="28372403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0E4B95A6-E77E-C19C-3B13-2FA5901391B7}"/>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7CDE0528-F504-C908-7B86-8873B3DCE5DC}"/>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 Caja Blanca</a:t>
            </a:r>
            <a:endParaRPr dirty="0"/>
          </a:p>
        </p:txBody>
      </p:sp>
      <p:sp>
        <p:nvSpPr>
          <p:cNvPr id="160" name="Google Shape;160;p4">
            <a:extLst>
              <a:ext uri="{FF2B5EF4-FFF2-40B4-BE49-F238E27FC236}">
                <a16:creationId xmlns:a16="http://schemas.microsoft.com/office/drawing/2014/main" id="{C913C244-9DB6-8565-3F49-ADE3FA6C95CD}"/>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D99FD0C5-F071-75C4-625F-804187C607E6}"/>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BE72FB46-66C5-2C03-E567-8C69BB20F233}"/>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29</a:t>
            </a:fld>
            <a:endParaRPr/>
          </a:p>
        </p:txBody>
      </p:sp>
      <p:sp>
        <p:nvSpPr>
          <p:cNvPr id="163" name="Google Shape;163;p4">
            <a:extLst>
              <a:ext uri="{FF2B5EF4-FFF2-40B4-BE49-F238E27FC236}">
                <a16:creationId xmlns:a16="http://schemas.microsoft.com/office/drawing/2014/main" id="{9F72FDE2-70B5-719D-D8F1-F074B9FE111A}"/>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100000"/>
              </a:lnSpc>
              <a:spcBef>
                <a:spcPts val="0"/>
              </a:spcBef>
              <a:spcAft>
                <a:spcPts val="600"/>
              </a:spcAft>
              <a:buClr>
                <a:srgbClr val="C00000"/>
              </a:buClr>
              <a:buFont typeface="Noto Sans Symbols"/>
              <a:buChar char="❖"/>
            </a:pPr>
            <a:r>
              <a:rPr lang="es-ES" sz="3200" dirty="0">
                <a:solidFill>
                  <a:schemeClr val="dk1"/>
                </a:solidFill>
              </a:rPr>
              <a:t>Prueba del Camino Básico – Notación de grafo</a:t>
            </a:r>
          </a:p>
          <a:p>
            <a:pPr marL="530225" lvl="0" algn="just" rtl="0">
              <a:lnSpc>
                <a:spcPct val="100000"/>
              </a:lnSpc>
              <a:spcBef>
                <a:spcPts val="0"/>
              </a:spcBef>
              <a:spcAft>
                <a:spcPts val="600"/>
              </a:spcAft>
              <a:buClr>
                <a:srgbClr val="C00000"/>
              </a:buClr>
              <a:buFont typeface="Noto Sans Symbols2" panose="020B0502040504020204" pitchFamily="34" charset="0"/>
              <a:buChar char="»"/>
            </a:pPr>
            <a:r>
              <a:rPr lang="es-ES" sz="3200" dirty="0">
                <a:solidFill>
                  <a:schemeClr val="dk1"/>
                </a:solidFill>
              </a:rPr>
              <a:t> </a:t>
            </a:r>
            <a:r>
              <a:rPr lang="es-ES" sz="2800" dirty="0">
                <a:solidFill>
                  <a:schemeClr val="dk1"/>
                </a:solidFill>
              </a:rPr>
              <a:t>Condiciones compuestas: OR, AND</a:t>
            </a:r>
            <a:endParaRPr lang="es-ES" sz="2600" dirty="0">
              <a:solidFill>
                <a:schemeClr val="dk1"/>
              </a:solidFill>
            </a:endParaRPr>
          </a:p>
        </p:txBody>
      </p:sp>
      <p:pic>
        <p:nvPicPr>
          <p:cNvPr id="3" name="Google Shape;396;p33">
            <a:extLst>
              <a:ext uri="{FF2B5EF4-FFF2-40B4-BE49-F238E27FC236}">
                <a16:creationId xmlns:a16="http://schemas.microsoft.com/office/drawing/2014/main" id="{0A6FA71B-24A0-9273-D575-394CC187F54D}"/>
              </a:ext>
            </a:extLst>
          </p:cNvPr>
          <p:cNvPicPr preferRelativeResize="0"/>
          <p:nvPr/>
        </p:nvPicPr>
        <p:blipFill rotWithShape="1">
          <a:blip r:embed="rId3">
            <a:alphaModFix/>
          </a:blip>
          <a:srcRect t="24199"/>
          <a:stretch>
            <a:fillRect/>
          </a:stretch>
        </p:blipFill>
        <p:spPr>
          <a:xfrm>
            <a:off x="3570288" y="3210687"/>
            <a:ext cx="4822825" cy="3057378"/>
          </a:xfrm>
          <a:prstGeom prst="rect">
            <a:avLst/>
          </a:prstGeom>
          <a:noFill/>
          <a:ln>
            <a:noFill/>
          </a:ln>
        </p:spPr>
      </p:pic>
    </p:spTree>
    <p:extLst>
      <p:ext uri="{BB962C8B-B14F-4D97-AF65-F5344CB8AC3E}">
        <p14:creationId xmlns:p14="http://schemas.microsoft.com/office/powerpoint/2010/main" val="40754944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D3811525-7452-BB02-AD05-3B639746E5BA}"/>
            </a:ext>
          </a:extLst>
        </p:cNvPr>
        <p:cNvGrpSpPr/>
        <p:nvPr/>
      </p:nvGrpSpPr>
      <p:grpSpPr>
        <a:xfrm>
          <a:off x="0" y="0"/>
          <a:ext cx="0" cy="0"/>
          <a:chOff x="0" y="0"/>
          <a:chExt cx="0" cy="0"/>
        </a:xfrm>
      </p:grpSpPr>
      <p:pic>
        <p:nvPicPr>
          <p:cNvPr id="2" name="Google Shape;355;p30">
            <a:extLst>
              <a:ext uri="{FF2B5EF4-FFF2-40B4-BE49-F238E27FC236}">
                <a16:creationId xmlns:a16="http://schemas.microsoft.com/office/drawing/2014/main" id="{F66B66F0-1631-D3C7-C27E-E35BB2CA2429}"/>
              </a:ext>
            </a:extLst>
          </p:cNvPr>
          <p:cNvPicPr preferRelativeResize="0"/>
          <p:nvPr/>
        </p:nvPicPr>
        <p:blipFill rotWithShape="1">
          <a:blip r:embed="rId3">
            <a:alphaModFix/>
          </a:blip>
          <a:srcRect l="12593" t="3667" r="8275" b="18809"/>
          <a:stretch>
            <a:fillRect/>
          </a:stretch>
        </p:blipFill>
        <p:spPr>
          <a:xfrm>
            <a:off x="7801897" y="3539818"/>
            <a:ext cx="4390103" cy="2610464"/>
          </a:xfrm>
          <a:prstGeom prst="rect">
            <a:avLst/>
          </a:prstGeom>
          <a:noFill/>
          <a:ln>
            <a:noFill/>
          </a:ln>
        </p:spPr>
      </p:pic>
      <p:sp>
        <p:nvSpPr>
          <p:cNvPr id="159" name="Google Shape;159;p4">
            <a:extLst>
              <a:ext uri="{FF2B5EF4-FFF2-40B4-BE49-F238E27FC236}">
                <a16:creationId xmlns:a16="http://schemas.microsoft.com/office/drawing/2014/main" id="{63F5AA47-DCA4-97DB-D490-8288DD18B1D2}"/>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 Caja Blanca</a:t>
            </a:r>
            <a:endParaRPr dirty="0"/>
          </a:p>
        </p:txBody>
      </p:sp>
      <p:sp>
        <p:nvSpPr>
          <p:cNvPr id="160" name="Google Shape;160;p4">
            <a:extLst>
              <a:ext uri="{FF2B5EF4-FFF2-40B4-BE49-F238E27FC236}">
                <a16:creationId xmlns:a16="http://schemas.microsoft.com/office/drawing/2014/main" id="{85643775-4047-EDF0-676E-B937731680EC}"/>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5940B464-79A6-A767-7FBF-9C589881CDD1}"/>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CCBF8109-C195-D57E-B2FE-CC1D4D1D2D0B}"/>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30</a:t>
            </a:fld>
            <a:endParaRPr/>
          </a:p>
        </p:txBody>
      </p:sp>
      <p:sp>
        <p:nvSpPr>
          <p:cNvPr id="163" name="Google Shape;163;p4">
            <a:extLst>
              <a:ext uri="{FF2B5EF4-FFF2-40B4-BE49-F238E27FC236}">
                <a16:creationId xmlns:a16="http://schemas.microsoft.com/office/drawing/2014/main" id="{672F07F7-763D-2EEB-CE6B-466165B2BE7B}"/>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100000"/>
              </a:lnSpc>
              <a:spcBef>
                <a:spcPts val="0"/>
              </a:spcBef>
              <a:spcAft>
                <a:spcPts val="600"/>
              </a:spcAft>
              <a:buClr>
                <a:srgbClr val="C00000"/>
              </a:buClr>
              <a:buFont typeface="Noto Sans Symbols"/>
              <a:buChar char="❖"/>
            </a:pPr>
            <a:r>
              <a:rPr lang="es-ES" sz="3200" dirty="0">
                <a:solidFill>
                  <a:schemeClr val="dk1"/>
                </a:solidFill>
              </a:rPr>
              <a:t>Prueba del Camino Básico</a:t>
            </a:r>
            <a:endParaRPr lang="es-ES" sz="2600" dirty="0">
              <a:solidFill>
                <a:schemeClr val="dk1"/>
              </a:solidFill>
            </a:endParaRPr>
          </a:p>
          <a:p>
            <a:pPr marL="633413" lvl="0" indent="-279400" algn="just">
              <a:lnSpc>
                <a:spcPct val="100000"/>
              </a:lnSpc>
              <a:spcBef>
                <a:spcPts val="0"/>
              </a:spcBef>
              <a:spcAft>
                <a:spcPts val="300"/>
              </a:spcAft>
              <a:buClr>
                <a:srgbClr val="C00000"/>
              </a:buClr>
              <a:buFont typeface="Noto Sans Symbols2" panose="020B0502040504020204" pitchFamily="34" charset="0"/>
              <a:buChar char="»"/>
            </a:pPr>
            <a:r>
              <a:rPr lang="es-ES" sz="2400" u="sng" dirty="0">
                <a:solidFill>
                  <a:schemeClr val="dk1"/>
                </a:solidFill>
              </a:rPr>
              <a:t>Nodo</a:t>
            </a:r>
            <a:r>
              <a:rPr lang="es-ES" sz="2400" dirty="0">
                <a:solidFill>
                  <a:schemeClr val="dk1"/>
                </a:solidFill>
              </a:rPr>
              <a:t>: Círculo que representa una o más sentencias procedimentales. </a:t>
            </a:r>
          </a:p>
          <a:p>
            <a:pPr marL="633413" lvl="0" indent="-279400" algn="just">
              <a:lnSpc>
                <a:spcPct val="100000"/>
              </a:lnSpc>
              <a:spcBef>
                <a:spcPts val="0"/>
              </a:spcBef>
              <a:spcAft>
                <a:spcPts val="300"/>
              </a:spcAft>
              <a:buClr>
                <a:srgbClr val="C00000"/>
              </a:buClr>
              <a:buFont typeface="Noto Sans Symbols2" panose="020B0502040504020204" pitchFamily="34" charset="0"/>
              <a:buChar char="»"/>
            </a:pPr>
            <a:r>
              <a:rPr lang="es-ES" sz="2400" u="sng" dirty="0">
                <a:solidFill>
                  <a:schemeClr val="dk1"/>
                </a:solidFill>
              </a:rPr>
              <a:t>Aristas</a:t>
            </a:r>
            <a:r>
              <a:rPr lang="es-ES" sz="2400" dirty="0">
                <a:solidFill>
                  <a:schemeClr val="dk1"/>
                </a:solidFill>
              </a:rPr>
              <a:t>: Flechas del grafo que representan flujo de control. </a:t>
            </a:r>
          </a:p>
          <a:p>
            <a:pPr marL="633413" lvl="0" indent="0" algn="just">
              <a:lnSpc>
                <a:spcPct val="100000"/>
              </a:lnSpc>
              <a:spcBef>
                <a:spcPts val="0"/>
              </a:spcBef>
              <a:spcAft>
                <a:spcPts val="300"/>
              </a:spcAft>
              <a:buClr>
                <a:srgbClr val="C00000"/>
              </a:buClr>
              <a:buNone/>
            </a:pPr>
            <a:r>
              <a:rPr lang="es-ES" sz="2200" i="1" dirty="0">
                <a:solidFill>
                  <a:schemeClr val="dk1"/>
                </a:solidFill>
              </a:rPr>
              <a:t>Una arista debe terminar en un nodo. </a:t>
            </a:r>
          </a:p>
          <a:p>
            <a:pPr marL="633413" lvl="0" indent="-279400" algn="just">
              <a:lnSpc>
                <a:spcPct val="100000"/>
              </a:lnSpc>
              <a:spcBef>
                <a:spcPts val="0"/>
              </a:spcBef>
              <a:spcAft>
                <a:spcPts val="300"/>
              </a:spcAft>
              <a:buClr>
                <a:srgbClr val="C00000"/>
              </a:buClr>
              <a:buFont typeface="Noto Sans Symbols2" panose="020B0502040504020204" pitchFamily="34" charset="0"/>
              <a:buChar char="»"/>
            </a:pPr>
            <a:r>
              <a:rPr lang="es-ES" sz="2400" u="sng" dirty="0">
                <a:solidFill>
                  <a:schemeClr val="dk1"/>
                </a:solidFill>
              </a:rPr>
              <a:t>Nodo predicado</a:t>
            </a:r>
            <a:r>
              <a:rPr lang="es-ES" sz="2400" dirty="0">
                <a:solidFill>
                  <a:schemeClr val="dk1"/>
                </a:solidFill>
              </a:rPr>
              <a:t>: Nodo que contiene una condición. </a:t>
            </a:r>
          </a:p>
          <a:p>
            <a:pPr marL="633413" lvl="0" indent="0" algn="just">
              <a:lnSpc>
                <a:spcPct val="100000"/>
              </a:lnSpc>
              <a:spcBef>
                <a:spcPts val="0"/>
              </a:spcBef>
              <a:spcAft>
                <a:spcPts val="300"/>
              </a:spcAft>
              <a:buClr>
                <a:srgbClr val="C00000"/>
              </a:buClr>
              <a:buNone/>
              <a:tabLst>
                <a:tab pos="633413" algn="l"/>
              </a:tabLst>
            </a:pPr>
            <a:r>
              <a:rPr lang="es-ES" sz="2200" i="1" dirty="0">
                <a:solidFill>
                  <a:schemeClr val="dk1"/>
                </a:solidFill>
              </a:rPr>
              <a:t>Dos o más aristas emergen de él.</a:t>
            </a:r>
          </a:p>
          <a:p>
            <a:pPr marL="633413" lvl="0" indent="-279400" algn="just">
              <a:lnSpc>
                <a:spcPct val="100000"/>
              </a:lnSpc>
              <a:spcBef>
                <a:spcPts val="0"/>
              </a:spcBef>
              <a:spcAft>
                <a:spcPts val="300"/>
              </a:spcAft>
              <a:buClr>
                <a:srgbClr val="C00000"/>
              </a:buClr>
              <a:buFont typeface="Noto Sans Symbols2" panose="020B0502040504020204" pitchFamily="34" charset="0"/>
              <a:buChar char="»"/>
            </a:pPr>
            <a:r>
              <a:rPr lang="es-ES" sz="2400" u="sng" dirty="0">
                <a:solidFill>
                  <a:schemeClr val="dk1"/>
                </a:solidFill>
              </a:rPr>
              <a:t>Región</a:t>
            </a:r>
            <a:r>
              <a:rPr lang="es-ES" sz="2400" dirty="0">
                <a:solidFill>
                  <a:schemeClr val="dk1"/>
                </a:solidFill>
              </a:rPr>
              <a:t>: Áreas delimitadas por aristas y nodos. </a:t>
            </a:r>
          </a:p>
          <a:p>
            <a:pPr marL="633413" lvl="0" indent="0" algn="just">
              <a:lnSpc>
                <a:spcPct val="100000"/>
              </a:lnSpc>
              <a:spcBef>
                <a:spcPts val="0"/>
              </a:spcBef>
              <a:spcAft>
                <a:spcPts val="300"/>
              </a:spcAft>
              <a:buClr>
                <a:srgbClr val="C00000"/>
              </a:buClr>
              <a:buNone/>
            </a:pPr>
            <a:r>
              <a:rPr lang="es-ES" sz="2200" i="1" dirty="0">
                <a:solidFill>
                  <a:schemeClr val="dk1"/>
                </a:solidFill>
              </a:rPr>
              <a:t>Cuando contamos las regiones incluimos el área exterior</a:t>
            </a:r>
          </a:p>
          <a:p>
            <a:pPr marL="633413" lvl="0" indent="0" algn="just">
              <a:lnSpc>
                <a:spcPct val="100000"/>
              </a:lnSpc>
              <a:spcBef>
                <a:spcPts val="0"/>
              </a:spcBef>
              <a:spcAft>
                <a:spcPts val="300"/>
              </a:spcAft>
              <a:buClr>
                <a:srgbClr val="C00000"/>
              </a:buClr>
              <a:buNone/>
            </a:pPr>
            <a:r>
              <a:rPr lang="es-ES" sz="2200" i="1" dirty="0">
                <a:solidFill>
                  <a:schemeClr val="dk1"/>
                </a:solidFill>
              </a:rPr>
              <a:t>del grafo, contándolo como una región más.</a:t>
            </a:r>
          </a:p>
        </p:txBody>
      </p:sp>
    </p:spTree>
    <p:extLst>
      <p:ext uri="{BB962C8B-B14F-4D97-AF65-F5344CB8AC3E}">
        <p14:creationId xmlns:p14="http://schemas.microsoft.com/office/powerpoint/2010/main" val="14377753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83DAAAC1-0DB4-A543-4789-CF3239A0549C}"/>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57660F3B-C4B1-C229-D921-64843E8D996C}"/>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 Caja Blanca</a:t>
            </a:r>
            <a:endParaRPr dirty="0"/>
          </a:p>
        </p:txBody>
      </p:sp>
      <p:sp>
        <p:nvSpPr>
          <p:cNvPr id="160" name="Google Shape;160;p4">
            <a:extLst>
              <a:ext uri="{FF2B5EF4-FFF2-40B4-BE49-F238E27FC236}">
                <a16:creationId xmlns:a16="http://schemas.microsoft.com/office/drawing/2014/main" id="{8F63BEAF-EAD0-9265-1B42-0039AF362119}"/>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8C755247-4AC6-6CB8-7631-A27A85A96FBA}"/>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294561AA-BDAE-901B-B79C-9576FAA32472}"/>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31</a:t>
            </a:fld>
            <a:endParaRPr/>
          </a:p>
        </p:txBody>
      </p:sp>
      <p:sp>
        <p:nvSpPr>
          <p:cNvPr id="163" name="Google Shape;163;p4">
            <a:extLst>
              <a:ext uri="{FF2B5EF4-FFF2-40B4-BE49-F238E27FC236}">
                <a16:creationId xmlns:a16="http://schemas.microsoft.com/office/drawing/2014/main" id="{46D3B809-1EBA-44C0-99B5-B53F1050B848}"/>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100000"/>
              </a:lnSpc>
              <a:spcBef>
                <a:spcPts val="0"/>
              </a:spcBef>
              <a:spcAft>
                <a:spcPts val="600"/>
              </a:spcAft>
              <a:buClr>
                <a:srgbClr val="C00000"/>
              </a:buClr>
              <a:buFont typeface="Noto Sans Symbols"/>
              <a:buChar char="❖"/>
            </a:pPr>
            <a:r>
              <a:rPr lang="es-ES" sz="3200" dirty="0">
                <a:solidFill>
                  <a:schemeClr val="dk1"/>
                </a:solidFill>
              </a:rPr>
              <a:t>Prueba del Camino Básico – Complejidad </a:t>
            </a:r>
            <a:r>
              <a:rPr lang="es-ES" sz="3200" dirty="0" err="1">
                <a:solidFill>
                  <a:schemeClr val="dk1"/>
                </a:solidFill>
              </a:rPr>
              <a:t>Ciclomática</a:t>
            </a:r>
            <a:endParaRPr lang="es-ES" sz="2600" dirty="0">
              <a:solidFill>
                <a:schemeClr val="dk1"/>
              </a:solidFill>
            </a:endParaRPr>
          </a:p>
          <a:p>
            <a:pPr marL="633413" lvl="0" indent="-279400" algn="just">
              <a:lnSpc>
                <a:spcPct val="100000"/>
              </a:lnSpc>
              <a:spcBef>
                <a:spcPts val="0"/>
              </a:spcBef>
              <a:spcAft>
                <a:spcPts val="300"/>
              </a:spcAft>
              <a:buClr>
                <a:srgbClr val="C00000"/>
              </a:buClr>
              <a:buFont typeface="Noto Sans Symbols2" panose="020B0502040504020204" pitchFamily="34" charset="0"/>
              <a:buChar char="»"/>
            </a:pPr>
            <a:r>
              <a:rPr lang="es-ES" sz="2600" dirty="0">
                <a:solidFill>
                  <a:schemeClr val="dk1"/>
                </a:solidFill>
              </a:rPr>
              <a:t>Métrica del software que proporciona una medición cuantitativa de la complejidad lógica de un programa.  </a:t>
            </a:r>
          </a:p>
          <a:p>
            <a:pPr marL="633413" lvl="0" indent="-279400" algn="just">
              <a:lnSpc>
                <a:spcPct val="100000"/>
              </a:lnSpc>
              <a:spcBef>
                <a:spcPts val="0"/>
              </a:spcBef>
              <a:spcAft>
                <a:spcPts val="300"/>
              </a:spcAft>
              <a:buClr>
                <a:srgbClr val="C00000"/>
              </a:buClr>
              <a:buFont typeface="Noto Sans Symbols2" panose="020B0502040504020204" pitchFamily="34" charset="0"/>
              <a:buChar char="»"/>
            </a:pPr>
            <a:r>
              <a:rPr lang="es-ES" sz="2600" dirty="0">
                <a:solidFill>
                  <a:schemeClr val="dk1"/>
                </a:solidFill>
              </a:rPr>
              <a:t>Define el número de caminos independientes del conjunto básico de un programa, dándonos un límite superior para el número de pruebas que se deben realizar para asegurar que se ejecuta cada sentencia al menos una vez.</a:t>
            </a:r>
          </a:p>
          <a:p>
            <a:pPr marL="633413" lvl="0" indent="-279400" algn="just">
              <a:lnSpc>
                <a:spcPct val="100000"/>
              </a:lnSpc>
              <a:spcBef>
                <a:spcPts val="0"/>
              </a:spcBef>
              <a:spcAft>
                <a:spcPts val="300"/>
              </a:spcAft>
              <a:buClr>
                <a:srgbClr val="C00000"/>
              </a:buClr>
              <a:buFont typeface="Noto Sans Symbols2" panose="020B0502040504020204" pitchFamily="34" charset="0"/>
              <a:buChar char="»"/>
            </a:pPr>
            <a:r>
              <a:rPr lang="es-ES" sz="2600" dirty="0">
                <a:solidFill>
                  <a:schemeClr val="dk1"/>
                </a:solidFill>
              </a:rPr>
              <a:t>Un camino independiente es cualquier camino del programa que introduce, por lo menos, un nuevo conjunto de sentencias de proceso o una nueva condición.</a:t>
            </a:r>
          </a:p>
        </p:txBody>
      </p:sp>
      <p:cxnSp>
        <p:nvCxnSpPr>
          <p:cNvPr id="4" name="Conector recto 3">
            <a:extLst>
              <a:ext uri="{FF2B5EF4-FFF2-40B4-BE49-F238E27FC236}">
                <a16:creationId xmlns:a16="http://schemas.microsoft.com/office/drawing/2014/main" id="{A530ED92-A8FD-9FE5-DBAC-265B945B190B}"/>
              </a:ext>
            </a:extLst>
          </p:cNvPr>
          <p:cNvCxnSpPr/>
          <p:nvPr/>
        </p:nvCxnSpPr>
        <p:spPr>
          <a:xfrm>
            <a:off x="4675239" y="3775587"/>
            <a:ext cx="328889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6633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2" end="2"/>
                                            </p:txEl>
                                          </p:spTgt>
                                        </p:tgtEl>
                                        <p:attrNameLst>
                                          <p:attrName>style.visibility</p:attrName>
                                        </p:attrNameLst>
                                      </p:cBhvr>
                                      <p:to>
                                        <p:strVal val="visible"/>
                                      </p:to>
                                    </p:set>
                                    <p:animEffect transition="in" filter="fade">
                                      <p:cBhvr>
                                        <p:cTn id="7" dur="500"/>
                                        <p:tgtEl>
                                          <p:spTgt spid="16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3">
                                            <p:txEl>
                                              <p:pRg st="3" end="3"/>
                                            </p:txEl>
                                          </p:spTgt>
                                        </p:tgtEl>
                                        <p:attrNameLst>
                                          <p:attrName>style.visibility</p:attrName>
                                        </p:attrNameLst>
                                      </p:cBhvr>
                                      <p:to>
                                        <p:strVal val="visible"/>
                                      </p:to>
                                    </p:set>
                                    <p:animEffect transition="in" filter="fade">
                                      <p:cBhvr>
                                        <p:cTn id="12" dur="500"/>
                                        <p:tgtEl>
                                          <p:spTgt spid="16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3425B4D3-4CBE-A858-DD48-5C9C2FAF58C2}"/>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F3179128-D0A0-C048-4D87-FA92A1763046}"/>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 Caja Blanca</a:t>
            </a:r>
            <a:endParaRPr dirty="0"/>
          </a:p>
        </p:txBody>
      </p:sp>
      <p:sp>
        <p:nvSpPr>
          <p:cNvPr id="160" name="Google Shape;160;p4">
            <a:extLst>
              <a:ext uri="{FF2B5EF4-FFF2-40B4-BE49-F238E27FC236}">
                <a16:creationId xmlns:a16="http://schemas.microsoft.com/office/drawing/2014/main" id="{6DAF037A-4DD7-0774-EDCB-6D7412B6F3D9}"/>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4F4E426C-609C-B359-9592-819098A89489}"/>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C6D0A3F6-77B4-1310-D70F-F2A9F32B48C0}"/>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32</a:t>
            </a:fld>
            <a:endParaRPr/>
          </a:p>
        </p:txBody>
      </p:sp>
      <p:sp>
        <p:nvSpPr>
          <p:cNvPr id="163" name="Google Shape;163;p4">
            <a:extLst>
              <a:ext uri="{FF2B5EF4-FFF2-40B4-BE49-F238E27FC236}">
                <a16:creationId xmlns:a16="http://schemas.microsoft.com/office/drawing/2014/main" id="{D4AC0465-0D19-2F72-FB57-5A7994320D6D}"/>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100000"/>
              </a:lnSpc>
              <a:spcBef>
                <a:spcPts val="0"/>
              </a:spcBef>
              <a:spcAft>
                <a:spcPts val="600"/>
              </a:spcAft>
              <a:buClr>
                <a:srgbClr val="C00000"/>
              </a:buClr>
              <a:buFont typeface="Noto Sans Symbols"/>
              <a:buChar char="❖"/>
            </a:pPr>
            <a:r>
              <a:rPr lang="es-ES" sz="3200" dirty="0">
                <a:solidFill>
                  <a:schemeClr val="dk1"/>
                </a:solidFill>
              </a:rPr>
              <a:t>Prueba del Camino Básico – Complejidad </a:t>
            </a:r>
            <a:r>
              <a:rPr lang="es-ES" sz="3200" dirty="0" err="1">
                <a:solidFill>
                  <a:schemeClr val="dk1"/>
                </a:solidFill>
              </a:rPr>
              <a:t>Ciclomática</a:t>
            </a:r>
            <a:endParaRPr lang="es-ES" sz="2600" dirty="0">
              <a:solidFill>
                <a:schemeClr val="dk1"/>
              </a:solidFill>
            </a:endParaRPr>
          </a:p>
          <a:p>
            <a:pPr marL="548640" lvl="2" indent="-548640">
              <a:lnSpc>
                <a:spcPct val="85000"/>
              </a:lnSpc>
              <a:spcBef>
                <a:spcPts val="600"/>
              </a:spcBef>
              <a:spcAft>
                <a:spcPts val="0"/>
              </a:spcAft>
              <a:buSzPts val="2800"/>
              <a:buChar char=" "/>
            </a:pPr>
            <a:r>
              <a:rPr lang="en-US" sz="2600" b="1" dirty="0">
                <a:solidFill>
                  <a:srgbClr val="C00000"/>
                </a:solidFill>
              </a:rPr>
              <a:t>1. V(g)= </a:t>
            </a:r>
            <a:r>
              <a:rPr lang="en-US" sz="2600" b="1" dirty="0" err="1">
                <a:solidFill>
                  <a:srgbClr val="C00000"/>
                </a:solidFill>
              </a:rPr>
              <a:t>Cantidad</a:t>
            </a:r>
            <a:r>
              <a:rPr lang="en-US" sz="2600" b="1" dirty="0">
                <a:solidFill>
                  <a:srgbClr val="C00000"/>
                </a:solidFill>
              </a:rPr>
              <a:t> de regiones del </a:t>
            </a:r>
            <a:r>
              <a:rPr lang="en-US" sz="2600" b="1" dirty="0" err="1">
                <a:solidFill>
                  <a:srgbClr val="C00000"/>
                </a:solidFill>
              </a:rPr>
              <a:t>grafo</a:t>
            </a:r>
            <a:r>
              <a:rPr lang="en-US" sz="2600" b="1" dirty="0">
                <a:solidFill>
                  <a:srgbClr val="C00000"/>
                </a:solidFill>
              </a:rPr>
              <a:t> ó</a:t>
            </a:r>
          </a:p>
          <a:p>
            <a:pPr marL="548640" lvl="2" indent="-548640">
              <a:lnSpc>
                <a:spcPct val="85000"/>
              </a:lnSpc>
              <a:spcBef>
                <a:spcPts val="600"/>
              </a:spcBef>
              <a:spcAft>
                <a:spcPts val="0"/>
              </a:spcAft>
              <a:buSzPts val="2800"/>
              <a:buChar char=" "/>
            </a:pPr>
            <a:r>
              <a:rPr lang="en-US" sz="2600" b="1" dirty="0">
                <a:solidFill>
                  <a:srgbClr val="C00000"/>
                </a:solidFill>
              </a:rPr>
              <a:t>2. V(g)= A - N + 2 ó</a:t>
            </a:r>
          </a:p>
          <a:p>
            <a:pPr marL="548640" lvl="2" indent="-548640">
              <a:lnSpc>
                <a:spcPct val="85000"/>
              </a:lnSpc>
              <a:spcBef>
                <a:spcPts val="600"/>
              </a:spcBef>
              <a:spcAft>
                <a:spcPts val="0"/>
              </a:spcAft>
              <a:buSzPts val="2800"/>
              <a:buChar char=" "/>
            </a:pPr>
            <a:r>
              <a:rPr lang="en-US" sz="2600" b="1" dirty="0">
                <a:solidFill>
                  <a:srgbClr val="C00000"/>
                </a:solidFill>
              </a:rPr>
              <a:t>3. V(g)= P + 1</a:t>
            </a:r>
          </a:p>
          <a:p>
            <a:pPr marL="548640" lvl="2" indent="-548640">
              <a:lnSpc>
                <a:spcPct val="85000"/>
              </a:lnSpc>
              <a:spcBef>
                <a:spcPts val="600"/>
              </a:spcBef>
              <a:spcAft>
                <a:spcPts val="0"/>
              </a:spcAft>
              <a:buSzPts val="2800"/>
              <a:buChar char=" "/>
            </a:pPr>
            <a:endParaRPr lang="es-ES" sz="2600" dirty="0">
              <a:solidFill>
                <a:schemeClr val="dk1"/>
              </a:solidFill>
            </a:endParaRPr>
          </a:p>
          <a:p>
            <a:pPr marL="633413" lvl="0" indent="-279400" algn="just">
              <a:lnSpc>
                <a:spcPct val="100000"/>
              </a:lnSpc>
              <a:spcBef>
                <a:spcPts val="0"/>
              </a:spcBef>
              <a:spcAft>
                <a:spcPts val="300"/>
              </a:spcAft>
              <a:buClr>
                <a:srgbClr val="C00000"/>
              </a:buClr>
              <a:buFont typeface="Noto Sans Symbols2" panose="020B0502040504020204" pitchFamily="34" charset="0"/>
              <a:buChar char="»"/>
            </a:pPr>
            <a:r>
              <a:rPr lang="es-ES" sz="2600" dirty="0">
                <a:solidFill>
                  <a:schemeClr val="dk1"/>
                </a:solidFill>
              </a:rPr>
              <a:t>Donde: g=grafo; A=cantidad de aristas; N=cantidad de nodos; P=cantidad de nodos predicado</a:t>
            </a:r>
          </a:p>
          <a:p>
            <a:pPr marL="633413" lvl="0" indent="-279400" algn="just">
              <a:lnSpc>
                <a:spcPct val="100000"/>
              </a:lnSpc>
              <a:spcBef>
                <a:spcPts val="0"/>
              </a:spcBef>
              <a:spcAft>
                <a:spcPts val="300"/>
              </a:spcAft>
              <a:buClr>
                <a:srgbClr val="C00000"/>
              </a:buClr>
              <a:buFont typeface="Noto Sans Symbols2" panose="020B0502040504020204" pitchFamily="34" charset="0"/>
              <a:buChar char="»"/>
            </a:pPr>
            <a:endParaRPr lang="es-ES" sz="2600" dirty="0">
              <a:solidFill>
                <a:schemeClr val="dk1"/>
              </a:solidFill>
            </a:endParaRPr>
          </a:p>
          <a:p>
            <a:pPr marL="633413" lvl="0" indent="-279400" algn="just">
              <a:lnSpc>
                <a:spcPct val="100000"/>
              </a:lnSpc>
              <a:spcBef>
                <a:spcPts val="0"/>
              </a:spcBef>
              <a:spcAft>
                <a:spcPts val="300"/>
              </a:spcAft>
              <a:buClr>
                <a:srgbClr val="C00000"/>
              </a:buClr>
              <a:buFont typeface="Noto Sans Symbols2" panose="020B0502040504020204" pitchFamily="34" charset="0"/>
              <a:buChar char="»"/>
            </a:pPr>
            <a:r>
              <a:rPr lang="es-ES" sz="2600" dirty="0">
                <a:solidFill>
                  <a:schemeClr val="dk1"/>
                </a:solidFill>
              </a:rPr>
              <a:t>La complejidad </a:t>
            </a:r>
            <a:r>
              <a:rPr lang="es-ES" sz="2600" dirty="0" err="1">
                <a:solidFill>
                  <a:schemeClr val="dk1"/>
                </a:solidFill>
              </a:rPr>
              <a:t>ciclomática</a:t>
            </a:r>
            <a:r>
              <a:rPr lang="es-ES" sz="2600" dirty="0">
                <a:solidFill>
                  <a:schemeClr val="dk1"/>
                </a:solidFill>
              </a:rPr>
              <a:t> debe medirse </a:t>
            </a:r>
            <a:r>
              <a:rPr lang="es-ES" sz="2600" b="1" dirty="0">
                <a:solidFill>
                  <a:schemeClr val="dk1"/>
                </a:solidFill>
              </a:rPr>
              <a:t>con las tres formulas </a:t>
            </a:r>
            <a:r>
              <a:rPr lang="es-ES" sz="2600" dirty="0">
                <a:solidFill>
                  <a:schemeClr val="dk1"/>
                </a:solidFill>
              </a:rPr>
              <a:t>de manera de verificar su exactitud.</a:t>
            </a:r>
          </a:p>
          <a:p>
            <a:pPr marL="633413" lvl="0" indent="-279400" algn="just">
              <a:lnSpc>
                <a:spcPct val="100000"/>
              </a:lnSpc>
              <a:spcBef>
                <a:spcPts val="0"/>
              </a:spcBef>
              <a:spcAft>
                <a:spcPts val="300"/>
              </a:spcAft>
              <a:buClr>
                <a:srgbClr val="C00000"/>
              </a:buClr>
              <a:buFont typeface="Noto Sans Symbols2" panose="020B0502040504020204" pitchFamily="34" charset="0"/>
              <a:buChar char="»"/>
            </a:pPr>
            <a:endParaRPr lang="es-ES" sz="2600" dirty="0">
              <a:solidFill>
                <a:schemeClr val="dk1"/>
              </a:solidFill>
            </a:endParaRPr>
          </a:p>
        </p:txBody>
      </p:sp>
    </p:spTree>
    <p:extLst>
      <p:ext uri="{BB962C8B-B14F-4D97-AF65-F5344CB8AC3E}">
        <p14:creationId xmlns:p14="http://schemas.microsoft.com/office/powerpoint/2010/main" val="3102097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7" end="7"/>
                                            </p:txEl>
                                          </p:spTgt>
                                        </p:tgtEl>
                                        <p:attrNameLst>
                                          <p:attrName>style.visibility</p:attrName>
                                        </p:attrNameLst>
                                      </p:cBhvr>
                                      <p:to>
                                        <p:strVal val="visible"/>
                                      </p:to>
                                    </p:set>
                                    <p:animEffect transition="in" filter="fade">
                                      <p:cBhvr>
                                        <p:cTn id="7" dur="500"/>
                                        <p:tgtEl>
                                          <p:spTgt spid="16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D1E941A7-0416-96CE-E060-2171995F3E4E}"/>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B5149857-97F8-B818-7503-577AED734104}"/>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 Caja Blanca</a:t>
            </a:r>
            <a:endParaRPr dirty="0"/>
          </a:p>
        </p:txBody>
      </p:sp>
      <p:sp>
        <p:nvSpPr>
          <p:cNvPr id="160" name="Google Shape;160;p4">
            <a:extLst>
              <a:ext uri="{FF2B5EF4-FFF2-40B4-BE49-F238E27FC236}">
                <a16:creationId xmlns:a16="http://schemas.microsoft.com/office/drawing/2014/main" id="{F122F3E5-764D-E8BA-5717-2E16CB059218}"/>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D54771B8-323D-3CC4-1756-53D56BF52D0B}"/>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280A3FD7-8530-E15B-3A8E-FEA2746623CE}"/>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33</a:t>
            </a:fld>
            <a:endParaRPr/>
          </a:p>
        </p:txBody>
      </p:sp>
      <p:sp>
        <p:nvSpPr>
          <p:cNvPr id="163" name="Google Shape;163;p4">
            <a:extLst>
              <a:ext uri="{FF2B5EF4-FFF2-40B4-BE49-F238E27FC236}">
                <a16:creationId xmlns:a16="http://schemas.microsoft.com/office/drawing/2014/main" id="{36FAA90B-2D40-848C-5DC1-E43D532A624B}"/>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100000"/>
              </a:lnSpc>
              <a:spcBef>
                <a:spcPts val="0"/>
              </a:spcBef>
              <a:spcAft>
                <a:spcPts val="600"/>
              </a:spcAft>
              <a:buClr>
                <a:srgbClr val="C00000"/>
              </a:buClr>
              <a:buFont typeface="Noto Sans Symbols"/>
              <a:buChar char="❖"/>
            </a:pPr>
            <a:r>
              <a:rPr lang="es-ES" sz="3200" dirty="0">
                <a:solidFill>
                  <a:schemeClr val="dk1"/>
                </a:solidFill>
              </a:rPr>
              <a:t>Prueba del Camino Básico – Pasos para crear la prueba</a:t>
            </a:r>
            <a:endParaRPr lang="es-ES" sz="2600" dirty="0">
              <a:solidFill>
                <a:schemeClr val="dk1"/>
              </a:solidFill>
            </a:endParaRPr>
          </a:p>
          <a:p>
            <a:pPr marL="722313" lvl="0" indent="-368300" algn="just">
              <a:lnSpc>
                <a:spcPct val="100000"/>
              </a:lnSpc>
              <a:spcBef>
                <a:spcPts val="0"/>
              </a:spcBef>
              <a:spcAft>
                <a:spcPts val="300"/>
              </a:spcAft>
              <a:buClrTx/>
              <a:buFont typeface="+mj-lt"/>
              <a:buAutoNum type="arabicPeriod"/>
            </a:pPr>
            <a:r>
              <a:rPr lang="es-ES" sz="2800" dirty="0">
                <a:solidFill>
                  <a:schemeClr val="dk1"/>
                </a:solidFill>
              </a:rPr>
              <a:t>Dibujar el grafo de flujo correspondiente.</a:t>
            </a:r>
          </a:p>
          <a:p>
            <a:pPr marL="722313" lvl="0" indent="-368300" algn="just">
              <a:lnSpc>
                <a:spcPct val="100000"/>
              </a:lnSpc>
              <a:spcBef>
                <a:spcPts val="0"/>
              </a:spcBef>
              <a:spcAft>
                <a:spcPts val="300"/>
              </a:spcAft>
              <a:buClrTx/>
              <a:buFont typeface="+mj-lt"/>
              <a:buAutoNum type="arabicPeriod"/>
            </a:pPr>
            <a:r>
              <a:rPr lang="es-ES" sz="2800" dirty="0">
                <a:solidFill>
                  <a:schemeClr val="dk1"/>
                </a:solidFill>
              </a:rPr>
              <a:t>Determinar la complejidad </a:t>
            </a:r>
            <a:r>
              <a:rPr lang="es-ES" sz="2800" dirty="0" err="1">
                <a:solidFill>
                  <a:schemeClr val="dk1"/>
                </a:solidFill>
              </a:rPr>
              <a:t>ciclomática</a:t>
            </a:r>
            <a:r>
              <a:rPr lang="es-ES" sz="2800" dirty="0">
                <a:solidFill>
                  <a:schemeClr val="dk1"/>
                </a:solidFill>
              </a:rPr>
              <a:t>.</a:t>
            </a:r>
          </a:p>
          <a:p>
            <a:pPr marL="722313" lvl="0" indent="-368300" algn="just">
              <a:lnSpc>
                <a:spcPct val="100000"/>
              </a:lnSpc>
              <a:spcBef>
                <a:spcPts val="0"/>
              </a:spcBef>
              <a:spcAft>
                <a:spcPts val="300"/>
              </a:spcAft>
              <a:buClrTx/>
              <a:buFont typeface="+mj-lt"/>
              <a:buAutoNum type="arabicPeriod"/>
            </a:pPr>
            <a:r>
              <a:rPr lang="es-ES" sz="2800" dirty="0">
                <a:solidFill>
                  <a:schemeClr val="dk1"/>
                </a:solidFill>
              </a:rPr>
              <a:t>Determinar un conjunto básico de caminos independientes.</a:t>
            </a:r>
          </a:p>
          <a:p>
            <a:pPr marL="722313" lvl="0" indent="-368300" algn="just">
              <a:lnSpc>
                <a:spcPct val="100000"/>
              </a:lnSpc>
              <a:spcBef>
                <a:spcPts val="0"/>
              </a:spcBef>
              <a:spcAft>
                <a:spcPts val="300"/>
              </a:spcAft>
              <a:buClrTx/>
              <a:buFont typeface="+mj-lt"/>
              <a:buAutoNum type="arabicPeriod"/>
            </a:pPr>
            <a:r>
              <a:rPr lang="es-ES" sz="2800" dirty="0">
                <a:solidFill>
                  <a:schemeClr val="dk1"/>
                </a:solidFill>
              </a:rPr>
              <a:t>Preparar los casos de prueba que forzarán la ejecución de cada camino del conjunto.</a:t>
            </a:r>
          </a:p>
          <a:p>
            <a:pPr marL="722313" lvl="0" indent="-368300" algn="just">
              <a:lnSpc>
                <a:spcPct val="100000"/>
              </a:lnSpc>
              <a:spcBef>
                <a:spcPts val="0"/>
              </a:spcBef>
              <a:spcAft>
                <a:spcPts val="300"/>
              </a:spcAft>
              <a:buClrTx/>
              <a:buFont typeface="+mj-lt"/>
              <a:buAutoNum type="arabicPeriod"/>
            </a:pPr>
            <a:r>
              <a:rPr lang="es-ES" sz="2800" dirty="0">
                <a:solidFill>
                  <a:schemeClr val="dk1"/>
                </a:solidFill>
              </a:rPr>
              <a:t>Ejecutar cada caso de prueba y comparar los resultados obtenidos con los esperados.</a:t>
            </a:r>
          </a:p>
        </p:txBody>
      </p:sp>
    </p:spTree>
    <p:extLst>
      <p:ext uri="{BB962C8B-B14F-4D97-AF65-F5344CB8AC3E}">
        <p14:creationId xmlns:p14="http://schemas.microsoft.com/office/powerpoint/2010/main" val="2002292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1" end="1"/>
                                            </p:txEl>
                                          </p:spTgt>
                                        </p:tgtEl>
                                        <p:attrNameLst>
                                          <p:attrName>style.visibility</p:attrName>
                                        </p:attrNameLst>
                                      </p:cBhvr>
                                      <p:to>
                                        <p:strVal val="visible"/>
                                      </p:to>
                                    </p:set>
                                    <p:animEffect transition="in" filter="fade">
                                      <p:cBhvr>
                                        <p:cTn id="7" dur="500"/>
                                        <p:tgtEl>
                                          <p:spTgt spid="16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3">
                                            <p:txEl>
                                              <p:pRg st="2" end="2"/>
                                            </p:txEl>
                                          </p:spTgt>
                                        </p:tgtEl>
                                        <p:attrNameLst>
                                          <p:attrName>style.visibility</p:attrName>
                                        </p:attrNameLst>
                                      </p:cBhvr>
                                      <p:to>
                                        <p:strVal val="visible"/>
                                      </p:to>
                                    </p:set>
                                    <p:animEffect transition="in" filter="fade">
                                      <p:cBhvr>
                                        <p:cTn id="12" dur="500"/>
                                        <p:tgtEl>
                                          <p:spTgt spid="16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3">
                                            <p:txEl>
                                              <p:pRg st="3" end="3"/>
                                            </p:txEl>
                                          </p:spTgt>
                                        </p:tgtEl>
                                        <p:attrNameLst>
                                          <p:attrName>style.visibility</p:attrName>
                                        </p:attrNameLst>
                                      </p:cBhvr>
                                      <p:to>
                                        <p:strVal val="visible"/>
                                      </p:to>
                                    </p:set>
                                    <p:animEffect transition="in" filter="fade">
                                      <p:cBhvr>
                                        <p:cTn id="17" dur="500"/>
                                        <p:tgtEl>
                                          <p:spTgt spid="16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3">
                                            <p:txEl>
                                              <p:pRg st="4" end="4"/>
                                            </p:txEl>
                                          </p:spTgt>
                                        </p:tgtEl>
                                        <p:attrNameLst>
                                          <p:attrName>style.visibility</p:attrName>
                                        </p:attrNameLst>
                                      </p:cBhvr>
                                      <p:to>
                                        <p:strVal val="visible"/>
                                      </p:to>
                                    </p:set>
                                    <p:animEffect transition="in" filter="fade">
                                      <p:cBhvr>
                                        <p:cTn id="22" dur="500"/>
                                        <p:tgtEl>
                                          <p:spTgt spid="16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3">
                                            <p:txEl>
                                              <p:pRg st="5" end="5"/>
                                            </p:txEl>
                                          </p:spTgt>
                                        </p:tgtEl>
                                        <p:attrNameLst>
                                          <p:attrName>style.visibility</p:attrName>
                                        </p:attrNameLst>
                                      </p:cBhvr>
                                      <p:to>
                                        <p:strVal val="visible"/>
                                      </p:to>
                                    </p:set>
                                    <p:animEffect transition="in" filter="fade">
                                      <p:cBhvr>
                                        <p:cTn id="27" dur="500"/>
                                        <p:tgtEl>
                                          <p:spTgt spid="1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245C27C8-6865-1CD7-10C9-5E33A780FB36}"/>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3EDA7203-1626-F347-59EF-3565A9A75BE3}"/>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 Caja Blanca</a:t>
            </a:r>
            <a:endParaRPr dirty="0"/>
          </a:p>
        </p:txBody>
      </p:sp>
      <p:sp>
        <p:nvSpPr>
          <p:cNvPr id="160" name="Google Shape;160;p4">
            <a:extLst>
              <a:ext uri="{FF2B5EF4-FFF2-40B4-BE49-F238E27FC236}">
                <a16:creationId xmlns:a16="http://schemas.microsoft.com/office/drawing/2014/main" id="{8ED75DFA-D198-9486-9BDE-B412958C6A01}"/>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BBB2FF63-4039-BEA4-FC7F-FE738896EAFB}"/>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4FAE7E7E-BAE0-33AD-D6CF-3A1F4F359CA0}"/>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34</a:t>
            </a:fld>
            <a:endParaRPr/>
          </a:p>
        </p:txBody>
      </p:sp>
      <p:sp>
        <p:nvSpPr>
          <p:cNvPr id="163" name="Google Shape;163;p4">
            <a:extLst>
              <a:ext uri="{FF2B5EF4-FFF2-40B4-BE49-F238E27FC236}">
                <a16:creationId xmlns:a16="http://schemas.microsoft.com/office/drawing/2014/main" id="{EF334EB1-2020-A44C-F085-31815E50147B}"/>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100000"/>
              </a:lnSpc>
              <a:spcBef>
                <a:spcPts val="0"/>
              </a:spcBef>
              <a:spcAft>
                <a:spcPts val="600"/>
              </a:spcAft>
              <a:buClr>
                <a:srgbClr val="C00000"/>
              </a:buClr>
              <a:buFont typeface="Noto Sans Symbols"/>
              <a:buChar char="❖"/>
            </a:pPr>
            <a:r>
              <a:rPr lang="es-ES" sz="3200" dirty="0">
                <a:solidFill>
                  <a:schemeClr val="dk1"/>
                </a:solidFill>
              </a:rPr>
              <a:t>Prueba del Camino Básico – Ejemplo  </a:t>
            </a:r>
            <a:endParaRPr lang="es-ES" sz="2600" dirty="0">
              <a:solidFill>
                <a:schemeClr val="dk1"/>
              </a:solidFill>
            </a:endParaRPr>
          </a:p>
        </p:txBody>
      </p:sp>
      <p:sp>
        <p:nvSpPr>
          <p:cNvPr id="2" name="Google Shape;405;p34">
            <a:extLst>
              <a:ext uri="{FF2B5EF4-FFF2-40B4-BE49-F238E27FC236}">
                <a16:creationId xmlns:a16="http://schemas.microsoft.com/office/drawing/2014/main" id="{42AFAFC3-BA30-0D1D-FDDE-C5C9702D2697}"/>
              </a:ext>
            </a:extLst>
          </p:cNvPr>
          <p:cNvSpPr txBox="1"/>
          <p:nvPr/>
        </p:nvSpPr>
        <p:spPr>
          <a:xfrm>
            <a:off x="1252080" y="2474552"/>
            <a:ext cx="3909855" cy="3785611"/>
          </a:xfrm>
          <a:prstGeom prst="rect">
            <a:avLst/>
          </a:prstGeom>
          <a:noFill/>
          <a:ln w="9525" cap="flat" cmpd="sng">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rgbClr val="000000"/>
                </a:solidFill>
                <a:latin typeface="+mn-lt"/>
                <a:ea typeface="Twentieth Century"/>
                <a:cs typeface="Twentieth Century"/>
                <a:sym typeface="Twentieth Century"/>
              </a:rPr>
              <a:t>Procedure </a:t>
            </a:r>
            <a:r>
              <a:rPr lang="en-US" sz="1600" b="0" i="0" u="none" strike="noStrike" cap="none" dirty="0" err="1">
                <a:solidFill>
                  <a:srgbClr val="000000"/>
                </a:solidFill>
                <a:latin typeface="+mn-lt"/>
                <a:ea typeface="Twentieth Century"/>
                <a:cs typeface="Twentieth Century"/>
                <a:sym typeface="Twentieth Century"/>
              </a:rPr>
              <a:t>Ordenar</a:t>
            </a:r>
            <a:endParaRPr sz="1600" b="0" i="0" u="none" strike="noStrike" cap="none"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600" b="1" i="0" u="none" strike="noStrike" cap="none" dirty="0">
                <a:solidFill>
                  <a:srgbClr val="000000"/>
                </a:solidFill>
                <a:latin typeface="+mn-lt"/>
                <a:ea typeface="Twentieth Century"/>
                <a:cs typeface="Twentieth Century"/>
                <a:sym typeface="Twentieth Century"/>
              </a:rPr>
              <a:t>(1)</a:t>
            </a:r>
            <a:r>
              <a:rPr lang="en-US" sz="1600" b="0" i="0" u="none" strike="noStrike" cap="none" dirty="0">
                <a:solidFill>
                  <a:srgbClr val="000000"/>
                </a:solidFill>
                <a:latin typeface="+mn-lt"/>
                <a:ea typeface="Twentieth Century"/>
                <a:cs typeface="Twentieth Century"/>
                <a:sym typeface="Twentieth Century"/>
              </a:rPr>
              <a:t> do while not </a:t>
            </a:r>
            <a:r>
              <a:rPr lang="en-US" sz="1600" b="0" i="0" u="none" strike="noStrike" cap="none" dirty="0" err="1">
                <a:solidFill>
                  <a:srgbClr val="000000"/>
                </a:solidFill>
                <a:latin typeface="+mn-lt"/>
                <a:ea typeface="Twentieth Century"/>
                <a:cs typeface="Twentieth Century"/>
                <a:sym typeface="Twentieth Century"/>
              </a:rPr>
              <a:t>eof</a:t>
            </a:r>
            <a:r>
              <a:rPr lang="en-US" sz="1600" b="0" i="0" u="none" strike="noStrike" cap="none" dirty="0">
                <a:solidFill>
                  <a:srgbClr val="000000"/>
                </a:solidFill>
                <a:latin typeface="+mn-lt"/>
                <a:ea typeface="Twentieth Century"/>
                <a:cs typeface="Twentieth Century"/>
                <a:sym typeface="Twentieth Century"/>
              </a:rPr>
              <a:t>() begin</a:t>
            </a:r>
            <a:endParaRPr sz="1600" b="0" i="0" u="none" strike="noStrike" cap="none" dirty="0">
              <a:solidFill>
                <a:srgbClr val="000000"/>
              </a:solidFill>
              <a:latin typeface="+mn-lt"/>
              <a:ea typeface="Twentieth Century"/>
              <a:cs typeface="Twentieth Century"/>
              <a:sym typeface="Twentieth Century"/>
            </a:endParaRPr>
          </a:p>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rgbClr val="000000"/>
                </a:solidFill>
                <a:latin typeface="+mn-lt"/>
                <a:ea typeface="Twentieth Century"/>
                <a:cs typeface="Twentieth Century"/>
                <a:sym typeface="Twentieth Century"/>
              </a:rPr>
              <a:t> </a:t>
            </a:r>
            <a:r>
              <a:rPr lang="en-US" sz="1600" b="1" i="0" u="none" strike="noStrike" cap="none" dirty="0">
                <a:solidFill>
                  <a:srgbClr val="000000"/>
                </a:solidFill>
                <a:latin typeface="+mn-lt"/>
                <a:ea typeface="Twentieth Century"/>
                <a:cs typeface="Twentieth Century"/>
                <a:sym typeface="Twentieth Century"/>
              </a:rPr>
              <a:t>(2)</a:t>
            </a:r>
            <a:r>
              <a:rPr lang="en-US" sz="1600" b="0" i="0" u="none" strike="noStrike" cap="none" dirty="0">
                <a:solidFill>
                  <a:srgbClr val="000000"/>
                </a:solidFill>
                <a:latin typeface="+mn-lt"/>
                <a:ea typeface="Twentieth Century"/>
                <a:cs typeface="Twentieth Century"/>
                <a:sym typeface="Twentieth Century"/>
              </a:rPr>
              <a:t>   leer </a:t>
            </a:r>
            <a:r>
              <a:rPr lang="en-US" sz="1600" b="0" i="0" u="none" strike="noStrike" cap="none" dirty="0" err="1">
                <a:solidFill>
                  <a:srgbClr val="000000"/>
                </a:solidFill>
                <a:latin typeface="+mn-lt"/>
                <a:ea typeface="Twentieth Century"/>
                <a:cs typeface="Twentieth Century"/>
                <a:sym typeface="Twentieth Century"/>
              </a:rPr>
              <a:t>registro</a:t>
            </a:r>
            <a:r>
              <a:rPr lang="en-US" sz="1600" b="0" i="0" u="none" strike="noStrike" cap="none" dirty="0">
                <a:solidFill>
                  <a:srgbClr val="000000"/>
                </a:solidFill>
                <a:latin typeface="+mn-lt"/>
                <a:ea typeface="Twentieth Century"/>
                <a:cs typeface="Twentieth Century"/>
                <a:sym typeface="Twentieth Century"/>
              </a:rPr>
              <a:t>;</a:t>
            </a:r>
            <a:endParaRPr sz="1600" b="0" i="0" u="none" strike="noStrike" cap="none"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600" b="1" i="0" u="none" strike="noStrike" cap="none" dirty="0">
                <a:solidFill>
                  <a:srgbClr val="000000"/>
                </a:solidFill>
                <a:latin typeface="+mn-lt"/>
                <a:ea typeface="Twentieth Century"/>
                <a:cs typeface="Twentieth Century"/>
                <a:sym typeface="Twentieth Century"/>
              </a:rPr>
              <a:t>(3)</a:t>
            </a:r>
            <a:r>
              <a:rPr lang="en-US" sz="1600" b="0" i="0" u="none" strike="noStrike" cap="none" dirty="0">
                <a:solidFill>
                  <a:srgbClr val="000000"/>
                </a:solidFill>
                <a:latin typeface="+mn-lt"/>
                <a:ea typeface="Twentieth Century"/>
                <a:cs typeface="Twentieth Century"/>
                <a:sym typeface="Twentieth Century"/>
              </a:rPr>
              <a:t>    if (campo 1 de </a:t>
            </a:r>
            <a:r>
              <a:rPr lang="en-US" sz="1600" b="0" i="0" u="none" strike="noStrike" cap="none" dirty="0" err="1">
                <a:solidFill>
                  <a:srgbClr val="000000"/>
                </a:solidFill>
                <a:latin typeface="+mn-lt"/>
                <a:ea typeface="Twentieth Century"/>
                <a:cs typeface="Twentieth Century"/>
                <a:sym typeface="Twentieth Century"/>
              </a:rPr>
              <a:t>registro</a:t>
            </a:r>
            <a:r>
              <a:rPr lang="en-US" sz="1600" b="0" i="0" u="none" strike="noStrike" cap="none" dirty="0">
                <a:solidFill>
                  <a:srgbClr val="000000"/>
                </a:solidFill>
                <a:latin typeface="+mn-lt"/>
                <a:ea typeface="Twentieth Century"/>
                <a:cs typeface="Twentieth Century"/>
                <a:sym typeface="Twentieth Century"/>
              </a:rPr>
              <a:t> = 0)</a:t>
            </a:r>
            <a:endParaRPr sz="1600" b="0" i="0" u="none" strike="noStrike" cap="none"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600" b="1" i="0" u="none" strike="noStrike" cap="none" dirty="0">
                <a:solidFill>
                  <a:srgbClr val="000000"/>
                </a:solidFill>
                <a:latin typeface="+mn-lt"/>
                <a:ea typeface="Twentieth Century"/>
                <a:cs typeface="Twentieth Century"/>
                <a:sym typeface="Twentieth Century"/>
              </a:rPr>
              <a:t>(4)</a:t>
            </a:r>
            <a:r>
              <a:rPr lang="en-US" sz="1600" b="0" i="0" u="none" strike="noStrike" cap="none" dirty="0">
                <a:solidFill>
                  <a:srgbClr val="000000"/>
                </a:solidFill>
                <a:latin typeface="+mn-lt"/>
                <a:ea typeface="Twentieth Century"/>
                <a:cs typeface="Twentieth Century"/>
                <a:sym typeface="Twentieth Century"/>
              </a:rPr>
              <a:t>      then </a:t>
            </a:r>
            <a:r>
              <a:rPr lang="en-US" sz="1600" b="0" i="0" u="none" strike="noStrike" cap="none" dirty="0" err="1">
                <a:solidFill>
                  <a:srgbClr val="000000"/>
                </a:solidFill>
                <a:latin typeface="+mn-lt"/>
                <a:ea typeface="Twentieth Century"/>
                <a:cs typeface="Twentieth Century"/>
                <a:sym typeface="Twentieth Century"/>
              </a:rPr>
              <a:t>procesar</a:t>
            </a:r>
            <a:r>
              <a:rPr lang="en-US" sz="1600" b="0" i="0" u="none" strike="noStrike" cap="none" dirty="0">
                <a:solidFill>
                  <a:srgbClr val="000000"/>
                </a:solidFill>
                <a:latin typeface="+mn-lt"/>
                <a:ea typeface="Twentieth Century"/>
                <a:cs typeface="Twentieth Century"/>
                <a:sym typeface="Twentieth Century"/>
              </a:rPr>
              <a:t> </a:t>
            </a:r>
            <a:r>
              <a:rPr lang="en-US" sz="1600" b="0" i="0" u="none" strike="noStrike" cap="none" dirty="0" err="1">
                <a:solidFill>
                  <a:srgbClr val="000000"/>
                </a:solidFill>
                <a:latin typeface="+mn-lt"/>
                <a:ea typeface="Twentieth Century"/>
                <a:cs typeface="Twentieth Century"/>
                <a:sym typeface="Twentieth Century"/>
              </a:rPr>
              <a:t>registro</a:t>
            </a:r>
            <a:endParaRPr sz="1600" b="0" i="0" u="none" strike="noStrike" cap="none"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600" b="1" i="0" u="none" strike="noStrike" cap="none" dirty="0">
                <a:solidFill>
                  <a:srgbClr val="000000"/>
                </a:solidFill>
                <a:latin typeface="+mn-lt"/>
                <a:ea typeface="Twentieth Century"/>
                <a:cs typeface="Twentieth Century"/>
                <a:sym typeface="Twentieth Century"/>
              </a:rPr>
              <a:t>        </a:t>
            </a:r>
            <a:r>
              <a:rPr lang="en-US" sz="1600" b="0" i="0" u="none" strike="noStrike" cap="none" dirty="0">
                <a:solidFill>
                  <a:srgbClr val="000000"/>
                </a:solidFill>
                <a:latin typeface="+mn-lt"/>
                <a:ea typeface="Twentieth Century"/>
                <a:cs typeface="Twentieth Century"/>
                <a:sym typeface="Twentieth Century"/>
              </a:rPr>
              <a:t> 	</a:t>
            </a:r>
            <a:r>
              <a:rPr lang="en-US" sz="1600" b="0" i="0" u="none" strike="noStrike" cap="none" dirty="0" err="1">
                <a:solidFill>
                  <a:srgbClr val="000000"/>
                </a:solidFill>
                <a:latin typeface="+mn-lt"/>
                <a:ea typeface="Twentieth Century"/>
                <a:cs typeface="Twentieth Century"/>
                <a:sym typeface="Twentieth Century"/>
              </a:rPr>
              <a:t>Guardar</a:t>
            </a:r>
            <a:r>
              <a:rPr lang="en-US" sz="1600" b="0" i="0" u="none" strike="noStrike" cap="none" dirty="0">
                <a:solidFill>
                  <a:srgbClr val="000000"/>
                </a:solidFill>
                <a:latin typeface="+mn-lt"/>
                <a:ea typeface="Twentieth Century"/>
                <a:cs typeface="Twentieth Century"/>
                <a:sym typeface="Twentieth Century"/>
              </a:rPr>
              <a:t> </a:t>
            </a:r>
            <a:r>
              <a:rPr lang="en-US" sz="1600" b="0" i="0" u="none" strike="noStrike" cap="none" dirty="0" err="1">
                <a:solidFill>
                  <a:srgbClr val="000000"/>
                </a:solidFill>
                <a:latin typeface="+mn-lt"/>
                <a:ea typeface="Twentieth Century"/>
                <a:cs typeface="Twentieth Century"/>
                <a:sym typeface="Twentieth Century"/>
              </a:rPr>
              <a:t>en</a:t>
            </a:r>
            <a:r>
              <a:rPr lang="en-US" sz="1600" b="0" i="0" u="none" strike="noStrike" cap="none" dirty="0">
                <a:solidFill>
                  <a:srgbClr val="000000"/>
                </a:solidFill>
                <a:latin typeface="+mn-lt"/>
                <a:ea typeface="Twentieth Century"/>
                <a:cs typeface="Twentieth Century"/>
                <a:sym typeface="Twentieth Century"/>
              </a:rPr>
              <a:t> buffer;</a:t>
            </a:r>
            <a:endParaRPr sz="1600" b="0" i="0" u="none" strike="noStrike" cap="none"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rgbClr val="000000"/>
                </a:solidFill>
                <a:latin typeface="+mn-lt"/>
                <a:ea typeface="Twentieth Century"/>
                <a:cs typeface="Twentieth Century"/>
                <a:sym typeface="Twentieth Century"/>
              </a:rPr>
              <a:t>	Incrementar </a:t>
            </a:r>
            <a:r>
              <a:rPr lang="en-US" sz="1600" b="0" i="0" u="none" strike="noStrike" cap="none" dirty="0" err="1">
                <a:solidFill>
                  <a:srgbClr val="000000"/>
                </a:solidFill>
                <a:latin typeface="+mn-lt"/>
                <a:ea typeface="Twentieth Century"/>
                <a:cs typeface="Twentieth Century"/>
                <a:sym typeface="Twentieth Century"/>
              </a:rPr>
              <a:t>contador</a:t>
            </a:r>
            <a:r>
              <a:rPr lang="en-US" sz="1600" b="0" i="0" u="none" strike="noStrike" cap="none" dirty="0">
                <a:solidFill>
                  <a:srgbClr val="000000"/>
                </a:solidFill>
                <a:latin typeface="+mn-lt"/>
                <a:ea typeface="Twentieth Century"/>
                <a:cs typeface="Twentieth Century"/>
                <a:sym typeface="Twentieth Century"/>
              </a:rPr>
              <a:t>;</a:t>
            </a:r>
            <a:endParaRPr sz="1600" b="0" i="0" u="none" strike="noStrike" cap="none"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600" b="1" i="0" u="none" strike="noStrike" cap="none" dirty="0">
                <a:solidFill>
                  <a:srgbClr val="000000"/>
                </a:solidFill>
                <a:latin typeface="+mn-lt"/>
                <a:ea typeface="Twentieth Century"/>
                <a:cs typeface="Twentieth Century"/>
                <a:sym typeface="Twentieth Century"/>
              </a:rPr>
              <a:t>(5)</a:t>
            </a:r>
            <a:r>
              <a:rPr lang="en-US" sz="1600" b="0" i="0" u="none" strike="noStrike" cap="none" dirty="0">
                <a:solidFill>
                  <a:srgbClr val="000000"/>
                </a:solidFill>
                <a:latin typeface="+mn-lt"/>
                <a:ea typeface="Twentieth Century"/>
                <a:cs typeface="Twentieth Century"/>
                <a:sym typeface="Twentieth Century"/>
              </a:rPr>
              <a:t>       else  if (campo 2 de </a:t>
            </a:r>
            <a:r>
              <a:rPr lang="en-US" sz="1600" b="0" i="0" u="none" strike="noStrike" cap="none" dirty="0" err="1">
                <a:solidFill>
                  <a:srgbClr val="000000"/>
                </a:solidFill>
                <a:latin typeface="+mn-lt"/>
                <a:ea typeface="Twentieth Century"/>
                <a:cs typeface="Twentieth Century"/>
                <a:sym typeface="Twentieth Century"/>
              </a:rPr>
              <a:t>registro</a:t>
            </a:r>
            <a:r>
              <a:rPr lang="en-US" sz="1600" b="0" i="0" u="none" strike="noStrike" cap="none" dirty="0">
                <a:solidFill>
                  <a:srgbClr val="000000"/>
                </a:solidFill>
                <a:latin typeface="+mn-lt"/>
                <a:ea typeface="Twentieth Century"/>
                <a:cs typeface="Twentieth Century"/>
                <a:sym typeface="Twentieth Century"/>
              </a:rPr>
              <a:t> = 0)</a:t>
            </a:r>
            <a:endParaRPr sz="1600" b="0" i="0" u="none" strike="noStrike" cap="none"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600" b="1" i="0" u="none" strike="noStrike" cap="none" dirty="0">
                <a:solidFill>
                  <a:srgbClr val="000000"/>
                </a:solidFill>
                <a:latin typeface="+mn-lt"/>
                <a:ea typeface="Twentieth Century"/>
                <a:cs typeface="Twentieth Century"/>
                <a:sym typeface="Twentieth Century"/>
              </a:rPr>
              <a:t>(6)</a:t>
            </a:r>
            <a:r>
              <a:rPr lang="en-US" sz="1600" b="0" i="0" u="none" strike="noStrike" cap="none" dirty="0">
                <a:solidFill>
                  <a:srgbClr val="000000"/>
                </a:solidFill>
                <a:latin typeface="+mn-lt"/>
                <a:ea typeface="Twentieth Century"/>
                <a:cs typeface="Twentieth Century"/>
                <a:sym typeface="Twentieth Century"/>
              </a:rPr>
              <a:t>                  then </a:t>
            </a:r>
            <a:r>
              <a:rPr lang="en-US" sz="1600" b="0" i="0" u="none" strike="noStrike" cap="none" dirty="0" err="1">
                <a:solidFill>
                  <a:srgbClr val="000000"/>
                </a:solidFill>
                <a:latin typeface="+mn-lt"/>
                <a:ea typeface="Twentieth Century"/>
                <a:cs typeface="Twentieth Century"/>
                <a:sym typeface="Twentieth Century"/>
              </a:rPr>
              <a:t>reiniciar</a:t>
            </a:r>
            <a:r>
              <a:rPr lang="en-US" sz="1600" b="0" i="0" u="none" strike="noStrike" cap="none" dirty="0">
                <a:solidFill>
                  <a:srgbClr val="000000"/>
                </a:solidFill>
                <a:latin typeface="+mn-lt"/>
                <a:ea typeface="Twentieth Century"/>
                <a:cs typeface="Twentieth Century"/>
                <a:sym typeface="Twentieth Century"/>
              </a:rPr>
              <a:t> </a:t>
            </a:r>
            <a:r>
              <a:rPr lang="en-US" sz="1600" b="0" i="0" u="none" strike="noStrike" cap="none" dirty="0" err="1">
                <a:solidFill>
                  <a:srgbClr val="000000"/>
                </a:solidFill>
                <a:latin typeface="+mn-lt"/>
                <a:ea typeface="Twentieth Century"/>
                <a:cs typeface="Twentieth Century"/>
                <a:sym typeface="Twentieth Century"/>
              </a:rPr>
              <a:t>contador</a:t>
            </a:r>
            <a:endParaRPr sz="1600" b="0" i="0" u="none" strike="noStrike" cap="none" dirty="0">
              <a:solidFill>
                <a:srgbClr val="000000"/>
              </a:solidFill>
              <a:latin typeface="+mn-lt"/>
              <a:ea typeface="Arial"/>
              <a:cs typeface="Arial"/>
              <a:sym typeface="Arial"/>
            </a:endParaRPr>
          </a:p>
          <a:p>
            <a:pPr marL="0" marR="0" lvl="3" indent="0" algn="l" rtl="0">
              <a:lnSpc>
                <a:spcPct val="100000"/>
              </a:lnSpc>
              <a:spcBef>
                <a:spcPts val="0"/>
              </a:spcBef>
              <a:spcAft>
                <a:spcPts val="0"/>
              </a:spcAft>
              <a:buClr>
                <a:srgbClr val="000000"/>
              </a:buClr>
              <a:buSzPts val="1800"/>
              <a:buFont typeface="Arial"/>
              <a:buNone/>
            </a:pPr>
            <a:r>
              <a:rPr lang="en-US" sz="1600" b="1" i="0" u="none" strike="noStrike" cap="none" dirty="0">
                <a:solidFill>
                  <a:srgbClr val="000000"/>
                </a:solidFill>
                <a:latin typeface="+mn-lt"/>
                <a:ea typeface="Twentieth Century"/>
                <a:cs typeface="Twentieth Century"/>
                <a:sym typeface="Twentieth Century"/>
              </a:rPr>
              <a:t>(7)                  </a:t>
            </a:r>
            <a:r>
              <a:rPr lang="en-US" sz="1600" b="0" i="0" u="none" strike="noStrike" cap="none" dirty="0">
                <a:solidFill>
                  <a:srgbClr val="000000"/>
                </a:solidFill>
                <a:latin typeface="+mn-lt"/>
                <a:ea typeface="Twentieth Century"/>
                <a:cs typeface="Twentieth Century"/>
                <a:sym typeface="Twentieth Century"/>
              </a:rPr>
              <a:t>else   </a:t>
            </a:r>
            <a:endParaRPr sz="1600" b="0" i="0" u="none" strike="noStrike" cap="none" dirty="0">
              <a:solidFill>
                <a:srgbClr val="000000"/>
              </a:solidFill>
              <a:latin typeface="+mn-lt"/>
              <a:ea typeface="Arial"/>
              <a:cs typeface="Arial"/>
              <a:sym typeface="Arial"/>
            </a:endParaRPr>
          </a:p>
          <a:p>
            <a:pPr marL="0" marR="0" lvl="3" indent="0" algn="l" rtl="0">
              <a:lnSpc>
                <a:spcPct val="100000"/>
              </a:lnSpc>
              <a:spcBef>
                <a:spcPts val="0"/>
              </a:spcBef>
              <a:spcAft>
                <a:spcPts val="0"/>
              </a:spcAft>
              <a:buClr>
                <a:srgbClr val="000000"/>
              </a:buClr>
              <a:buSzPts val="1800"/>
              <a:buFont typeface="Arial"/>
              <a:buNone/>
            </a:pPr>
            <a:r>
              <a:rPr lang="en-US" sz="1600" b="0" i="0" u="none" strike="noStrike" cap="none" dirty="0">
                <a:solidFill>
                  <a:srgbClr val="000000"/>
                </a:solidFill>
                <a:latin typeface="+mn-lt"/>
                <a:ea typeface="Twentieth Century"/>
                <a:cs typeface="Twentieth Century"/>
                <a:sym typeface="Twentieth Century"/>
              </a:rPr>
              <a:t>	            </a:t>
            </a:r>
            <a:r>
              <a:rPr lang="en-US" sz="1600" b="0" i="0" u="none" strike="noStrike" cap="none" dirty="0" err="1">
                <a:solidFill>
                  <a:srgbClr val="000000"/>
                </a:solidFill>
                <a:latin typeface="+mn-lt"/>
                <a:ea typeface="Twentieth Century"/>
                <a:cs typeface="Twentieth Century"/>
                <a:sym typeface="Twentieth Century"/>
              </a:rPr>
              <a:t>procesar</a:t>
            </a:r>
            <a:r>
              <a:rPr lang="en-US" sz="1600" b="0" i="0" u="none" strike="noStrike" cap="none" dirty="0">
                <a:solidFill>
                  <a:srgbClr val="000000"/>
                </a:solidFill>
                <a:latin typeface="+mn-lt"/>
                <a:ea typeface="Twentieth Century"/>
                <a:cs typeface="Twentieth Century"/>
                <a:sym typeface="Twentieth Century"/>
              </a:rPr>
              <a:t> </a:t>
            </a:r>
            <a:r>
              <a:rPr lang="en-US" sz="1600" b="0" i="0" u="none" strike="noStrike" cap="none" dirty="0" err="1">
                <a:solidFill>
                  <a:srgbClr val="000000"/>
                </a:solidFill>
                <a:latin typeface="+mn-lt"/>
                <a:ea typeface="Twentieth Century"/>
                <a:cs typeface="Twentieth Century"/>
                <a:sym typeface="Twentieth Century"/>
              </a:rPr>
              <a:t>registro</a:t>
            </a:r>
            <a:r>
              <a:rPr lang="en-US" sz="1600" b="0" i="0" u="none" strike="noStrike" cap="none" dirty="0">
                <a:solidFill>
                  <a:srgbClr val="000000"/>
                </a:solidFill>
                <a:latin typeface="+mn-lt"/>
                <a:ea typeface="Twentieth Century"/>
                <a:cs typeface="Twentieth Century"/>
                <a:sym typeface="Twentieth Century"/>
              </a:rPr>
              <a:t>;</a:t>
            </a:r>
            <a:endParaRPr sz="1600" b="0" i="0" u="none" strike="noStrike" cap="none"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rgbClr val="000000"/>
                </a:solidFill>
                <a:latin typeface="+mn-lt"/>
                <a:ea typeface="Twentieth Century"/>
                <a:cs typeface="Twentieth Century"/>
                <a:sym typeface="Twentieth Century"/>
              </a:rPr>
              <a:t>	            </a:t>
            </a:r>
            <a:r>
              <a:rPr lang="en-US" sz="1600" b="0" i="0" u="none" strike="noStrike" cap="none" dirty="0" err="1">
                <a:solidFill>
                  <a:srgbClr val="000000"/>
                </a:solidFill>
                <a:latin typeface="+mn-lt"/>
                <a:ea typeface="Twentieth Century"/>
                <a:cs typeface="Twentieth Century"/>
                <a:sym typeface="Twentieth Century"/>
              </a:rPr>
              <a:t>Guardar</a:t>
            </a:r>
            <a:r>
              <a:rPr lang="en-US" sz="1600" b="0" i="0" u="none" strike="noStrike" cap="none" dirty="0">
                <a:solidFill>
                  <a:srgbClr val="000000"/>
                </a:solidFill>
                <a:latin typeface="+mn-lt"/>
                <a:ea typeface="Twentieth Century"/>
                <a:cs typeface="Twentieth Century"/>
                <a:sym typeface="Twentieth Century"/>
              </a:rPr>
              <a:t> </a:t>
            </a:r>
            <a:r>
              <a:rPr lang="en-US" sz="1600" b="0" i="0" u="none" strike="noStrike" cap="none" dirty="0" err="1">
                <a:solidFill>
                  <a:srgbClr val="000000"/>
                </a:solidFill>
                <a:latin typeface="+mn-lt"/>
                <a:ea typeface="Twentieth Century"/>
                <a:cs typeface="Twentieth Century"/>
                <a:sym typeface="Twentieth Century"/>
              </a:rPr>
              <a:t>en</a:t>
            </a:r>
            <a:r>
              <a:rPr lang="en-US" sz="1600" b="0" i="0" u="none" strike="noStrike" cap="none" dirty="0">
                <a:solidFill>
                  <a:srgbClr val="000000"/>
                </a:solidFill>
                <a:latin typeface="+mn-lt"/>
                <a:ea typeface="Twentieth Century"/>
                <a:cs typeface="Twentieth Century"/>
                <a:sym typeface="Twentieth Century"/>
              </a:rPr>
              <a:t> </a:t>
            </a:r>
            <a:r>
              <a:rPr lang="en-US" sz="1600" b="0" i="0" u="none" strike="noStrike" cap="none" dirty="0" err="1">
                <a:solidFill>
                  <a:srgbClr val="000000"/>
                </a:solidFill>
                <a:latin typeface="+mn-lt"/>
                <a:ea typeface="Twentieth Century"/>
                <a:cs typeface="Twentieth Century"/>
                <a:sym typeface="Twentieth Century"/>
              </a:rPr>
              <a:t>archivo</a:t>
            </a:r>
            <a:r>
              <a:rPr lang="en-US" sz="1600" b="0" i="0" u="none" strike="noStrike" cap="none" dirty="0">
                <a:solidFill>
                  <a:srgbClr val="000000"/>
                </a:solidFill>
                <a:latin typeface="+mn-lt"/>
                <a:ea typeface="Twentieth Century"/>
                <a:cs typeface="Twentieth Century"/>
                <a:sym typeface="Twentieth Century"/>
              </a:rPr>
              <a:t>;	</a:t>
            </a:r>
            <a:endParaRPr sz="1600" b="0" i="0" u="none" strike="noStrike" cap="none"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600" b="1" i="0" u="none" strike="noStrike" cap="none" dirty="0">
                <a:solidFill>
                  <a:srgbClr val="000000"/>
                </a:solidFill>
                <a:latin typeface="+mn-lt"/>
                <a:ea typeface="Twentieth Century"/>
                <a:cs typeface="Twentieth Century"/>
                <a:sym typeface="Twentieth Century"/>
              </a:rPr>
              <a:t>            (8)</a:t>
            </a:r>
            <a:r>
              <a:rPr lang="en-US" sz="1600" b="0" i="0" u="none" strike="noStrike" cap="none" dirty="0">
                <a:solidFill>
                  <a:srgbClr val="000000"/>
                </a:solidFill>
                <a:latin typeface="+mn-lt"/>
                <a:ea typeface="Twentieth Century"/>
                <a:cs typeface="Twentieth Century"/>
                <a:sym typeface="Twentieth Century"/>
              </a:rPr>
              <a:t>    endif</a:t>
            </a:r>
            <a:endParaRPr sz="1600" b="0" i="0" u="none" strike="noStrike" cap="none" dirty="0">
              <a:solidFill>
                <a:srgbClr val="000000"/>
              </a:solidFill>
              <a:latin typeface="+mn-lt"/>
              <a:ea typeface="Twentieth Century"/>
              <a:cs typeface="Twentieth Century"/>
              <a:sym typeface="Twentieth Century"/>
            </a:endParaRPr>
          </a:p>
          <a:p>
            <a:pPr marL="0" marR="0" lvl="0" indent="0" algn="l" rtl="0">
              <a:lnSpc>
                <a:spcPct val="100000"/>
              </a:lnSpc>
              <a:spcBef>
                <a:spcPts val="0"/>
              </a:spcBef>
              <a:spcAft>
                <a:spcPts val="0"/>
              </a:spcAft>
              <a:buClr>
                <a:srgbClr val="000000"/>
              </a:buClr>
              <a:buSzPts val="1800"/>
              <a:buFont typeface="Arial"/>
              <a:buNone/>
            </a:pPr>
            <a:r>
              <a:rPr lang="en-US" sz="1600" b="1" i="0" u="none" strike="noStrike" cap="none" dirty="0">
                <a:solidFill>
                  <a:srgbClr val="000000"/>
                </a:solidFill>
                <a:latin typeface="+mn-lt"/>
                <a:ea typeface="Twentieth Century"/>
                <a:cs typeface="Twentieth Century"/>
                <a:sym typeface="Twentieth Century"/>
              </a:rPr>
              <a:t> (9)</a:t>
            </a:r>
            <a:r>
              <a:rPr lang="en-US" sz="1600" b="0" i="0" u="none" strike="noStrike" cap="none" dirty="0">
                <a:solidFill>
                  <a:srgbClr val="000000"/>
                </a:solidFill>
                <a:latin typeface="+mn-lt"/>
                <a:ea typeface="Twentieth Century"/>
                <a:cs typeface="Twentieth Century"/>
                <a:sym typeface="Twentieth Century"/>
              </a:rPr>
              <a:t>   endif</a:t>
            </a:r>
            <a:endParaRPr sz="1600" b="0" i="0" u="none" strike="noStrike" cap="none" dirty="0">
              <a:solidFill>
                <a:srgbClr val="000000"/>
              </a:solidFill>
              <a:latin typeface="+mn-lt"/>
              <a:ea typeface="Twentieth Century"/>
              <a:cs typeface="Twentieth Century"/>
              <a:sym typeface="Twentieth Century"/>
            </a:endParaRPr>
          </a:p>
          <a:p>
            <a:pPr marL="0" marR="0" lvl="0" indent="0" algn="l" rtl="0">
              <a:lnSpc>
                <a:spcPct val="100000"/>
              </a:lnSpc>
              <a:spcBef>
                <a:spcPts val="0"/>
              </a:spcBef>
              <a:spcAft>
                <a:spcPts val="0"/>
              </a:spcAft>
              <a:buClr>
                <a:srgbClr val="000000"/>
              </a:buClr>
              <a:buSzPts val="1800"/>
              <a:buFont typeface="Arial"/>
              <a:buNone/>
            </a:pPr>
            <a:r>
              <a:rPr lang="en-US" sz="1600" b="1" i="0" u="none" strike="noStrike" cap="none" dirty="0">
                <a:solidFill>
                  <a:srgbClr val="000000"/>
                </a:solidFill>
                <a:latin typeface="+mn-lt"/>
                <a:ea typeface="Twentieth Century"/>
                <a:cs typeface="Twentieth Century"/>
                <a:sym typeface="Twentieth Century"/>
              </a:rPr>
              <a:t>(10)</a:t>
            </a:r>
            <a:r>
              <a:rPr lang="en-US" sz="1600" b="0" i="0" u="none" strike="noStrike" cap="none" dirty="0">
                <a:solidFill>
                  <a:srgbClr val="000000"/>
                </a:solidFill>
                <a:latin typeface="+mn-lt"/>
                <a:ea typeface="Twentieth Century"/>
                <a:cs typeface="Twentieth Century"/>
                <a:sym typeface="Twentieth Century"/>
              </a:rPr>
              <a:t> end;	    	</a:t>
            </a:r>
            <a:endParaRPr sz="1600" b="1" i="0" u="none" strike="noStrike" cap="none" dirty="0">
              <a:solidFill>
                <a:srgbClr val="000000"/>
              </a:solidFill>
              <a:latin typeface="+mn-lt"/>
              <a:ea typeface="Tahoma"/>
              <a:cs typeface="Tahoma"/>
              <a:sym typeface="Tahoma"/>
            </a:endParaRPr>
          </a:p>
        </p:txBody>
      </p:sp>
      <p:grpSp>
        <p:nvGrpSpPr>
          <p:cNvPr id="29" name="Grupo 28">
            <a:extLst>
              <a:ext uri="{FF2B5EF4-FFF2-40B4-BE49-F238E27FC236}">
                <a16:creationId xmlns:a16="http://schemas.microsoft.com/office/drawing/2014/main" id="{9EF89973-C4C3-BF74-E256-4360DCC8D627}"/>
              </a:ext>
            </a:extLst>
          </p:cNvPr>
          <p:cNvGrpSpPr/>
          <p:nvPr/>
        </p:nvGrpSpPr>
        <p:grpSpPr>
          <a:xfrm>
            <a:off x="7019583" y="2224171"/>
            <a:ext cx="3070200" cy="4035992"/>
            <a:chOff x="7019583" y="2224171"/>
            <a:chExt cx="3070200" cy="4035992"/>
          </a:xfrm>
        </p:grpSpPr>
        <p:grpSp>
          <p:nvGrpSpPr>
            <p:cNvPr id="3" name="Google Shape;406;p34">
              <a:extLst>
                <a:ext uri="{FF2B5EF4-FFF2-40B4-BE49-F238E27FC236}">
                  <a16:creationId xmlns:a16="http://schemas.microsoft.com/office/drawing/2014/main" id="{697593C7-2A74-9CB2-82EC-D66FCFB77389}"/>
                </a:ext>
              </a:extLst>
            </p:cNvPr>
            <p:cNvGrpSpPr/>
            <p:nvPr/>
          </p:nvGrpSpPr>
          <p:grpSpPr>
            <a:xfrm>
              <a:off x="7019583" y="2224171"/>
              <a:ext cx="3070200" cy="4035992"/>
              <a:chOff x="0" y="0"/>
              <a:chExt cx="4067175" cy="5248275"/>
            </a:xfrm>
          </p:grpSpPr>
          <p:sp>
            <p:nvSpPr>
              <p:cNvPr id="4" name="Google Shape;407;p34">
                <a:extLst>
                  <a:ext uri="{FF2B5EF4-FFF2-40B4-BE49-F238E27FC236}">
                    <a16:creationId xmlns:a16="http://schemas.microsoft.com/office/drawing/2014/main" id="{4422B508-1D71-B1F1-8607-DFC35A66579C}"/>
                  </a:ext>
                </a:extLst>
              </p:cNvPr>
              <p:cNvSpPr/>
              <p:nvPr/>
            </p:nvSpPr>
            <p:spPr>
              <a:xfrm>
                <a:off x="1971675" y="771525"/>
                <a:ext cx="438150" cy="400050"/>
              </a:xfrm>
              <a:prstGeom prst="ellipse">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2</a:t>
                </a:r>
                <a:endParaRPr sz="1200" b="0" i="0" u="none" strike="noStrike" cap="none">
                  <a:solidFill>
                    <a:srgbClr val="000000"/>
                  </a:solidFill>
                  <a:latin typeface="Times New Roman"/>
                  <a:ea typeface="Times New Roman"/>
                  <a:cs typeface="Times New Roman"/>
                  <a:sym typeface="Times New Roman"/>
                </a:endParaRPr>
              </a:p>
            </p:txBody>
          </p:sp>
          <p:sp>
            <p:nvSpPr>
              <p:cNvPr id="5" name="Google Shape;408;p34">
                <a:extLst>
                  <a:ext uri="{FF2B5EF4-FFF2-40B4-BE49-F238E27FC236}">
                    <a16:creationId xmlns:a16="http://schemas.microsoft.com/office/drawing/2014/main" id="{88D49429-C0F9-B8DB-2301-EC3AFAC9A4EF}"/>
                  </a:ext>
                </a:extLst>
              </p:cNvPr>
              <p:cNvSpPr/>
              <p:nvPr/>
            </p:nvSpPr>
            <p:spPr>
              <a:xfrm>
                <a:off x="1943100" y="0"/>
                <a:ext cx="457200" cy="409575"/>
              </a:xfrm>
              <a:prstGeom prst="ellipse">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1</a:t>
                </a:r>
                <a:endParaRPr sz="1200" b="0" i="0" u="none" strike="noStrike" cap="none">
                  <a:solidFill>
                    <a:srgbClr val="000000"/>
                  </a:solidFill>
                  <a:latin typeface="Times New Roman"/>
                  <a:ea typeface="Times New Roman"/>
                  <a:cs typeface="Times New Roman"/>
                  <a:sym typeface="Times New Roman"/>
                </a:endParaRPr>
              </a:p>
            </p:txBody>
          </p:sp>
          <p:cxnSp>
            <p:nvCxnSpPr>
              <p:cNvPr id="6" name="Google Shape;409;p34">
                <a:extLst>
                  <a:ext uri="{FF2B5EF4-FFF2-40B4-BE49-F238E27FC236}">
                    <a16:creationId xmlns:a16="http://schemas.microsoft.com/office/drawing/2014/main" id="{97618BD8-FA25-3310-5EC8-14A7626E8204}"/>
                  </a:ext>
                </a:extLst>
              </p:cNvPr>
              <p:cNvCxnSpPr/>
              <p:nvPr/>
            </p:nvCxnSpPr>
            <p:spPr>
              <a:xfrm>
                <a:off x="2171858" y="438396"/>
                <a:ext cx="0" cy="333253"/>
              </a:xfrm>
              <a:prstGeom prst="straightConnector1">
                <a:avLst/>
              </a:prstGeom>
              <a:noFill/>
              <a:ln w="9525" cap="flat" cmpd="sng">
                <a:solidFill>
                  <a:schemeClr val="dk1"/>
                </a:solidFill>
                <a:prstDash val="solid"/>
                <a:round/>
                <a:headEnd type="none" w="sm" len="sm"/>
                <a:tailEnd type="stealth" w="med" len="med"/>
              </a:ln>
            </p:spPr>
          </p:cxnSp>
          <p:sp>
            <p:nvSpPr>
              <p:cNvPr id="7" name="Google Shape;410;p34">
                <a:extLst>
                  <a:ext uri="{FF2B5EF4-FFF2-40B4-BE49-F238E27FC236}">
                    <a16:creationId xmlns:a16="http://schemas.microsoft.com/office/drawing/2014/main" id="{AAD59C3A-AB08-494E-2E93-5749DEFBDA87}"/>
                  </a:ext>
                </a:extLst>
              </p:cNvPr>
              <p:cNvSpPr/>
              <p:nvPr/>
            </p:nvSpPr>
            <p:spPr>
              <a:xfrm>
                <a:off x="2428875" y="1438275"/>
                <a:ext cx="466725" cy="419100"/>
              </a:xfrm>
              <a:prstGeom prst="ellipse">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3</a:t>
                </a:r>
                <a:endParaRPr sz="1200" b="0" i="0" u="none" strike="noStrike" cap="none">
                  <a:solidFill>
                    <a:srgbClr val="000000"/>
                  </a:solidFill>
                  <a:latin typeface="Times New Roman"/>
                  <a:ea typeface="Times New Roman"/>
                  <a:cs typeface="Times New Roman"/>
                  <a:sym typeface="Times New Roman"/>
                </a:endParaRPr>
              </a:p>
            </p:txBody>
          </p:sp>
          <p:cxnSp>
            <p:nvCxnSpPr>
              <p:cNvPr id="8" name="Google Shape;411;p34">
                <a:extLst>
                  <a:ext uri="{FF2B5EF4-FFF2-40B4-BE49-F238E27FC236}">
                    <a16:creationId xmlns:a16="http://schemas.microsoft.com/office/drawing/2014/main" id="{408E2C74-F958-036F-715F-72B58C581FB5}"/>
                  </a:ext>
                </a:extLst>
              </p:cNvPr>
              <p:cNvCxnSpPr/>
              <p:nvPr/>
            </p:nvCxnSpPr>
            <p:spPr>
              <a:xfrm>
                <a:off x="2209800" y="1171575"/>
                <a:ext cx="457200" cy="304800"/>
              </a:xfrm>
              <a:prstGeom prst="straightConnector1">
                <a:avLst/>
              </a:prstGeom>
              <a:noFill/>
              <a:ln w="9525" cap="flat" cmpd="sng">
                <a:solidFill>
                  <a:schemeClr val="dk1"/>
                </a:solidFill>
                <a:prstDash val="solid"/>
                <a:round/>
                <a:headEnd type="none" w="sm" len="sm"/>
                <a:tailEnd type="stealth" w="med" len="med"/>
              </a:ln>
            </p:spPr>
          </p:cxnSp>
          <p:sp>
            <p:nvSpPr>
              <p:cNvPr id="9" name="Google Shape;412;p34">
                <a:extLst>
                  <a:ext uri="{FF2B5EF4-FFF2-40B4-BE49-F238E27FC236}">
                    <a16:creationId xmlns:a16="http://schemas.microsoft.com/office/drawing/2014/main" id="{7030F2F2-081A-2673-82FC-98C53C344C9B}"/>
                  </a:ext>
                </a:extLst>
              </p:cNvPr>
              <p:cNvSpPr/>
              <p:nvPr/>
            </p:nvSpPr>
            <p:spPr>
              <a:xfrm>
                <a:off x="3153130" y="2084720"/>
                <a:ext cx="457200" cy="409576"/>
              </a:xfrm>
              <a:prstGeom prst="ellipse">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00"/>
                  </a:buClr>
                  <a:buSzPts val="1400"/>
                  <a:buFont typeface="Arial"/>
                  <a:buNone/>
                </a:pPr>
                <a:r>
                  <a:rPr lang="en-US" sz="1400" b="0" i="0" u="none" strike="noStrike" cap="none" dirty="0">
                    <a:solidFill>
                      <a:srgbClr val="000000"/>
                    </a:solidFill>
                    <a:latin typeface="Calibri"/>
                    <a:ea typeface="Calibri"/>
                    <a:cs typeface="Calibri"/>
                    <a:sym typeface="Calibri"/>
                  </a:rPr>
                  <a:t>4</a:t>
                </a:r>
                <a:endParaRPr sz="1200" b="0" i="0" u="none" strike="noStrike" cap="none" dirty="0">
                  <a:solidFill>
                    <a:srgbClr val="000000"/>
                  </a:solidFill>
                  <a:latin typeface="Times New Roman"/>
                  <a:ea typeface="Times New Roman"/>
                  <a:cs typeface="Times New Roman"/>
                  <a:sym typeface="Times New Roman"/>
                </a:endParaRPr>
              </a:p>
            </p:txBody>
          </p:sp>
          <p:sp>
            <p:nvSpPr>
              <p:cNvPr id="10" name="Google Shape;413;p34">
                <a:extLst>
                  <a:ext uri="{FF2B5EF4-FFF2-40B4-BE49-F238E27FC236}">
                    <a16:creationId xmlns:a16="http://schemas.microsoft.com/office/drawing/2014/main" id="{B1B54C81-1D72-627D-35EF-E96D39119605}"/>
                  </a:ext>
                </a:extLst>
              </p:cNvPr>
              <p:cNvSpPr/>
              <p:nvPr/>
            </p:nvSpPr>
            <p:spPr>
              <a:xfrm>
                <a:off x="1304924" y="2104397"/>
                <a:ext cx="457200" cy="409576"/>
              </a:xfrm>
              <a:prstGeom prst="ellipse">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00"/>
                  </a:buClr>
                  <a:buSzPts val="1400"/>
                  <a:buFont typeface="Arial"/>
                  <a:buNone/>
                </a:pPr>
                <a:r>
                  <a:rPr lang="en-US" sz="1400" b="0" i="0" u="none" strike="noStrike" cap="none" dirty="0">
                    <a:solidFill>
                      <a:srgbClr val="000000"/>
                    </a:solidFill>
                    <a:latin typeface="Calibri"/>
                    <a:ea typeface="Calibri"/>
                    <a:cs typeface="Calibri"/>
                    <a:sym typeface="Calibri"/>
                  </a:rPr>
                  <a:t>5</a:t>
                </a:r>
                <a:endParaRPr sz="1200" b="0" i="0" u="none" strike="noStrike" cap="none" dirty="0">
                  <a:solidFill>
                    <a:srgbClr val="000000"/>
                  </a:solidFill>
                  <a:latin typeface="Times New Roman"/>
                  <a:ea typeface="Times New Roman"/>
                  <a:cs typeface="Times New Roman"/>
                  <a:sym typeface="Times New Roman"/>
                </a:endParaRPr>
              </a:p>
            </p:txBody>
          </p:sp>
          <p:sp>
            <p:nvSpPr>
              <p:cNvPr id="11" name="Google Shape;414;p34">
                <a:extLst>
                  <a:ext uri="{FF2B5EF4-FFF2-40B4-BE49-F238E27FC236}">
                    <a16:creationId xmlns:a16="http://schemas.microsoft.com/office/drawing/2014/main" id="{E62C9A5E-1BFB-AD6A-5533-5CC71FE1E7BB}"/>
                  </a:ext>
                </a:extLst>
              </p:cNvPr>
              <p:cNvSpPr/>
              <p:nvPr/>
            </p:nvSpPr>
            <p:spPr>
              <a:xfrm>
                <a:off x="504825" y="2647950"/>
                <a:ext cx="457200" cy="409575"/>
              </a:xfrm>
              <a:prstGeom prst="ellipse">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6</a:t>
                </a:r>
                <a:endParaRPr sz="1200" b="0" i="0" u="none" strike="noStrike" cap="none">
                  <a:solidFill>
                    <a:srgbClr val="000000"/>
                  </a:solidFill>
                  <a:latin typeface="Times New Roman"/>
                  <a:ea typeface="Times New Roman"/>
                  <a:cs typeface="Times New Roman"/>
                  <a:sym typeface="Times New Roman"/>
                </a:endParaRPr>
              </a:p>
            </p:txBody>
          </p:sp>
          <p:sp>
            <p:nvSpPr>
              <p:cNvPr id="12" name="Google Shape;415;p34">
                <a:extLst>
                  <a:ext uri="{FF2B5EF4-FFF2-40B4-BE49-F238E27FC236}">
                    <a16:creationId xmlns:a16="http://schemas.microsoft.com/office/drawing/2014/main" id="{DA71617D-749F-E08B-52B2-BFB6EC32C9E0}"/>
                  </a:ext>
                </a:extLst>
              </p:cNvPr>
              <p:cNvSpPr/>
              <p:nvPr/>
            </p:nvSpPr>
            <p:spPr>
              <a:xfrm>
                <a:off x="1981200" y="2657475"/>
                <a:ext cx="457200" cy="409575"/>
              </a:xfrm>
              <a:prstGeom prst="ellipse">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7</a:t>
                </a:r>
                <a:endParaRPr sz="1200" b="0" i="0" u="none" strike="noStrike" cap="none">
                  <a:solidFill>
                    <a:srgbClr val="000000"/>
                  </a:solidFill>
                  <a:latin typeface="Times New Roman"/>
                  <a:ea typeface="Times New Roman"/>
                  <a:cs typeface="Times New Roman"/>
                  <a:sym typeface="Times New Roman"/>
                </a:endParaRPr>
              </a:p>
            </p:txBody>
          </p:sp>
          <p:sp>
            <p:nvSpPr>
              <p:cNvPr id="13" name="Google Shape;416;p34">
                <a:extLst>
                  <a:ext uri="{FF2B5EF4-FFF2-40B4-BE49-F238E27FC236}">
                    <a16:creationId xmlns:a16="http://schemas.microsoft.com/office/drawing/2014/main" id="{6C971C8C-6715-46EA-E37B-FD1E0BC281DC}"/>
                  </a:ext>
                </a:extLst>
              </p:cNvPr>
              <p:cNvSpPr/>
              <p:nvPr/>
            </p:nvSpPr>
            <p:spPr>
              <a:xfrm>
                <a:off x="1247775" y="3352800"/>
                <a:ext cx="457200" cy="409575"/>
              </a:xfrm>
              <a:prstGeom prst="ellipse">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8</a:t>
                </a:r>
                <a:endParaRPr sz="1200" b="0" i="0" u="none" strike="noStrike" cap="none">
                  <a:solidFill>
                    <a:srgbClr val="000000"/>
                  </a:solidFill>
                  <a:latin typeface="Times New Roman"/>
                  <a:ea typeface="Times New Roman"/>
                  <a:cs typeface="Times New Roman"/>
                  <a:sym typeface="Times New Roman"/>
                </a:endParaRPr>
              </a:p>
            </p:txBody>
          </p:sp>
          <p:cxnSp>
            <p:nvCxnSpPr>
              <p:cNvPr id="14" name="Google Shape;417;p34">
                <a:extLst>
                  <a:ext uri="{FF2B5EF4-FFF2-40B4-BE49-F238E27FC236}">
                    <a16:creationId xmlns:a16="http://schemas.microsoft.com/office/drawing/2014/main" id="{95D2A5C3-8EE3-582B-68CE-8221F368B0C8}"/>
                  </a:ext>
                </a:extLst>
              </p:cNvPr>
              <p:cNvCxnSpPr/>
              <p:nvPr/>
            </p:nvCxnSpPr>
            <p:spPr>
              <a:xfrm>
                <a:off x="2838450" y="1809750"/>
                <a:ext cx="457200" cy="304800"/>
              </a:xfrm>
              <a:prstGeom prst="straightConnector1">
                <a:avLst/>
              </a:prstGeom>
              <a:noFill/>
              <a:ln w="9525" cap="flat" cmpd="sng">
                <a:solidFill>
                  <a:schemeClr val="dk1"/>
                </a:solidFill>
                <a:prstDash val="solid"/>
                <a:round/>
                <a:headEnd type="none" w="sm" len="sm"/>
                <a:tailEnd type="stealth" w="med" len="med"/>
              </a:ln>
            </p:spPr>
          </p:cxnSp>
          <p:cxnSp>
            <p:nvCxnSpPr>
              <p:cNvPr id="15" name="Google Shape;418;p34">
                <a:extLst>
                  <a:ext uri="{FF2B5EF4-FFF2-40B4-BE49-F238E27FC236}">
                    <a16:creationId xmlns:a16="http://schemas.microsoft.com/office/drawing/2014/main" id="{31222B58-B94B-BC31-7818-05B659F5A583}"/>
                  </a:ext>
                </a:extLst>
              </p:cNvPr>
              <p:cNvCxnSpPr/>
              <p:nvPr/>
            </p:nvCxnSpPr>
            <p:spPr>
              <a:xfrm flipH="1">
                <a:off x="1628775" y="1762125"/>
                <a:ext cx="790575" cy="361950"/>
              </a:xfrm>
              <a:prstGeom prst="straightConnector1">
                <a:avLst/>
              </a:prstGeom>
              <a:noFill/>
              <a:ln w="9525" cap="flat" cmpd="sng">
                <a:solidFill>
                  <a:schemeClr val="dk1"/>
                </a:solidFill>
                <a:prstDash val="solid"/>
                <a:round/>
                <a:headEnd type="none" w="sm" len="sm"/>
                <a:tailEnd type="stealth" w="med" len="med"/>
              </a:ln>
            </p:spPr>
          </p:cxnSp>
          <p:cxnSp>
            <p:nvCxnSpPr>
              <p:cNvPr id="16" name="Google Shape;419;p34">
                <a:extLst>
                  <a:ext uri="{FF2B5EF4-FFF2-40B4-BE49-F238E27FC236}">
                    <a16:creationId xmlns:a16="http://schemas.microsoft.com/office/drawing/2014/main" id="{0B1B8CC4-1962-CFCA-4F44-C7FDEC9E6162}"/>
                  </a:ext>
                </a:extLst>
              </p:cNvPr>
              <p:cNvCxnSpPr/>
              <p:nvPr/>
            </p:nvCxnSpPr>
            <p:spPr>
              <a:xfrm flipH="1">
                <a:off x="847725" y="2362200"/>
                <a:ext cx="418466" cy="276225"/>
              </a:xfrm>
              <a:prstGeom prst="straightConnector1">
                <a:avLst/>
              </a:prstGeom>
              <a:noFill/>
              <a:ln w="9525" cap="flat" cmpd="sng">
                <a:solidFill>
                  <a:schemeClr val="dk1"/>
                </a:solidFill>
                <a:prstDash val="solid"/>
                <a:round/>
                <a:headEnd type="none" w="sm" len="sm"/>
                <a:tailEnd type="stealth" w="med" len="med"/>
              </a:ln>
            </p:spPr>
          </p:cxnSp>
          <p:cxnSp>
            <p:nvCxnSpPr>
              <p:cNvPr id="17" name="Google Shape;420;p34">
                <a:extLst>
                  <a:ext uri="{FF2B5EF4-FFF2-40B4-BE49-F238E27FC236}">
                    <a16:creationId xmlns:a16="http://schemas.microsoft.com/office/drawing/2014/main" id="{3255094C-D6B0-6C3C-B264-482303D553AF}"/>
                  </a:ext>
                </a:extLst>
              </p:cNvPr>
              <p:cNvCxnSpPr/>
              <p:nvPr/>
            </p:nvCxnSpPr>
            <p:spPr>
              <a:xfrm>
                <a:off x="1762125" y="2400300"/>
                <a:ext cx="400050" cy="266700"/>
              </a:xfrm>
              <a:prstGeom prst="straightConnector1">
                <a:avLst/>
              </a:prstGeom>
              <a:noFill/>
              <a:ln w="9525" cap="flat" cmpd="sng">
                <a:solidFill>
                  <a:schemeClr val="dk1"/>
                </a:solidFill>
                <a:prstDash val="solid"/>
                <a:round/>
                <a:headEnd type="none" w="sm" len="sm"/>
                <a:tailEnd type="stealth" w="med" len="med"/>
              </a:ln>
            </p:spPr>
          </p:cxnSp>
          <p:cxnSp>
            <p:nvCxnSpPr>
              <p:cNvPr id="18" name="Google Shape;421;p34">
                <a:extLst>
                  <a:ext uri="{FF2B5EF4-FFF2-40B4-BE49-F238E27FC236}">
                    <a16:creationId xmlns:a16="http://schemas.microsoft.com/office/drawing/2014/main" id="{270F132F-7C42-380D-21B8-53C43DE238FE}"/>
                  </a:ext>
                </a:extLst>
              </p:cNvPr>
              <p:cNvCxnSpPr/>
              <p:nvPr/>
            </p:nvCxnSpPr>
            <p:spPr>
              <a:xfrm>
                <a:off x="895350" y="3009900"/>
                <a:ext cx="419734" cy="419100"/>
              </a:xfrm>
              <a:prstGeom prst="straightConnector1">
                <a:avLst/>
              </a:prstGeom>
              <a:noFill/>
              <a:ln w="9525" cap="flat" cmpd="sng">
                <a:solidFill>
                  <a:schemeClr val="dk1"/>
                </a:solidFill>
                <a:prstDash val="solid"/>
                <a:round/>
                <a:headEnd type="none" w="sm" len="sm"/>
                <a:tailEnd type="stealth" w="med" len="med"/>
              </a:ln>
            </p:spPr>
          </p:cxnSp>
          <p:cxnSp>
            <p:nvCxnSpPr>
              <p:cNvPr id="19" name="Google Shape;422;p34">
                <a:extLst>
                  <a:ext uri="{FF2B5EF4-FFF2-40B4-BE49-F238E27FC236}">
                    <a16:creationId xmlns:a16="http://schemas.microsoft.com/office/drawing/2014/main" id="{23A40595-F8F1-46D3-5700-04DE15B76953}"/>
                  </a:ext>
                </a:extLst>
              </p:cNvPr>
              <p:cNvCxnSpPr/>
              <p:nvPr/>
            </p:nvCxnSpPr>
            <p:spPr>
              <a:xfrm flipH="1">
                <a:off x="1714500" y="3095625"/>
                <a:ext cx="466090" cy="390525"/>
              </a:xfrm>
              <a:prstGeom prst="straightConnector1">
                <a:avLst/>
              </a:prstGeom>
              <a:noFill/>
              <a:ln w="9525" cap="flat" cmpd="sng">
                <a:solidFill>
                  <a:schemeClr val="dk1"/>
                </a:solidFill>
                <a:prstDash val="solid"/>
                <a:round/>
                <a:headEnd type="none" w="sm" len="sm"/>
                <a:tailEnd type="stealth" w="med" len="med"/>
              </a:ln>
            </p:spPr>
          </p:cxnSp>
          <p:sp>
            <p:nvSpPr>
              <p:cNvPr id="20" name="Google Shape;423;p34">
                <a:extLst>
                  <a:ext uri="{FF2B5EF4-FFF2-40B4-BE49-F238E27FC236}">
                    <a16:creationId xmlns:a16="http://schemas.microsoft.com/office/drawing/2014/main" id="{C35D96E5-2E2A-5C20-B6AE-69A2B6F57882}"/>
                  </a:ext>
                </a:extLst>
              </p:cNvPr>
              <p:cNvSpPr/>
              <p:nvPr/>
            </p:nvSpPr>
            <p:spPr>
              <a:xfrm>
                <a:off x="1866900" y="4019550"/>
                <a:ext cx="457200" cy="409575"/>
              </a:xfrm>
              <a:prstGeom prst="ellipse">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9</a:t>
                </a:r>
                <a:endParaRPr sz="1200" b="0" i="0" u="none" strike="noStrike" cap="none">
                  <a:solidFill>
                    <a:srgbClr val="000000"/>
                  </a:solidFill>
                  <a:latin typeface="Times New Roman"/>
                  <a:ea typeface="Times New Roman"/>
                  <a:cs typeface="Times New Roman"/>
                  <a:sym typeface="Times New Roman"/>
                </a:endParaRPr>
              </a:p>
            </p:txBody>
          </p:sp>
          <p:cxnSp>
            <p:nvCxnSpPr>
              <p:cNvPr id="21" name="Google Shape;424;p34">
                <a:extLst>
                  <a:ext uri="{FF2B5EF4-FFF2-40B4-BE49-F238E27FC236}">
                    <a16:creationId xmlns:a16="http://schemas.microsoft.com/office/drawing/2014/main" id="{5B4ED14E-9878-69FD-BD0C-D12BB5D0124C}"/>
                  </a:ext>
                </a:extLst>
              </p:cNvPr>
              <p:cNvCxnSpPr/>
              <p:nvPr/>
            </p:nvCxnSpPr>
            <p:spPr>
              <a:xfrm>
                <a:off x="1562100" y="3733800"/>
                <a:ext cx="429260" cy="323850"/>
              </a:xfrm>
              <a:prstGeom prst="straightConnector1">
                <a:avLst/>
              </a:prstGeom>
              <a:noFill/>
              <a:ln w="9525" cap="flat" cmpd="sng">
                <a:solidFill>
                  <a:schemeClr val="dk1"/>
                </a:solidFill>
                <a:prstDash val="solid"/>
                <a:round/>
                <a:headEnd type="none" w="sm" len="sm"/>
                <a:tailEnd type="stealth" w="med" len="med"/>
              </a:ln>
            </p:spPr>
          </p:cxnSp>
          <p:sp>
            <p:nvSpPr>
              <p:cNvPr id="22" name="Google Shape;425;p34">
                <a:extLst>
                  <a:ext uri="{FF2B5EF4-FFF2-40B4-BE49-F238E27FC236}">
                    <a16:creationId xmlns:a16="http://schemas.microsoft.com/office/drawing/2014/main" id="{72F3AB0E-D48C-0C65-6FF4-3A85FEB45F6C}"/>
                  </a:ext>
                </a:extLst>
              </p:cNvPr>
              <p:cNvSpPr/>
              <p:nvPr/>
            </p:nvSpPr>
            <p:spPr>
              <a:xfrm>
                <a:off x="819505" y="267314"/>
                <a:ext cx="3247670" cy="4095258"/>
              </a:xfrm>
              <a:prstGeom prst="arc">
                <a:avLst>
                  <a:gd name="adj1" fmla="val 16069101"/>
                  <a:gd name="adj2" fmla="val 5679447"/>
                </a:avLst>
              </a:prstGeom>
              <a:noFill/>
              <a:ln w="9525" cap="flat" cmpd="sng">
                <a:solidFill>
                  <a:schemeClr val="dk1"/>
                </a:solidFill>
                <a:prstDash val="solid"/>
                <a:round/>
                <a:headEnd type="stealth" w="med" len="med"/>
                <a:tailEnd type="none" w="sm" len="sm"/>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 </a:t>
                </a:r>
                <a:endParaRPr sz="1000" b="0" i="0" u="none" strike="noStrike" cap="none">
                  <a:solidFill>
                    <a:schemeClr val="dk1"/>
                  </a:solidFill>
                  <a:latin typeface="Arial"/>
                  <a:ea typeface="Arial"/>
                  <a:cs typeface="Arial"/>
                  <a:sym typeface="Arial"/>
                </a:endParaRPr>
              </a:p>
            </p:txBody>
          </p:sp>
          <p:sp>
            <p:nvSpPr>
              <p:cNvPr id="23" name="Google Shape;426;p34">
                <a:extLst>
                  <a:ext uri="{FF2B5EF4-FFF2-40B4-BE49-F238E27FC236}">
                    <a16:creationId xmlns:a16="http://schemas.microsoft.com/office/drawing/2014/main" id="{A455CBF0-15D9-7A5A-4E4F-11A265DFED5C}"/>
                  </a:ext>
                </a:extLst>
              </p:cNvPr>
              <p:cNvSpPr/>
              <p:nvPr/>
            </p:nvSpPr>
            <p:spPr>
              <a:xfrm rot="10627502">
                <a:off x="0" y="171081"/>
                <a:ext cx="3323549" cy="4909677"/>
              </a:xfrm>
              <a:prstGeom prst="arc">
                <a:avLst>
                  <a:gd name="adj1" fmla="val 16069101"/>
                  <a:gd name="adj2" fmla="val 5888696"/>
                </a:avLst>
              </a:prstGeom>
              <a:noFill/>
              <a:ln w="9525" cap="flat" cmpd="sng">
                <a:solidFill>
                  <a:schemeClr val="dk1"/>
                </a:solidFill>
                <a:prstDash val="solid"/>
                <a:round/>
                <a:headEnd type="stealth" w="med" len="med"/>
                <a:tailEnd type="none" w="sm" len="sm"/>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 </a:t>
                </a:r>
                <a:endParaRPr sz="1000" b="0" i="0" u="none" strike="noStrike" cap="none">
                  <a:solidFill>
                    <a:schemeClr val="dk1"/>
                  </a:solidFill>
                  <a:latin typeface="Arial"/>
                  <a:ea typeface="Arial"/>
                  <a:cs typeface="Arial"/>
                  <a:sym typeface="Arial"/>
                </a:endParaRPr>
              </a:p>
            </p:txBody>
          </p:sp>
          <p:sp>
            <p:nvSpPr>
              <p:cNvPr id="24" name="Google Shape;427;p34">
                <a:extLst>
                  <a:ext uri="{FF2B5EF4-FFF2-40B4-BE49-F238E27FC236}">
                    <a16:creationId xmlns:a16="http://schemas.microsoft.com/office/drawing/2014/main" id="{BE9416A3-7638-5F5B-0233-C6D3B434ACD4}"/>
                  </a:ext>
                </a:extLst>
              </p:cNvPr>
              <p:cNvSpPr/>
              <p:nvPr/>
            </p:nvSpPr>
            <p:spPr>
              <a:xfrm>
                <a:off x="1933575" y="4838700"/>
                <a:ext cx="733426" cy="409575"/>
              </a:xfrm>
              <a:prstGeom prst="ellipse">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10</a:t>
                </a:r>
                <a:endParaRPr sz="1200" b="0" i="0" u="none" strike="noStrike" cap="none">
                  <a:solidFill>
                    <a:srgbClr val="000000"/>
                  </a:solidFill>
                  <a:latin typeface="Times New Roman"/>
                  <a:ea typeface="Times New Roman"/>
                  <a:cs typeface="Times New Roman"/>
                  <a:sym typeface="Times New Roman"/>
                </a:endParaRPr>
              </a:p>
            </p:txBody>
          </p:sp>
        </p:grpSp>
        <p:cxnSp>
          <p:nvCxnSpPr>
            <p:cNvPr id="25" name="Google Shape;428;p34">
              <a:extLst>
                <a:ext uri="{FF2B5EF4-FFF2-40B4-BE49-F238E27FC236}">
                  <a16:creationId xmlns:a16="http://schemas.microsoft.com/office/drawing/2014/main" id="{CA6FA217-7B40-B4BF-0C01-244AFBFEE4D2}"/>
                </a:ext>
              </a:extLst>
            </p:cNvPr>
            <p:cNvCxnSpPr>
              <a:cxnSpLocks/>
              <a:stCxn id="9" idx="4"/>
              <a:endCxn id="20" idx="7"/>
            </p:cNvCxnSpPr>
            <p:nvPr/>
          </p:nvCxnSpPr>
          <p:spPr>
            <a:xfrm flipH="1">
              <a:off x="8723440" y="4142317"/>
              <a:ext cx="848919" cy="1219066"/>
            </a:xfrm>
            <a:prstGeom prst="straightConnector1">
              <a:avLst/>
            </a:prstGeom>
            <a:noFill/>
            <a:ln w="9525" cap="flat" cmpd="sng">
              <a:solidFill>
                <a:schemeClr val="dk1"/>
              </a:solidFill>
              <a:prstDash val="solid"/>
              <a:round/>
              <a:headEnd type="none" w="sm" len="sm"/>
              <a:tailEnd type="stealth" w="med" len="med"/>
            </a:ln>
          </p:spPr>
        </p:cxnSp>
      </p:grpSp>
    </p:spTree>
    <p:extLst>
      <p:ext uri="{BB962C8B-B14F-4D97-AF65-F5344CB8AC3E}">
        <p14:creationId xmlns:p14="http://schemas.microsoft.com/office/powerpoint/2010/main" val="3574917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397A63F7-CE4C-DE65-D24F-48DF1BEEA22E}"/>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D184E82F-6B11-B83F-39D2-D94C0CFEF5C8}"/>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 Caja Blanca</a:t>
            </a:r>
            <a:endParaRPr dirty="0"/>
          </a:p>
        </p:txBody>
      </p:sp>
      <p:sp>
        <p:nvSpPr>
          <p:cNvPr id="160" name="Google Shape;160;p4">
            <a:extLst>
              <a:ext uri="{FF2B5EF4-FFF2-40B4-BE49-F238E27FC236}">
                <a16:creationId xmlns:a16="http://schemas.microsoft.com/office/drawing/2014/main" id="{942D72C7-7CE5-3013-DDF6-42D6AC50EBEC}"/>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B230E906-72A6-9686-1D2F-7552C50B681E}"/>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B3AB423B-6C86-5BF6-5745-AA4718485DE7}"/>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35</a:t>
            </a:fld>
            <a:endParaRPr/>
          </a:p>
        </p:txBody>
      </p:sp>
      <p:sp>
        <p:nvSpPr>
          <p:cNvPr id="163" name="Google Shape;163;p4">
            <a:extLst>
              <a:ext uri="{FF2B5EF4-FFF2-40B4-BE49-F238E27FC236}">
                <a16:creationId xmlns:a16="http://schemas.microsoft.com/office/drawing/2014/main" id="{E2B49A97-5604-6B3A-5EF7-D02AB28D43F3}"/>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100000"/>
              </a:lnSpc>
              <a:spcBef>
                <a:spcPts val="0"/>
              </a:spcBef>
              <a:spcAft>
                <a:spcPts val="600"/>
              </a:spcAft>
              <a:buClr>
                <a:srgbClr val="C00000"/>
              </a:buClr>
              <a:buFont typeface="Noto Sans Symbols"/>
              <a:buChar char="❖"/>
            </a:pPr>
            <a:r>
              <a:rPr lang="es-ES" sz="3200" dirty="0">
                <a:solidFill>
                  <a:schemeClr val="dk1"/>
                </a:solidFill>
              </a:rPr>
              <a:t>Prueba del Camino Básico – Ejemplo  </a:t>
            </a:r>
            <a:endParaRPr lang="es-ES" sz="2600" dirty="0">
              <a:solidFill>
                <a:schemeClr val="dk1"/>
              </a:solidFill>
            </a:endParaRPr>
          </a:p>
        </p:txBody>
      </p:sp>
      <p:grpSp>
        <p:nvGrpSpPr>
          <p:cNvPr id="29" name="Grupo 28">
            <a:extLst>
              <a:ext uri="{FF2B5EF4-FFF2-40B4-BE49-F238E27FC236}">
                <a16:creationId xmlns:a16="http://schemas.microsoft.com/office/drawing/2014/main" id="{692030EA-0F2D-2D8B-A4C8-70D09B983D41}"/>
              </a:ext>
            </a:extLst>
          </p:cNvPr>
          <p:cNvGrpSpPr/>
          <p:nvPr/>
        </p:nvGrpSpPr>
        <p:grpSpPr>
          <a:xfrm>
            <a:off x="7019583" y="2224171"/>
            <a:ext cx="3070200" cy="4035992"/>
            <a:chOff x="7019583" y="2224171"/>
            <a:chExt cx="3070200" cy="4035992"/>
          </a:xfrm>
        </p:grpSpPr>
        <p:grpSp>
          <p:nvGrpSpPr>
            <p:cNvPr id="3" name="Google Shape;406;p34">
              <a:extLst>
                <a:ext uri="{FF2B5EF4-FFF2-40B4-BE49-F238E27FC236}">
                  <a16:creationId xmlns:a16="http://schemas.microsoft.com/office/drawing/2014/main" id="{DEC4283C-4A56-E672-A6A1-45E58C64ADAF}"/>
                </a:ext>
              </a:extLst>
            </p:cNvPr>
            <p:cNvGrpSpPr/>
            <p:nvPr/>
          </p:nvGrpSpPr>
          <p:grpSpPr>
            <a:xfrm>
              <a:off x="7019583" y="2224171"/>
              <a:ext cx="3070200" cy="4035992"/>
              <a:chOff x="0" y="0"/>
              <a:chExt cx="4067175" cy="5248275"/>
            </a:xfrm>
          </p:grpSpPr>
          <p:sp>
            <p:nvSpPr>
              <p:cNvPr id="4" name="Google Shape;407;p34">
                <a:extLst>
                  <a:ext uri="{FF2B5EF4-FFF2-40B4-BE49-F238E27FC236}">
                    <a16:creationId xmlns:a16="http://schemas.microsoft.com/office/drawing/2014/main" id="{6ABD97D3-2F45-3A8C-7906-80DD3CBFF261}"/>
                  </a:ext>
                </a:extLst>
              </p:cNvPr>
              <p:cNvSpPr/>
              <p:nvPr/>
            </p:nvSpPr>
            <p:spPr>
              <a:xfrm>
                <a:off x="1971675" y="771525"/>
                <a:ext cx="438150" cy="400050"/>
              </a:xfrm>
              <a:prstGeom prst="ellipse">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2</a:t>
                </a:r>
                <a:endParaRPr sz="1200" b="0" i="0" u="none" strike="noStrike" cap="none">
                  <a:solidFill>
                    <a:srgbClr val="000000"/>
                  </a:solidFill>
                  <a:latin typeface="Times New Roman"/>
                  <a:ea typeface="Times New Roman"/>
                  <a:cs typeface="Times New Roman"/>
                  <a:sym typeface="Times New Roman"/>
                </a:endParaRPr>
              </a:p>
            </p:txBody>
          </p:sp>
          <p:sp>
            <p:nvSpPr>
              <p:cNvPr id="5" name="Google Shape;408;p34">
                <a:extLst>
                  <a:ext uri="{FF2B5EF4-FFF2-40B4-BE49-F238E27FC236}">
                    <a16:creationId xmlns:a16="http://schemas.microsoft.com/office/drawing/2014/main" id="{CF4FF6A4-C10A-518C-604A-CCBD280514D2}"/>
                  </a:ext>
                </a:extLst>
              </p:cNvPr>
              <p:cNvSpPr/>
              <p:nvPr/>
            </p:nvSpPr>
            <p:spPr>
              <a:xfrm>
                <a:off x="1943100" y="0"/>
                <a:ext cx="457200" cy="409575"/>
              </a:xfrm>
              <a:prstGeom prst="ellipse">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1</a:t>
                </a:r>
                <a:endParaRPr sz="1200" b="0" i="0" u="none" strike="noStrike" cap="none">
                  <a:solidFill>
                    <a:srgbClr val="000000"/>
                  </a:solidFill>
                  <a:latin typeface="Times New Roman"/>
                  <a:ea typeface="Times New Roman"/>
                  <a:cs typeface="Times New Roman"/>
                  <a:sym typeface="Times New Roman"/>
                </a:endParaRPr>
              </a:p>
            </p:txBody>
          </p:sp>
          <p:cxnSp>
            <p:nvCxnSpPr>
              <p:cNvPr id="6" name="Google Shape;409;p34">
                <a:extLst>
                  <a:ext uri="{FF2B5EF4-FFF2-40B4-BE49-F238E27FC236}">
                    <a16:creationId xmlns:a16="http://schemas.microsoft.com/office/drawing/2014/main" id="{C148A874-5D13-B015-D6CF-9E2A494C0699}"/>
                  </a:ext>
                </a:extLst>
              </p:cNvPr>
              <p:cNvCxnSpPr/>
              <p:nvPr/>
            </p:nvCxnSpPr>
            <p:spPr>
              <a:xfrm>
                <a:off x="2171858" y="438396"/>
                <a:ext cx="0" cy="333253"/>
              </a:xfrm>
              <a:prstGeom prst="straightConnector1">
                <a:avLst/>
              </a:prstGeom>
              <a:noFill/>
              <a:ln w="9525" cap="flat" cmpd="sng">
                <a:solidFill>
                  <a:schemeClr val="dk1"/>
                </a:solidFill>
                <a:prstDash val="solid"/>
                <a:round/>
                <a:headEnd type="none" w="sm" len="sm"/>
                <a:tailEnd type="stealth" w="med" len="med"/>
              </a:ln>
            </p:spPr>
          </p:cxnSp>
          <p:sp>
            <p:nvSpPr>
              <p:cNvPr id="7" name="Google Shape;410;p34">
                <a:extLst>
                  <a:ext uri="{FF2B5EF4-FFF2-40B4-BE49-F238E27FC236}">
                    <a16:creationId xmlns:a16="http://schemas.microsoft.com/office/drawing/2014/main" id="{62C1135E-F0A8-E0B8-B1A3-2E66E82C3CA9}"/>
                  </a:ext>
                </a:extLst>
              </p:cNvPr>
              <p:cNvSpPr/>
              <p:nvPr/>
            </p:nvSpPr>
            <p:spPr>
              <a:xfrm>
                <a:off x="2428875" y="1438275"/>
                <a:ext cx="466725" cy="419100"/>
              </a:xfrm>
              <a:prstGeom prst="ellipse">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3</a:t>
                </a:r>
                <a:endParaRPr sz="1200" b="0" i="0" u="none" strike="noStrike" cap="none">
                  <a:solidFill>
                    <a:srgbClr val="000000"/>
                  </a:solidFill>
                  <a:latin typeface="Times New Roman"/>
                  <a:ea typeface="Times New Roman"/>
                  <a:cs typeface="Times New Roman"/>
                  <a:sym typeface="Times New Roman"/>
                </a:endParaRPr>
              </a:p>
            </p:txBody>
          </p:sp>
          <p:cxnSp>
            <p:nvCxnSpPr>
              <p:cNvPr id="8" name="Google Shape;411;p34">
                <a:extLst>
                  <a:ext uri="{FF2B5EF4-FFF2-40B4-BE49-F238E27FC236}">
                    <a16:creationId xmlns:a16="http://schemas.microsoft.com/office/drawing/2014/main" id="{6A9A7512-C0B9-FE87-1D90-A1122294EA90}"/>
                  </a:ext>
                </a:extLst>
              </p:cNvPr>
              <p:cNvCxnSpPr/>
              <p:nvPr/>
            </p:nvCxnSpPr>
            <p:spPr>
              <a:xfrm>
                <a:off x="2209800" y="1171575"/>
                <a:ext cx="457200" cy="304800"/>
              </a:xfrm>
              <a:prstGeom prst="straightConnector1">
                <a:avLst/>
              </a:prstGeom>
              <a:noFill/>
              <a:ln w="9525" cap="flat" cmpd="sng">
                <a:solidFill>
                  <a:schemeClr val="dk1"/>
                </a:solidFill>
                <a:prstDash val="solid"/>
                <a:round/>
                <a:headEnd type="none" w="sm" len="sm"/>
                <a:tailEnd type="stealth" w="med" len="med"/>
              </a:ln>
            </p:spPr>
          </p:cxnSp>
          <p:sp>
            <p:nvSpPr>
              <p:cNvPr id="9" name="Google Shape;412;p34">
                <a:extLst>
                  <a:ext uri="{FF2B5EF4-FFF2-40B4-BE49-F238E27FC236}">
                    <a16:creationId xmlns:a16="http://schemas.microsoft.com/office/drawing/2014/main" id="{41FA861D-3236-533E-261D-FA1B416159DC}"/>
                  </a:ext>
                </a:extLst>
              </p:cNvPr>
              <p:cNvSpPr/>
              <p:nvPr/>
            </p:nvSpPr>
            <p:spPr>
              <a:xfrm>
                <a:off x="3153130" y="2084720"/>
                <a:ext cx="457200" cy="409576"/>
              </a:xfrm>
              <a:prstGeom prst="ellipse">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00"/>
                  </a:buClr>
                  <a:buSzPts val="1400"/>
                  <a:buFont typeface="Arial"/>
                  <a:buNone/>
                </a:pPr>
                <a:r>
                  <a:rPr lang="en-US" sz="1400" b="0" i="0" u="none" strike="noStrike" cap="none" dirty="0">
                    <a:solidFill>
                      <a:srgbClr val="000000"/>
                    </a:solidFill>
                    <a:latin typeface="Calibri"/>
                    <a:ea typeface="Calibri"/>
                    <a:cs typeface="Calibri"/>
                    <a:sym typeface="Calibri"/>
                  </a:rPr>
                  <a:t>4</a:t>
                </a:r>
                <a:endParaRPr sz="1200" b="0" i="0" u="none" strike="noStrike" cap="none" dirty="0">
                  <a:solidFill>
                    <a:srgbClr val="000000"/>
                  </a:solidFill>
                  <a:latin typeface="Times New Roman"/>
                  <a:ea typeface="Times New Roman"/>
                  <a:cs typeface="Times New Roman"/>
                  <a:sym typeface="Times New Roman"/>
                </a:endParaRPr>
              </a:p>
            </p:txBody>
          </p:sp>
          <p:sp>
            <p:nvSpPr>
              <p:cNvPr id="10" name="Google Shape;413;p34">
                <a:extLst>
                  <a:ext uri="{FF2B5EF4-FFF2-40B4-BE49-F238E27FC236}">
                    <a16:creationId xmlns:a16="http://schemas.microsoft.com/office/drawing/2014/main" id="{BC8DA7BD-2EFE-EDB8-BE8D-1ADCF757BE25}"/>
                  </a:ext>
                </a:extLst>
              </p:cNvPr>
              <p:cNvSpPr/>
              <p:nvPr/>
            </p:nvSpPr>
            <p:spPr>
              <a:xfrm>
                <a:off x="1304924" y="2104397"/>
                <a:ext cx="457200" cy="409576"/>
              </a:xfrm>
              <a:prstGeom prst="ellipse">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00"/>
                  </a:buClr>
                  <a:buSzPts val="1400"/>
                  <a:buFont typeface="Arial"/>
                  <a:buNone/>
                </a:pPr>
                <a:r>
                  <a:rPr lang="en-US" sz="1400" b="0" i="0" u="none" strike="noStrike" cap="none" dirty="0">
                    <a:solidFill>
                      <a:srgbClr val="000000"/>
                    </a:solidFill>
                    <a:latin typeface="Calibri"/>
                    <a:ea typeface="Calibri"/>
                    <a:cs typeface="Calibri"/>
                    <a:sym typeface="Calibri"/>
                  </a:rPr>
                  <a:t>5</a:t>
                </a:r>
                <a:endParaRPr sz="1200" b="0" i="0" u="none" strike="noStrike" cap="none" dirty="0">
                  <a:solidFill>
                    <a:srgbClr val="000000"/>
                  </a:solidFill>
                  <a:latin typeface="Times New Roman"/>
                  <a:ea typeface="Times New Roman"/>
                  <a:cs typeface="Times New Roman"/>
                  <a:sym typeface="Times New Roman"/>
                </a:endParaRPr>
              </a:p>
            </p:txBody>
          </p:sp>
          <p:sp>
            <p:nvSpPr>
              <p:cNvPr id="11" name="Google Shape;414;p34">
                <a:extLst>
                  <a:ext uri="{FF2B5EF4-FFF2-40B4-BE49-F238E27FC236}">
                    <a16:creationId xmlns:a16="http://schemas.microsoft.com/office/drawing/2014/main" id="{CD951955-56B9-9FA6-070D-D52DB7322F4B}"/>
                  </a:ext>
                </a:extLst>
              </p:cNvPr>
              <p:cNvSpPr/>
              <p:nvPr/>
            </p:nvSpPr>
            <p:spPr>
              <a:xfrm>
                <a:off x="504825" y="2647950"/>
                <a:ext cx="457200" cy="409575"/>
              </a:xfrm>
              <a:prstGeom prst="ellipse">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6</a:t>
                </a:r>
                <a:endParaRPr sz="1200" b="0" i="0" u="none" strike="noStrike" cap="none">
                  <a:solidFill>
                    <a:srgbClr val="000000"/>
                  </a:solidFill>
                  <a:latin typeface="Times New Roman"/>
                  <a:ea typeface="Times New Roman"/>
                  <a:cs typeface="Times New Roman"/>
                  <a:sym typeface="Times New Roman"/>
                </a:endParaRPr>
              </a:p>
            </p:txBody>
          </p:sp>
          <p:sp>
            <p:nvSpPr>
              <p:cNvPr id="12" name="Google Shape;415;p34">
                <a:extLst>
                  <a:ext uri="{FF2B5EF4-FFF2-40B4-BE49-F238E27FC236}">
                    <a16:creationId xmlns:a16="http://schemas.microsoft.com/office/drawing/2014/main" id="{F85FD072-AC73-5D01-EB9F-3DD5F160526E}"/>
                  </a:ext>
                </a:extLst>
              </p:cNvPr>
              <p:cNvSpPr/>
              <p:nvPr/>
            </p:nvSpPr>
            <p:spPr>
              <a:xfrm>
                <a:off x="1981200" y="2657475"/>
                <a:ext cx="457200" cy="409575"/>
              </a:xfrm>
              <a:prstGeom prst="ellipse">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7</a:t>
                </a:r>
                <a:endParaRPr sz="1200" b="0" i="0" u="none" strike="noStrike" cap="none">
                  <a:solidFill>
                    <a:srgbClr val="000000"/>
                  </a:solidFill>
                  <a:latin typeface="Times New Roman"/>
                  <a:ea typeface="Times New Roman"/>
                  <a:cs typeface="Times New Roman"/>
                  <a:sym typeface="Times New Roman"/>
                </a:endParaRPr>
              </a:p>
            </p:txBody>
          </p:sp>
          <p:sp>
            <p:nvSpPr>
              <p:cNvPr id="13" name="Google Shape;416;p34">
                <a:extLst>
                  <a:ext uri="{FF2B5EF4-FFF2-40B4-BE49-F238E27FC236}">
                    <a16:creationId xmlns:a16="http://schemas.microsoft.com/office/drawing/2014/main" id="{098A2B47-E843-BCBA-E7BE-E38BD4E24FEA}"/>
                  </a:ext>
                </a:extLst>
              </p:cNvPr>
              <p:cNvSpPr/>
              <p:nvPr/>
            </p:nvSpPr>
            <p:spPr>
              <a:xfrm>
                <a:off x="1247775" y="3352800"/>
                <a:ext cx="457200" cy="409575"/>
              </a:xfrm>
              <a:prstGeom prst="ellipse">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8</a:t>
                </a:r>
                <a:endParaRPr sz="1200" b="0" i="0" u="none" strike="noStrike" cap="none">
                  <a:solidFill>
                    <a:srgbClr val="000000"/>
                  </a:solidFill>
                  <a:latin typeface="Times New Roman"/>
                  <a:ea typeface="Times New Roman"/>
                  <a:cs typeface="Times New Roman"/>
                  <a:sym typeface="Times New Roman"/>
                </a:endParaRPr>
              </a:p>
            </p:txBody>
          </p:sp>
          <p:cxnSp>
            <p:nvCxnSpPr>
              <p:cNvPr id="14" name="Google Shape;417;p34">
                <a:extLst>
                  <a:ext uri="{FF2B5EF4-FFF2-40B4-BE49-F238E27FC236}">
                    <a16:creationId xmlns:a16="http://schemas.microsoft.com/office/drawing/2014/main" id="{5DB74536-78A5-DD7F-91C8-5A556A90FB8E}"/>
                  </a:ext>
                </a:extLst>
              </p:cNvPr>
              <p:cNvCxnSpPr/>
              <p:nvPr/>
            </p:nvCxnSpPr>
            <p:spPr>
              <a:xfrm>
                <a:off x="2838450" y="1809750"/>
                <a:ext cx="457200" cy="304800"/>
              </a:xfrm>
              <a:prstGeom prst="straightConnector1">
                <a:avLst/>
              </a:prstGeom>
              <a:noFill/>
              <a:ln w="9525" cap="flat" cmpd="sng">
                <a:solidFill>
                  <a:schemeClr val="dk1"/>
                </a:solidFill>
                <a:prstDash val="solid"/>
                <a:round/>
                <a:headEnd type="none" w="sm" len="sm"/>
                <a:tailEnd type="stealth" w="med" len="med"/>
              </a:ln>
            </p:spPr>
          </p:cxnSp>
          <p:cxnSp>
            <p:nvCxnSpPr>
              <p:cNvPr id="15" name="Google Shape;418;p34">
                <a:extLst>
                  <a:ext uri="{FF2B5EF4-FFF2-40B4-BE49-F238E27FC236}">
                    <a16:creationId xmlns:a16="http://schemas.microsoft.com/office/drawing/2014/main" id="{CF9BE46A-CD5D-6083-060A-D56FF670A39F}"/>
                  </a:ext>
                </a:extLst>
              </p:cNvPr>
              <p:cNvCxnSpPr/>
              <p:nvPr/>
            </p:nvCxnSpPr>
            <p:spPr>
              <a:xfrm flipH="1">
                <a:off x="1628775" y="1762125"/>
                <a:ext cx="790575" cy="361950"/>
              </a:xfrm>
              <a:prstGeom prst="straightConnector1">
                <a:avLst/>
              </a:prstGeom>
              <a:noFill/>
              <a:ln w="9525" cap="flat" cmpd="sng">
                <a:solidFill>
                  <a:schemeClr val="dk1"/>
                </a:solidFill>
                <a:prstDash val="solid"/>
                <a:round/>
                <a:headEnd type="none" w="sm" len="sm"/>
                <a:tailEnd type="stealth" w="med" len="med"/>
              </a:ln>
            </p:spPr>
          </p:cxnSp>
          <p:cxnSp>
            <p:nvCxnSpPr>
              <p:cNvPr id="16" name="Google Shape;419;p34">
                <a:extLst>
                  <a:ext uri="{FF2B5EF4-FFF2-40B4-BE49-F238E27FC236}">
                    <a16:creationId xmlns:a16="http://schemas.microsoft.com/office/drawing/2014/main" id="{151B82D3-A9FB-9B6F-43B8-4E1D232B5869}"/>
                  </a:ext>
                </a:extLst>
              </p:cNvPr>
              <p:cNvCxnSpPr/>
              <p:nvPr/>
            </p:nvCxnSpPr>
            <p:spPr>
              <a:xfrm flipH="1">
                <a:off x="847725" y="2362200"/>
                <a:ext cx="418466" cy="276225"/>
              </a:xfrm>
              <a:prstGeom prst="straightConnector1">
                <a:avLst/>
              </a:prstGeom>
              <a:noFill/>
              <a:ln w="9525" cap="flat" cmpd="sng">
                <a:solidFill>
                  <a:schemeClr val="dk1"/>
                </a:solidFill>
                <a:prstDash val="solid"/>
                <a:round/>
                <a:headEnd type="none" w="sm" len="sm"/>
                <a:tailEnd type="stealth" w="med" len="med"/>
              </a:ln>
            </p:spPr>
          </p:cxnSp>
          <p:cxnSp>
            <p:nvCxnSpPr>
              <p:cNvPr id="17" name="Google Shape;420;p34">
                <a:extLst>
                  <a:ext uri="{FF2B5EF4-FFF2-40B4-BE49-F238E27FC236}">
                    <a16:creationId xmlns:a16="http://schemas.microsoft.com/office/drawing/2014/main" id="{86FECDAF-165D-ED55-2E9B-701223274476}"/>
                  </a:ext>
                </a:extLst>
              </p:cNvPr>
              <p:cNvCxnSpPr/>
              <p:nvPr/>
            </p:nvCxnSpPr>
            <p:spPr>
              <a:xfrm>
                <a:off x="1762125" y="2400300"/>
                <a:ext cx="400050" cy="266700"/>
              </a:xfrm>
              <a:prstGeom prst="straightConnector1">
                <a:avLst/>
              </a:prstGeom>
              <a:noFill/>
              <a:ln w="9525" cap="flat" cmpd="sng">
                <a:solidFill>
                  <a:schemeClr val="dk1"/>
                </a:solidFill>
                <a:prstDash val="solid"/>
                <a:round/>
                <a:headEnd type="none" w="sm" len="sm"/>
                <a:tailEnd type="stealth" w="med" len="med"/>
              </a:ln>
            </p:spPr>
          </p:cxnSp>
          <p:cxnSp>
            <p:nvCxnSpPr>
              <p:cNvPr id="18" name="Google Shape;421;p34">
                <a:extLst>
                  <a:ext uri="{FF2B5EF4-FFF2-40B4-BE49-F238E27FC236}">
                    <a16:creationId xmlns:a16="http://schemas.microsoft.com/office/drawing/2014/main" id="{183FC741-F0E0-172E-1D06-E495904C3BF3}"/>
                  </a:ext>
                </a:extLst>
              </p:cNvPr>
              <p:cNvCxnSpPr/>
              <p:nvPr/>
            </p:nvCxnSpPr>
            <p:spPr>
              <a:xfrm>
                <a:off x="895350" y="3009900"/>
                <a:ext cx="419734" cy="419100"/>
              </a:xfrm>
              <a:prstGeom prst="straightConnector1">
                <a:avLst/>
              </a:prstGeom>
              <a:noFill/>
              <a:ln w="9525" cap="flat" cmpd="sng">
                <a:solidFill>
                  <a:schemeClr val="dk1"/>
                </a:solidFill>
                <a:prstDash val="solid"/>
                <a:round/>
                <a:headEnd type="none" w="sm" len="sm"/>
                <a:tailEnd type="stealth" w="med" len="med"/>
              </a:ln>
            </p:spPr>
          </p:cxnSp>
          <p:cxnSp>
            <p:nvCxnSpPr>
              <p:cNvPr id="19" name="Google Shape;422;p34">
                <a:extLst>
                  <a:ext uri="{FF2B5EF4-FFF2-40B4-BE49-F238E27FC236}">
                    <a16:creationId xmlns:a16="http://schemas.microsoft.com/office/drawing/2014/main" id="{2F46912B-CDEF-5291-E936-2011DD80AAC6}"/>
                  </a:ext>
                </a:extLst>
              </p:cNvPr>
              <p:cNvCxnSpPr/>
              <p:nvPr/>
            </p:nvCxnSpPr>
            <p:spPr>
              <a:xfrm flipH="1">
                <a:off x="1714500" y="3095625"/>
                <a:ext cx="466090" cy="390525"/>
              </a:xfrm>
              <a:prstGeom prst="straightConnector1">
                <a:avLst/>
              </a:prstGeom>
              <a:noFill/>
              <a:ln w="9525" cap="flat" cmpd="sng">
                <a:solidFill>
                  <a:schemeClr val="dk1"/>
                </a:solidFill>
                <a:prstDash val="solid"/>
                <a:round/>
                <a:headEnd type="none" w="sm" len="sm"/>
                <a:tailEnd type="stealth" w="med" len="med"/>
              </a:ln>
            </p:spPr>
          </p:cxnSp>
          <p:sp>
            <p:nvSpPr>
              <p:cNvPr id="20" name="Google Shape;423;p34">
                <a:extLst>
                  <a:ext uri="{FF2B5EF4-FFF2-40B4-BE49-F238E27FC236}">
                    <a16:creationId xmlns:a16="http://schemas.microsoft.com/office/drawing/2014/main" id="{206FBB6A-93BA-21E6-8AD7-EEAB15DB4223}"/>
                  </a:ext>
                </a:extLst>
              </p:cNvPr>
              <p:cNvSpPr/>
              <p:nvPr/>
            </p:nvSpPr>
            <p:spPr>
              <a:xfrm>
                <a:off x="1866900" y="4019550"/>
                <a:ext cx="457200" cy="409575"/>
              </a:xfrm>
              <a:prstGeom prst="ellipse">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9</a:t>
                </a:r>
                <a:endParaRPr sz="1200" b="0" i="0" u="none" strike="noStrike" cap="none">
                  <a:solidFill>
                    <a:srgbClr val="000000"/>
                  </a:solidFill>
                  <a:latin typeface="Times New Roman"/>
                  <a:ea typeface="Times New Roman"/>
                  <a:cs typeface="Times New Roman"/>
                  <a:sym typeface="Times New Roman"/>
                </a:endParaRPr>
              </a:p>
            </p:txBody>
          </p:sp>
          <p:cxnSp>
            <p:nvCxnSpPr>
              <p:cNvPr id="21" name="Google Shape;424;p34">
                <a:extLst>
                  <a:ext uri="{FF2B5EF4-FFF2-40B4-BE49-F238E27FC236}">
                    <a16:creationId xmlns:a16="http://schemas.microsoft.com/office/drawing/2014/main" id="{992A67CB-FE84-763A-A153-971201948818}"/>
                  </a:ext>
                </a:extLst>
              </p:cNvPr>
              <p:cNvCxnSpPr/>
              <p:nvPr/>
            </p:nvCxnSpPr>
            <p:spPr>
              <a:xfrm>
                <a:off x="1562100" y="3733800"/>
                <a:ext cx="429260" cy="323850"/>
              </a:xfrm>
              <a:prstGeom prst="straightConnector1">
                <a:avLst/>
              </a:prstGeom>
              <a:noFill/>
              <a:ln w="9525" cap="flat" cmpd="sng">
                <a:solidFill>
                  <a:schemeClr val="dk1"/>
                </a:solidFill>
                <a:prstDash val="solid"/>
                <a:round/>
                <a:headEnd type="none" w="sm" len="sm"/>
                <a:tailEnd type="stealth" w="med" len="med"/>
              </a:ln>
            </p:spPr>
          </p:cxnSp>
          <p:sp>
            <p:nvSpPr>
              <p:cNvPr id="22" name="Google Shape;425;p34">
                <a:extLst>
                  <a:ext uri="{FF2B5EF4-FFF2-40B4-BE49-F238E27FC236}">
                    <a16:creationId xmlns:a16="http://schemas.microsoft.com/office/drawing/2014/main" id="{6EE0B598-FD7C-11E9-3DC8-D951B43588A0}"/>
                  </a:ext>
                </a:extLst>
              </p:cNvPr>
              <p:cNvSpPr/>
              <p:nvPr/>
            </p:nvSpPr>
            <p:spPr>
              <a:xfrm>
                <a:off x="819505" y="267314"/>
                <a:ext cx="3247670" cy="4095258"/>
              </a:xfrm>
              <a:prstGeom prst="arc">
                <a:avLst>
                  <a:gd name="adj1" fmla="val 16069101"/>
                  <a:gd name="adj2" fmla="val 5679447"/>
                </a:avLst>
              </a:prstGeom>
              <a:noFill/>
              <a:ln w="9525" cap="flat" cmpd="sng">
                <a:solidFill>
                  <a:schemeClr val="dk1"/>
                </a:solidFill>
                <a:prstDash val="solid"/>
                <a:round/>
                <a:headEnd type="stealth" w="med" len="med"/>
                <a:tailEnd type="none" w="sm" len="sm"/>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 </a:t>
                </a:r>
                <a:endParaRPr sz="1000" b="0" i="0" u="none" strike="noStrike" cap="none">
                  <a:solidFill>
                    <a:schemeClr val="dk1"/>
                  </a:solidFill>
                  <a:latin typeface="Arial"/>
                  <a:ea typeface="Arial"/>
                  <a:cs typeface="Arial"/>
                  <a:sym typeface="Arial"/>
                </a:endParaRPr>
              </a:p>
            </p:txBody>
          </p:sp>
          <p:sp>
            <p:nvSpPr>
              <p:cNvPr id="23" name="Google Shape;426;p34">
                <a:extLst>
                  <a:ext uri="{FF2B5EF4-FFF2-40B4-BE49-F238E27FC236}">
                    <a16:creationId xmlns:a16="http://schemas.microsoft.com/office/drawing/2014/main" id="{AEBB060C-6A22-5361-E23C-1AC57EAE353A}"/>
                  </a:ext>
                </a:extLst>
              </p:cNvPr>
              <p:cNvSpPr/>
              <p:nvPr/>
            </p:nvSpPr>
            <p:spPr>
              <a:xfrm rot="10627502">
                <a:off x="0" y="171081"/>
                <a:ext cx="3323549" cy="4909677"/>
              </a:xfrm>
              <a:prstGeom prst="arc">
                <a:avLst>
                  <a:gd name="adj1" fmla="val 16069101"/>
                  <a:gd name="adj2" fmla="val 5888696"/>
                </a:avLst>
              </a:prstGeom>
              <a:noFill/>
              <a:ln w="9525" cap="flat" cmpd="sng">
                <a:solidFill>
                  <a:schemeClr val="dk1"/>
                </a:solidFill>
                <a:prstDash val="solid"/>
                <a:round/>
                <a:headEnd type="stealth" w="med" len="med"/>
                <a:tailEnd type="none" w="sm" len="sm"/>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 </a:t>
                </a:r>
                <a:endParaRPr sz="1000" b="0" i="0" u="none" strike="noStrike" cap="none">
                  <a:solidFill>
                    <a:schemeClr val="dk1"/>
                  </a:solidFill>
                  <a:latin typeface="Arial"/>
                  <a:ea typeface="Arial"/>
                  <a:cs typeface="Arial"/>
                  <a:sym typeface="Arial"/>
                </a:endParaRPr>
              </a:p>
            </p:txBody>
          </p:sp>
          <p:sp>
            <p:nvSpPr>
              <p:cNvPr id="24" name="Google Shape;427;p34">
                <a:extLst>
                  <a:ext uri="{FF2B5EF4-FFF2-40B4-BE49-F238E27FC236}">
                    <a16:creationId xmlns:a16="http://schemas.microsoft.com/office/drawing/2014/main" id="{3BDDB265-98CD-B2CB-80C4-E55596C38BCD}"/>
                  </a:ext>
                </a:extLst>
              </p:cNvPr>
              <p:cNvSpPr/>
              <p:nvPr/>
            </p:nvSpPr>
            <p:spPr>
              <a:xfrm>
                <a:off x="1933575" y="4838700"/>
                <a:ext cx="733426" cy="409575"/>
              </a:xfrm>
              <a:prstGeom prst="ellipse">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10</a:t>
                </a:r>
                <a:endParaRPr sz="1200" b="0" i="0" u="none" strike="noStrike" cap="none">
                  <a:solidFill>
                    <a:srgbClr val="000000"/>
                  </a:solidFill>
                  <a:latin typeface="Times New Roman"/>
                  <a:ea typeface="Times New Roman"/>
                  <a:cs typeface="Times New Roman"/>
                  <a:sym typeface="Times New Roman"/>
                </a:endParaRPr>
              </a:p>
            </p:txBody>
          </p:sp>
        </p:grpSp>
        <p:cxnSp>
          <p:nvCxnSpPr>
            <p:cNvPr id="25" name="Google Shape;428;p34">
              <a:extLst>
                <a:ext uri="{FF2B5EF4-FFF2-40B4-BE49-F238E27FC236}">
                  <a16:creationId xmlns:a16="http://schemas.microsoft.com/office/drawing/2014/main" id="{A758B570-5530-5854-63F1-4A5AA5462663}"/>
                </a:ext>
              </a:extLst>
            </p:cNvPr>
            <p:cNvCxnSpPr>
              <a:cxnSpLocks/>
              <a:stCxn id="9" idx="4"/>
              <a:endCxn id="20" idx="7"/>
            </p:cNvCxnSpPr>
            <p:nvPr/>
          </p:nvCxnSpPr>
          <p:spPr>
            <a:xfrm flipH="1">
              <a:off x="8723440" y="4142317"/>
              <a:ext cx="848919" cy="1219066"/>
            </a:xfrm>
            <a:prstGeom prst="straightConnector1">
              <a:avLst/>
            </a:prstGeom>
            <a:noFill/>
            <a:ln w="9525" cap="flat" cmpd="sng">
              <a:solidFill>
                <a:schemeClr val="dk1"/>
              </a:solidFill>
              <a:prstDash val="solid"/>
              <a:round/>
              <a:headEnd type="none" w="sm" len="sm"/>
              <a:tailEnd type="stealth" w="med" len="med"/>
            </a:ln>
          </p:spPr>
        </p:cxnSp>
      </p:grpSp>
      <p:sp>
        <p:nvSpPr>
          <p:cNvPr id="26" name="Google Shape;460;p35">
            <a:extLst>
              <a:ext uri="{FF2B5EF4-FFF2-40B4-BE49-F238E27FC236}">
                <a16:creationId xmlns:a16="http://schemas.microsoft.com/office/drawing/2014/main" id="{C00B9A96-722E-7E4B-3B39-893A59443599}"/>
              </a:ext>
            </a:extLst>
          </p:cNvPr>
          <p:cNvSpPr txBox="1"/>
          <p:nvPr/>
        </p:nvSpPr>
        <p:spPr>
          <a:xfrm>
            <a:off x="1307306" y="3006973"/>
            <a:ext cx="3958219" cy="2826261"/>
          </a:xfrm>
          <a:prstGeom prst="roundRect">
            <a:avLst/>
          </a:prstGeom>
          <a:solidFill>
            <a:schemeClr val="accent1">
              <a:lumMod val="40000"/>
              <a:lumOff val="60000"/>
            </a:schemeClr>
          </a:solidFill>
          <a:ln w="9525" cap="flat" cmpd="sng">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000" b="0" i="0" u="none" strike="noStrike" cap="none" dirty="0">
                <a:solidFill>
                  <a:srgbClr val="000000"/>
                </a:solidFill>
                <a:latin typeface="+mn-lt"/>
                <a:ea typeface="Twentieth Century"/>
                <a:cs typeface="Twentieth Century"/>
                <a:sym typeface="Twentieth Century"/>
              </a:rPr>
              <a:t>Regiones: 4</a:t>
            </a:r>
            <a:endParaRPr sz="2000" b="0" i="0" u="none" strike="noStrike" cap="none"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000" b="0" i="0" u="none" strike="noStrike" cap="none" dirty="0" err="1">
                <a:solidFill>
                  <a:srgbClr val="000000"/>
                </a:solidFill>
                <a:latin typeface="+mn-lt"/>
                <a:ea typeface="Twentieth Century"/>
                <a:cs typeface="Twentieth Century"/>
                <a:sym typeface="Twentieth Century"/>
              </a:rPr>
              <a:t>Nodos</a:t>
            </a:r>
            <a:r>
              <a:rPr lang="en-US" sz="2000" b="0" i="0" u="none" strike="noStrike" cap="none" dirty="0">
                <a:solidFill>
                  <a:srgbClr val="000000"/>
                </a:solidFill>
                <a:latin typeface="+mn-lt"/>
                <a:ea typeface="Twentieth Century"/>
                <a:cs typeface="Twentieth Century"/>
                <a:sym typeface="Twentieth Century"/>
              </a:rPr>
              <a:t>: 10</a:t>
            </a:r>
            <a:endParaRPr sz="2000" b="0" i="0" u="none" strike="noStrike" cap="none"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000" b="0" i="0" u="none" strike="noStrike" cap="none" dirty="0" err="1">
                <a:solidFill>
                  <a:srgbClr val="000000"/>
                </a:solidFill>
                <a:latin typeface="+mn-lt"/>
                <a:ea typeface="Twentieth Century"/>
                <a:cs typeface="Twentieth Century"/>
                <a:sym typeface="Twentieth Century"/>
              </a:rPr>
              <a:t>Aristas</a:t>
            </a:r>
            <a:r>
              <a:rPr lang="en-US" sz="2000" b="0" i="0" u="none" strike="noStrike" cap="none" dirty="0">
                <a:solidFill>
                  <a:srgbClr val="000000"/>
                </a:solidFill>
                <a:latin typeface="+mn-lt"/>
                <a:ea typeface="Twentieth Century"/>
                <a:cs typeface="Twentieth Century"/>
                <a:sym typeface="Twentieth Century"/>
              </a:rPr>
              <a:t>: 12</a:t>
            </a:r>
            <a:endParaRPr sz="2000" b="0" i="0" u="none" strike="noStrike" cap="none"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000" b="0" i="0" u="none" strike="noStrike" cap="none" dirty="0" err="1">
                <a:solidFill>
                  <a:srgbClr val="000000"/>
                </a:solidFill>
                <a:latin typeface="+mn-lt"/>
                <a:ea typeface="Twentieth Century"/>
                <a:cs typeface="Twentieth Century"/>
                <a:sym typeface="Twentieth Century"/>
              </a:rPr>
              <a:t>Nodos</a:t>
            </a:r>
            <a:r>
              <a:rPr lang="en-US" sz="2000" b="0" i="0" u="none" strike="noStrike" cap="none" dirty="0">
                <a:solidFill>
                  <a:srgbClr val="000000"/>
                </a:solidFill>
                <a:latin typeface="+mn-lt"/>
                <a:ea typeface="Twentieth Century"/>
                <a:cs typeface="Twentieth Century"/>
                <a:sym typeface="Twentieth Century"/>
              </a:rPr>
              <a:t> </a:t>
            </a:r>
            <a:r>
              <a:rPr lang="en-US" sz="2000" b="0" i="0" u="none" strike="noStrike" cap="none" dirty="0" err="1">
                <a:solidFill>
                  <a:srgbClr val="000000"/>
                </a:solidFill>
                <a:latin typeface="+mn-lt"/>
                <a:ea typeface="Twentieth Century"/>
                <a:cs typeface="Twentieth Century"/>
                <a:sym typeface="Twentieth Century"/>
              </a:rPr>
              <a:t>Predicado</a:t>
            </a:r>
            <a:r>
              <a:rPr lang="en-US" sz="2000" b="0" i="0" u="none" strike="noStrike" cap="none" dirty="0">
                <a:solidFill>
                  <a:srgbClr val="000000"/>
                </a:solidFill>
                <a:latin typeface="+mn-lt"/>
                <a:ea typeface="Twentieth Century"/>
                <a:cs typeface="Twentieth Century"/>
                <a:sym typeface="Twentieth Century"/>
              </a:rPr>
              <a:t>: 3</a:t>
            </a:r>
            <a:endParaRPr sz="2000" b="0" i="0" u="none" strike="noStrike" cap="none"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endParaRPr sz="2000" b="0" i="0" u="none" strike="noStrike" cap="none" dirty="0">
              <a:solidFill>
                <a:srgbClr val="000000"/>
              </a:solidFill>
              <a:latin typeface="+mn-lt"/>
              <a:ea typeface="Twentieth Century"/>
              <a:cs typeface="Twentieth Century"/>
              <a:sym typeface="Twentieth Century"/>
            </a:endParaRPr>
          </a:p>
          <a:p>
            <a:pPr marL="0" marR="0" lvl="0" indent="0" algn="l" rtl="0">
              <a:lnSpc>
                <a:spcPct val="100000"/>
              </a:lnSpc>
              <a:spcBef>
                <a:spcPts val="0"/>
              </a:spcBef>
              <a:spcAft>
                <a:spcPts val="0"/>
              </a:spcAft>
              <a:buClr>
                <a:srgbClr val="000000"/>
              </a:buClr>
              <a:buSzPts val="2800"/>
              <a:buFont typeface="Arial"/>
              <a:buNone/>
            </a:pPr>
            <a:r>
              <a:rPr lang="en-US" sz="2000" b="1" i="0" u="none" strike="noStrike" cap="none" dirty="0">
                <a:solidFill>
                  <a:srgbClr val="000000"/>
                </a:solidFill>
                <a:latin typeface="+mn-lt"/>
                <a:ea typeface="Twentieth Century"/>
                <a:cs typeface="Twentieth Century"/>
                <a:sym typeface="Twentieth Century"/>
              </a:rPr>
              <a:t>V(G): A-N+2 = 12-10+2 = 4</a:t>
            </a:r>
            <a:endParaRPr sz="2000" b="1" i="0" u="none" strike="noStrike" cap="none"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000" b="1" i="0" u="none" strike="noStrike" cap="none" dirty="0">
                <a:solidFill>
                  <a:srgbClr val="000000"/>
                </a:solidFill>
                <a:latin typeface="+mn-lt"/>
                <a:ea typeface="Twentieth Century"/>
                <a:cs typeface="Twentieth Century"/>
                <a:sym typeface="Twentieth Century"/>
              </a:rPr>
              <a:t>V(G): NP+1 = 3+1 = 4</a:t>
            </a:r>
            <a:endParaRPr sz="2000" b="1" i="0" u="none" strike="noStrike" cap="none"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000" b="1" i="0" u="none" strike="noStrike" cap="none" dirty="0">
                <a:solidFill>
                  <a:srgbClr val="000000"/>
                </a:solidFill>
                <a:latin typeface="+mn-lt"/>
                <a:ea typeface="Twentieth Century"/>
                <a:cs typeface="Twentieth Century"/>
                <a:sym typeface="Twentieth Century"/>
              </a:rPr>
              <a:t>V(G): R = 4</a:t>
            </a:r>
            <a:endParaRPr sz="2000" b="1" i="0" u="none" strike="noStrike" cap="none" dirty="0">
              <a:solidFill>
                <a:srgbClr val="000000"/>
              </a:solidFill>
              <a:latin typeface="+mn-lt"/>
              <a:ea typeface="Arial"/>
              <a:cs typeface="Arial"/>
              <a:sym typeface="Arial"/>
            </a:endParaRPr>
          </a:p>
        </p:txBody>
      </p:sp>
    </p:spTree>
    <p:extLst>
      <p:ext uri="{BB962C8B-B14F-4D97-AF65-F5344CB8AC3E}">
        <p14:creationId xmlns:p14="http://schemas.microsoft.com/office/powerpoint/2010/main" val="2092506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6FBC271D-6144-469E-6890-7DAF0C672217}"/>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E7F5CAFC-0A9E-CFE7-62CB-12186C282BFA}"/>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 Caja Blanca</a:t>
            </a:r>
            <a:endParaRPr dirty="0"/>
          </a:p>
        </p:txBody>
      </p:sp>
      <p:sp>
        <p:nvSpPr>
          <p:cNvPr id="160" name="Google Shape;160;p4">
            <a:extLst>
              <a:ext uri="{FF2B5EF4-FFF2-40B4-BE49-F238E27FC236}">
                <a16:creationId xmlns:a16="http://schemas.microsoft.com/office/drawing/2014/main" id="{790753A7-C77F-3AC3-AA48-B71671CCE55F}"/>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9E7BF72E-23E9-0D36-073E-8288A406B1D2}"/>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DCCCF474-6A6A-9AFF-751B-2904B0DE70E2}"/>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36</a:t>
            </a:fld>
            <a:endParaRPr/>
          </a:p>
        </p:txBody>
      </p:sp>
      <p:sp>
        <p:nvSpPr>
          <p:cNvPr id="163" name="Google Shape;163;p4">
            <a:extLst>
              <a:ext uri="{FF2B5EF4-FFF2-40B4-BE49-F238E27FC236}">
                <a16:creationId xmlns:a16="http://schemas.microsoft.com/office/drawing/2014/main" id="{F25E90D9-B7B2-EA99-0AD6-143485500B9D}"/>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100000"/>
              </a:lnSpc>
              <a:spcBef>
                <a:spcPts val="0"/>
              </a:spcBef>
              <a:spcAft>
                <a:spcPts val="600"/>
              </a:spcAft>
              <a:buClr>
                <a:srgbClr val="C00000"/>
              </a:buClr>
              <a:buFont typeface="Noto Sans Symbols"/>
              <a:buChar char="❖"/>
            </a:pPr>
            <a:r>
              <a:rPr lang="es-ES" sz="3200" dirty="0">
                <a:solidFill>
                  <a:schemeClr val="dk1"/>
                </a:solidFill>
              </a:rPr>
              <a:t>Prueba del Camino Básico – Ejemplo  </a:t>
            </a:r>
            <a:endParaRPr lang="es-ES" sz="2600" dirty="0">
              <a:solidFill>
                <a:schemeClr val="dk1"/>
              </a:solidFill>
            </a:endParaRPr>
          </a:p>
        </p:txBody>
      </p:sp>
      <p:sp>
        <p:nvSpPr>
          <p:cNvPr id="2" name="Google Shape;405;p34">
            <a:extLst>
              <a:ext uri="{FF2B5EF4-FFF2-40B4-BE49-F238E27FC236}">
                <a16:creationId xmlns:a16="http://schemas.microsoft.com/office/drawing/2014/main" id="{9AB1B649-9FC3-B704-4330-5FE4E3898D8B}"/>
              </a:ext>
            </a:extLst>
          </p:cNvPr>
          <p:cNvSpPr txBox="1"/>
          <p:nvPr/>
        </p:nvSpPr>
        <p:spPr>
          <a:xfrm>
            <a:off x="2333625" y="2489301"/>
            <a:ext cx="7906668" cy="3808695"/>
          </a:xfrm>
          <a:prstGeom prst="rect">
            <a:avLst/>
          </a:prstGeom>
          <a:noFill/>
          <a:ln w="9525" cap="flat" cmpd="sng">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lvl="0" algn="just">
              <a:lnSpc>
                <a:spcPct val="115000"/>
              </a:lnSpc>
              <a:spcBef>
                <a:spcPts val="0"/>
              </a:spcBef>
              <a:spcAft>
                <a:spcPts val="0"/>
              </a:spcAft>
              <a:buClr>
                <a:srgbClr val="000000"/>
              </a:buClr>
              <a:buSzPts val="1400"/>
            </a:pPr>
            <a:r>
              <a:rPr lang="en-US" sz="1400" b="1" dirty="0" err="1">
                <a:solidFill>
                  <a:srgbClr val="000000"/>
                </a:solidFill>
                <a:latin typeface="+mn-lt"/>
                <a:ea typeface="Verdana"/>
                <a:cs typeface="Verdana"/>
                <a:sym typeface="Verdana"/>
              </a:rPr>
              <a:t>programejcaracteres</a:t>
            </a:r>
            <a:r>
              <a:rPr lang="en-US" sz="1400" dirty="0">
                <a:solidFill>
                  <a:srgbClr val="000000"/>
                </a:solidFill>
                <a:latin typeface="+mn-lt"/>
                <a:ea typeface="Verdana"/>
                <a:cs typeface="Verdana"/>
                <a:sym typeface="Verdana"/>
              </a:rPr>
              <a:t>;</a:t>
            </a:r>
            <a:endParaRPr lang="en-US" sz="1400" dirty="0">
              <a:solidFill>
                <a:srgbClr val="000000"/>
              </a:solidFill>
              <a:latin typeface="+mn-lt"/>
              <a:ea typeface="Calibri"/>
              <a:cs typeface="Calibri"/>
              <a:sym typeface="Calibri"/>
            </a:endParaRPr>
          </a:p>
          <a:p>
            <a:pPr lvl="0" algn="just">
              <a:lnSpc>
                <a:spcPct val="115000"/>
              </a:lnSpc>
              <a:spcBef>
                <a:spcPts val="0"/>
              </a:spcBef>
              <a:spcAft>
                <a:spcPts val="0"/>
              </a:spcAft>
              <a:buClr>
                <a:srgbClr val="000000"/>
              </a:buClr>
              <a:buSzPts val="1400"/>
            </a:pPr>
            <a:r>
              <a:rPr lang="en-US" sz="1400" dirty="0" err="1">
                <a:solidFill>
                  <a:srgbClr val="000000"/>
                </a:solidFill>
                <a:latin typeface="+mn-lt"/>
                <a:ea typeface="Verdana"/>
                <a:cs typeface="Verdana"/>
                <a:sym typeface="Verdana"/>
              </a:rPr>
              <a:t>usescrt</a:t>
            </a:r>
            <a:r>
              <a:rPr lang="en-US" sz="1400" dirty="0">
                <a:solidFill>
                  <a:srgbClr val="000000"/>
                </a:solidFill>
                <a:latin typeface="+mn-lt"/>
                <a:ea typeface="Verdana"/>
                <a:cs typeface="Verdana"/>
                <a:sym typeface="Verdana"/>
              </a:rPr>
              <a:t>;</a:t>
            </a:r>
            <a:endParaRPr lang="en-US" sz="1400" dirty="0">
              <a:solidFill>
                <a:srgbClr val="000000"/>
              </a:solidFill>
              <a:latin typeface="+mn-lt"/>
              <a:ea typeface="Calibri"/>
              <a:cs typeface="Calibri"/>
              <a:sym typeface="Calibri"/>
            </a:endParaRPr>
          </a:p>
          <a:p>
            <a:pPr lvl="0" algn="just">
              <a:lnSpc>
                <a:spcPct val="115000"/>
              </a:lnSpc>
              <a:spcBef>
                <a:spcPts val="0"/>
              </a:spcBef>
              <a:spcAft>
                <a:spcPts val="0"/>
              </a:spcAft>
              <a:buClr>
                <a:srgbClr val="000000"/>
              </a:buClr>
              <a:buSzPts val="1400"/>
            </a:pPr>
            <a:r>
              <a:rPr lang="en-US" sz="1400" b="1" dirty="0">
                <a:solidFill>
                  <a:srgbClr val="000000"/>
                </a:solidFill>
                <a:latin typeface="+mn-lt"/>
                <a:ea typeface="Verdana"/>
                <a:cs typeface="Verdana"/>
                <a:sym typeface="Verdana"/>
              </a:rPr>
              <a:t>var</a:t>
            </a:r>
            <a:endParaRPr lang="en-US" sz="1400" dirty="0">
              <a:solidFill>
                <a:srgbClr val="000000"/>
              </a:solidFill>
              <a:latin typeface="+mn-lt"/>
              <a:ea typeface="Calibri"/>
              <a:cs typeface="Calibri"/>
              <a:sym typeface="Calibri"/>
            </a:endParaRPr>
          </a:p>
          <a:p>
            <a:pPr lvl="0" algn="just">
              <a:lnSpc>
                <a:spcPct val="115000"/>
              </a:lnSpc>
              <a:spcBef>
                <a:spcPts val="0"/>
              </a:spcBef>
              <a:spcAft>
                <a:spcPts val="0"/>
              </a:spcAft>
              <a:buClr>
                <a:srgbClr val="000000"/>
              </a:buClr>
              <a:buSzPts val="1400"/>
            </a:pPr>
            <a:r>
              <a:rPr lang="en-US" sz="1400" dirty="0">
                <a:solidFill>
                  <a:srgbClr val="000000"/>
                </a:solidFill>
                <a:latin typeface="+mn-lt"/>
                <a:ea typeface="Verdana"/>
                <a:cs typeface="Verdana"/>
                <a:sym typeface="Verdana"/>
              </a:rPr>
              <a:t>  car: char; </a:t>
            </a:r>
            <a:r>
              <a:rPr lang="en-US" sz="1400" dirty="0" err="1">
                <a:solidFill>
                  <a:srgbClr val="000000"/>
                </a:solidFill>
                <a:latin typeface="+mn-lt"/>
                <a:ea typeface="Verdana"/>
                <a:cs typeface="Verdana"/>
                <a:sym typeface="Verdana"/>
              </a:rPr>
              <a:t>canta</a:t>
            </a:r>
            <a:r>
              <a:rPr lang="en-US" sz="1400" dirty="0">
                <a:solidFill>
                  <a:srgbClr val="000000"/>
                </a:solidFill>
                <a:latin typeface="+mn-lt"/>
                <a:ea typeface="Verdana"/>
                <a:cs typeface="Verdana"/>
                <a:sym typeface="Verdana"/>
              </a:rPr>
              <a:t>: </a:t>
            </a:r>
            <a:r>
              <a:rPr lang="en-US" sz="1400" dirty="0" err="1">
                <a:solidFill>
                  <a:srgbClr val="000000"/>
                </a:solidFill>
                <a:latin typeface="+mn-lt"/>
                <a:ea typeface="Verdana"/>
                <a:cs typeface="Verdana"/>
                <a:sym typeface="Verdana"/>
              </a:rPr>
              <a:t>integer;cantPal</a:t>
            </a:r>
            <a:r>
              <a:rPr lang="en-US" sz="1400" dirty="0">
                <a:solidFill>
                  <a:srgbClr val="000000"/>
                </a:solidFill>
                <a:latin typeface="+mn-lt"/>
                <a:ea typeface="Verdana"/>
                <a:cs typeface="Verdana"/>
                <a:sym typeface="Verdana"/>
              </a:rPr>
              <a:t>: integer; </a:t>
            </a:r>
            <a:endParaRPr lang="en-US" sz="1400" dirty="0">
              <a:solidFill>
                <a:srgbClr val="000000"/>
              </a:solidFill>
              <a:latin typeface="+mn-lt"/>
              <a:ea typeface="Calibri"/>
              <a:cs typeface="Calibri"/>
              <a:sym typeface="Calibri"/>
            </a:endParaRPr>
          </a:p>
          <a:p>
            <a:pPr lvl="0" algn="just">
              <a:lnSpc>
                <a:spcPct val="115000"/>
              </a:lnSpc>
              <a:spcBef>
                <a:spcPts val="0"/>
              </a:spcBef>
              <a:spcAft>
                <a:spcPts val="0"/>
              </a:spcAft>
              <a:buClr>
                <a:srgbClr val="000000"/>
              </a:buClr>
              <a:buSzPts val="1400"/>
            </a:pPr>
            <a:r>
              <a:rPr lang="en-US" sz="1400" dirty="0">
                <a:solidFill>
                  <a:srgbClr val="000000"/>
                </a:solidFill>
                <a:latin typeface="+mn-lt"/>
                <a:ea typeface="Verdana"/>
                <a:cs typeface="Verdana"/>
                <a:sym typeface="Verdana"/>
              </a:rPr>
              <a:t>  </a:t>
            </a:r>
            <a:r>
              <a:rPr lang="en-US" sz="1400" dirty="0" err="1">
                <a:solidFill>
                  <a:srgbClr val="000000"/>
                </a:solidFill>
                <a:latin typeface="+mn-lt"/>
                <a:ea typeface="Verdana"/>
                <a:cs typeface="Verdana"/>
                <a:sym typeface="Verdana"/>
              </a:rPr>
              <a:t>priCar</a:t>
            </a:r>
            <a:r>
              <a:rPr lang="en-US" sz="1400" dirty="0">
                <a:solidFill>
                  <a:srgbClr val="000000"/>
                </a:solidFill>
                <a:latin typeface="+mn-lt"/>
                <a:ea typeface="Verdana"/>
                <a:cs typeface="Verdana"/>
                <a:sym typeface="Verdana"/>
              </a:rPr>
              <a:t>, </a:t>
            </a:r>
            <a:r>
              <a:rPr lang="en-US" sz="1400" dirty="0" err="1">
                <a:solidFill>
                  <a:srgbClr val="000000"/>
                </a:solidFill>
                <a:latin typeface="+mn-lt"/>
                <a:ea typeface="Verdana"/>
                <a:cs typeface="Verdana"/>
                <a:sym typeface="Verdana"/>
              </a:rPr>
              <a:t>ultCar</a:t>
            </a:r>
            <a:r>
              <a:rPr lang="en-US" sz="1400" dirty="0">
                <a:solidFill>
                  <a:srgbClr val="000000"/>
                </a:solidFill>
                <a:latin typeface="+mn-lt"/>
                <a:ea typeface="Verdana"/>
                <a:cs typeface="Verdana"/>
                <a:sym typeface="Verdana"/>
              </a:rPr>
              <a:t>: char;</a:t>
            </a:r>
            <a:endParaRPr lang="en-US" sz="1400" dirty="0">
              <a:solidFill>
                <a:srgbClr val="000000"/>
              </a:solidFill>
              <a:latin typeface="+mn-lt"/>
              <a:ea typeface="Calibri"/>
              <a:cs typeface="Calibri"/>
              <a:sym typeface="Calibri"/>
            </a:endParaRPr>
          </a:p>
          <a:p>
            <a:pPr lvl="0" algn="just">
              <a:lnSpc>
                <a:spcPct val="115000"/>
              </a:lnSpc>
              <a:spcBef>
                <a:spcPts val="0"/>
              </a:spcBef>
              <a:spcAft>
                <a:spcPts val="0"/>
              </a:spcAft>
              <a:buClr>
                <a:srgbClr val="000000"/>
              </a:buClr>
              <a:buSzPts val="1400"/>
            </a:pPr>
            <a:r>
              <a:rPr lang="en-US" sz="1400" dirty="0">
                <a:solidFill>
                  <a:srgbClr val="000000"/>
                </a:solidFill>
                <a:latin typeface="+mn-lt"/>
                <a:ea typeface="Verdana"/>
                <a:cs typeface="Verdana"/>
                <a:sym typeface="Verdana"/>
              </a:rPr>
              <a:t>   </a:t>
            </a:r>
            <a:r>
              <a:rPr lang="en-US" sz="1400" dirty="0" err="1">
                <a:solidFill>
                  <a:srgbClr val="000000"/>
                </a:solidFill>
                <a:latin typeface="+mn-lt"/>
                <a:ea typeface="Verdana"/>
                <a:cs typeface="Verdana"/>
                <a:sym typeface="Verdana"/>
              </a:rPr>
              <a:t>cantCar</a:t>
            </a:r>
            <a:r>
              <a:rPr lang="en-US" sz="1400" dirty="0">
                <a:solidFill>
                  <a:srgbClr val="000000"/>
                </a:solidFill>
                <a:latin typeface="+mn-lt"/>
                <a:ea typeface="Verdana"/>
                <a:cs typeface="Verdana"/>
                <a:sym typeface="Verdana"/>
              </a:rPr>
              <a:t>: integer;</a:t>
            </a:r>
            <a:endParaRPr lang="en-US" sz="1400" dirty="0">
              <a:solidFill>
                <a:srgbClr val="000000"/>
              </a:solidFill>
              <a:latin typeface="+mn-lt"/>
              <a:ea typeface="Calibri"/>
              <a:cs typeface="Calibri"/>
              <a:sym typeface="Calibri"/>
            </a:endParaRPr>
          </a:p>
          <a:p>
            <a:pPr lvl="0" algn="just">
              <a:lnSpc>
                <a:spcPct val="115000"/>
              </a:lnSpc>
              <a:spcBef>
                <a:spcPts val="0"/>
              </a:spcBef>
              <a:spcAft>
                <a:spcPts val="0"/>
              </a:spcAft>
              <a:buClr>
                <a:srgbClr val="000000"/>
              </a:buClr>
              <a:buSzPts val="1400"/>
            </a:pPr>
            <a:r>
              <a:rPr lang="en-US" sz="1400" dirty="0">
                <a:solidFill>
                  <a:srgbClr val="000000"/>
                </a:solidFill>
                <a:latin typeface="+mn-lt"/>
                <a:ea typeface="Verdana"/>
                <a:cs typeface="Verdana"/>
                <a:sym typeface="Verdana"/>
              </a:rPr>
              <a:t> </a:t>
            </a:r>
            <a:r>
              <a:rPr lang="en-US" sz="1400" b="1" dirty="0">
                <a:solidFill>
                  <a:srgbClr val="000000"/>
                </a:solidFill>
                <a:latin typeface="+mn-lt"/>
                <a:ea typeface="Verdana"/>
                <a:cs typeface="Verdana"/>
                <a:sym typeface="Verdana"/>
              </a:rPr>
              <a:t>begin</a:t>
            </a:r>
            <a:endParaRPr lang="en-US" sz="1400" dirty="0">
              <a:solidFill>
                <a:srgbClr val="000000"/>
              </a:solidFill>
              <a:latin typeface="+mn-lt"/>
              <a:ea typeface="Calibri"/>
              <a:cs typeface="Calibri"/>
              <a:sym typeface="Calibri"/>
            </a:endParaRPr>
          </a:p>
          <a:p>
            <a:pPr lvl="0" algn="just">
              <a:lnSpc>
                <a:spcPct val="115000"/>
              </a:lnSpc>
              <a:spcBef>
                <a:spcPts val="0"/>
              </a:spcBef>
              <a:spcAft>
                <a:spcPts val="0"/>
              </a:spcAft>
              <a:buClr>
                <a:srgbClr val="000000"/>
              </a:buClr>
              <a:buSzPts val="1400"/>
            </a:pPr>
            <a:r>
              <a:rPr lang="en-US" sz="1400" dirty="0">
                <a:solidFill>
                  <a:srgbClr val="000000"/>
                </a:solidFill>
                <a:latin typeface="+mn-lt"/>
                <a:ea typeface="Verdana"/>
                <a:cs typeface="Verdana"/>
                <a:sym typeface="Verdana"/>
              </a:rPr>
              <a:t>  </a:t>
            </a:r>
            <a:r>
              <a:rPr lang="en-US" sz="1400" dirty="0" err="1">
                <a:solidFill>
                  <a:srgbClr val="000000"/>
                </a:solidFill>
                <a:latin typeface="+mn-lt"/>
                <a:ea typeface="Verdana"/>
                <a:cs typeface="Verdana"/>
                <a:sym typeface="Verdana"/>
              </a:rPr>
              <a:t>canta</a:t>
            </a:r>
            <a:r>
              <a:rPr lang="en-US" sz="1400" dirty="0">
                <a:solidFill>
                  <a:srgbClr val="000000"/>
                </a:solidFill>
                <a:latin typeface="+mn-lt"/>
                <a:ea typeface="Verdana"/>
                <a:cs typeface="Verdana"/>
                <a:sym typeface="Verdana"/>
              </a:rPr>
              <a:t>:= 0; </a:t>
            </a:r>
            <a:r>
              <a:rPr lang="en-US" sz="1400" dirty="0" err="1">
                <a:solidFill>
                  <a:srgbClr val="000000"/>
                </a:solidFill>
                <a:latin typeface="+mn-lt"/>
                <a:ea typeface="Verdana"/>
                <a:cs typeface="Verdana"/>
                <a:sym typeface="Verdana"/>
              </a:rPr>
              <a:t>cantPal</a:t>
            </a:r>
            <a:r>
              <a:rPr lang="en-US" sz="1400" dirty="0">
                <a:solidFill>
                  <a:srgbClr val="000000"/>
                </a:solidFill>
                <a:latin typeface="+mn-lt"/>
                <a:ea typeface="Verdana"/>
                <a:cs typeface="Verdana"/>
                <a:sym typeface="Verdana"/>
              </a:rPr>
              <a:t>:=0;</a:t>
            </a:r>
            <a:endParaRPr lang="en-US" sz="1400" dirty="0">
              <a:solidFill>
                <a:srgbClr val="000000"/>
              </a:solidFill>
              <a:latin typeface="+mn-lt"/>
              <a:ea typeface="Calibri"/>
              <a:cs typeface="Calibri"/>
              <a:sym typeface="Calibri"/>
            </a:endParaRPr>
          </a:p>
          <a:p>
            <a:pPr lvl="0" algn="just">
              <a:lnSpc>
                <a:spcPct val="115000"/>
              </a:lnSpc>
              <a:spcBef>
                <a:spcPts val="0"/>
              </a:spcBef>
              <a:spcAft>
                <a:spcPts val="0"/>
              </a:spcAft>
              <a:buClr>
                <a:srgbClr val="000000"/>
              </a:buClr>
              <a:buSzPts val="1400"/>
            </a:pPr>
            <a:r>
              <a:rPr lang="en-US" sz="1400" dirty="0">
                <a:solidFill>
                  <a:srgbClr val="000000"/>
                </a:solidFill>
                <a:latin typeface="+mn-lt"/>
                <a:ea typeface="Verdana"/>
                <a:cs typeface="Verdana"/>
                <a:sym typeface="Verdana"/>
              </a:rPr>
              <a:t>  read(car);</a:t>
            </a:r>
            <a:endParaRPr lang="en-US" sz="1400" dirty="0">
              <a:solidFill>
                <a:srgbClr val="000000"/>
              </a:solidFill>
              <a:latin typeface="+mn-lt"/>
              <a:ea typeface="Calibri"/>
              <a:cs typeface="Calibri"/>
              <a:sym typeface="Calibri"/>
            </a:endParaRPr>
          </a:p>
          <a:p>
            <a:pPr lvl="0" algn="just">
              <a:lnSpc>
                <a:spcPct val="115000"/>
              </a:lnSpc>
              <a:spcBef>
                <a:spcPts val="0"/>
              </a:spcBef>
              <a:spcAft>
                <a:spcPts val="0"/>
              </a:spcAft>
              <a:buClr>
                <a:srgbClr val="000000"/>
              </a:buClr>
              <a:buSzPts val="1400"/>
            </a:pPr>
            <a:r>
              <a:rPr lang="en-US" sz="1400" dirty="0">
                <a:solidFill>
                  <a:srgbClr val="000000"/>
                </a:solidFill>
                <a:latin typeface="+mn-lt"/>
                <a:ea typeface="Verdana"/>
                <a:cs typeface="Verdana"/>
                <a:sym typeface="Verdana"/>
              </a:rPr>
              <a:t>   while(car &lt;&gt; '.') do begin </a:t>
            </a:r>
            <a:endParaRPr lang="en-US" sz="1400" dirty="0">
              <a:solidFill>
                <a:srgbClr val="000000"/>
              </a:solidFill>
              <a:latin typeface="+mn-lt"/>
              <a:ea typeface="Calibri"/>
              <a:cs typeface="Calibri"/>
              <a:sym typeface="Calibri"/>
            </a:endParaRPr>
          </a:p>
          <a:p>
            <a:pPr lvl="0" algn="just">
              <a:lnSpc>
                <a:spcPct val="115000"/>
              </a:lnSpc>
              <a:spcBef>
                <a:spcPts val="0"/>
              </a:spcBef>
              <a:spcAft>
                <a:spcPts val="0"/>
              </a:spcAft>
              <a:buClr>
                <a:srgbClr val="000000"/>
              </a:buClr>
              <a:buSzPts val="1400"/>
            </a:pPr>
            <a:r>
              <a:rPr lang="en-US" sz="1400" dirty="0">
                <a:solidFill>
                  <a:srgbClr val="000000"/>
                </a:solidFill>
                <a:latin typeface="+mn-lt"/>
                <a:ea typeface="Verdana"/>
                <a:cs typeface="Verdana"/>
                <a:sym typeface="Verdana"/>
              </a:rPr>
              <a:t>      </a:t>
            </a:r>
            <a:r>
              <a:rPr lang="en-US" sz="1400" dirty="0" err="1">
                <a:solidFill>
                  <a:srgbClr val="000000"/>
                </a:solidFill>
                <a:latin typeface="+mn-lt"/>
                <a:ea typeface="Verdana"/>
                <a:cs typeface="Verdana"/>
                <a:sym typeface="Verdana"/>
              </a:rPr>
              <a:t>cantPal</a:t>
            </a:r>
            <a:r>
              <a:rPr lang="en-US" sz="1400" dirty="0">
                <a:solidFill>
                  <a:srgbClr val="000000"/>
                </a:solidFill>
                <a:latin typeface="+mn-lt"/>
                <a:ea typeface="Verdana"/>
                <a:cs typeface="Verdana"/>
                <a:sym typeface="Verdana"/>
              </a:rPr>
              <a:t>:= </a:t>
            </a:r>
            <a:r>
              <a:rPr lang="en-US" sz="1400" dirty="0" err="1">
                <a:solidFill>
                  <a:srgbClr val="000000"/>
                </a:solidFill>
                <a:latin typeface="+mn-lt"/>
                <a:ea typeface="Verdana"/>
                <a:cs typeface="Verdana"/>
                <a:sym typeface="Verdana"/>
              </a:rPr>
              <a:t>cantPal</a:t>
            </a:r>
            <a:r>
              <a:rPr lang="en-US" sz="1400" dirty="0">
                <a:solidFill>
                  <a:srgbClr val="000000"/>
                </a:solidFill>
                <a:latin typeface="+mn-lt"/>
                <a:ea typeface="Verdana"/>
                <a:cs typeface="Verdana"/>
                <a:sym typeface="Verdana"/>
              </a:rPr>
              <a:t> + 1;     </a:t>
            </a:r>
            <a:endParaRPr lang="en-US" sz="1400" dirty="0">
              <a:solidFill>
                <a:srgbClr val="000000"/>
              </a:solidFill>
              <a:latin typeface="+mn-lt"/>
              <a:ea typeface="Calibri"/>
              <a:cs typeface="Calibri"/>
              <a:sym typeface="Calibri"/>
            </a:endParaRPr>
          </a:p>
          <a:p>
            <a:pPr lvl="0" algn="just">
              <a:lnSpc>
                <a:spcPct val="115000"/>
              </a:lnSpc>
              <a:spcBef>
                <a:spcPts val="0"/>
              </a:spcBef>
              <a:spcAft>
                <a:spcPts val="0"/>
              </a:spcAft>
              <a:buClr>
                <a:srgbClr val="000000"/>
              </a:buClr>
              <a:buSzPts val="1400"/>
            </a:pPr>
            <a:r>
              <a:rPr lang="en-US" sz="1400" dirty="0">
                <a:solidFill>
                  <a:srgbClr val="000000"/>
                </a:solidFill>
                <a:latin typeface="+mn-lt"/>
                <a:ea typeface="Verdana"/>
                <a:cs typeface="Verdana"/>
                <a:sym typeface="Verdana"/>
              </a:rPr>
              <a:t>      </a:t>
            </a:r>
            <a:r>
              <a:rPr lang="en-US" sz="1400" dirty="0" err="1">
                <a:solidFill>
                  <a:srgbClr val="000000"/>
                </a:solidFill>
                <a:latin typeface="+mn-lt"/>
                <a:ea typeface="Verdana"/>
                <a:cs typeface="Verdana"/>
                <a:sym typeface="Verdana"/>
              </a:rPr>
              <a:t>priCar</a:t>
            </a:r>
            <a:r>
              <a:rPr lang="en-US" sz="1400" dirty="0">
                <a:solidFill>
                  <a:srgbClr val="000000"/>
                </a:solidFill>
                <a:latin typeface="+mn-lt"/>
                <a:ea typeface="Verdana"/>
                <a:cs typeface="Verdana"/>
                <a:sym typeface="Verdana"/>
              </a:rPr>
              <a:t>:=car;</a:t>
            </a:r>
            <a:endParaRPr lang="en-US" sz="1400" dirty="0">
              <a:solidFill>
                <a:srgbClr val="000000"/>
              </a:solidFill>
              <a:latin typeface="+mn-lt"/>
              <a:ea typeface="Calibri"/>
              <a:cs typeface="Calibri"/>
              <a:sym typeface="Calibri"/>
            </a:endParaRPr>
          </a:p>
          <a:p>
            <a:pPr lvl="0" algn="just">
              <a:lnSpc>
                <a:spcPct val="115000"/>
              </a:lnSpc>
              <a:spcBef>
                <a:spcPts val="0"/>
              </a:spcBef>
              <a:spcAft>
                <a:spcPts val="0"/>
              </a:spcAft>
              <a:buClr>
                <a:srgbClr val="000000"/>
              </a:buClr>
              <a:buSzPts val="1400"/>
            </a:pPr>
            <a:r>
              <a:rPr lang="en-US" sz="1400" dirty="0">
                <a:solidFill>
                  <a:srgbClr val="000000"/>
                </a:solidFill>
                <a:latin typeface="+mn-lt"/>
                <a:ea typeface="Verdana"/>
                <a:cs typeface="Verdana"/>
                <a:sym typeface="Verdana"/>
              </a:rPr>
              <a:t>      </a:t>
            </a:r>
            <a:r>
              <a:rPr lang="en-US" sz="1400" dirty="0" err="1">
                <a:solidFill>
                  <a:srgbClr val="000000"/>
                </a:solidFill>
                <a:latin typeface="+mn-lt"/>
                <a:ea typeface="Verdana"/>
                <a:cs typeface="Verdana"/>
                <a:sym typeface="Verdana"/>
              </a:rPr>
              <a:t>cantCar</a:t>
            </a:r>
            <a:r>
              <a:rPr lang="en-US" sz="1400" dirty="0">
                <a:solidFill>
                  <a:srgbClr val="000000"/>
                </a:solidFill>
                <a:latin typeface="+mn-lt"/>
                <a:ea typeface="Verdana"/>
                <a:cs typeface="Verdana"/>
                <a:sym typeface="Verdana"/>
              </a:rPr>
              <a:t>:=0;</a:t>
            </a:r>
            <a:endParaRPr lang="en-US" sz="1400" dirty="0">
              <a:solidFill>
                <a:srgbClr val="000000"/>
              </a:solidFill>
              <a:latin typeface="+mn-lt"/>
              <a:ea typeface="Calibri"/>
              <a:cs typeface="Calibri"/>
              <a:sym typeface="Calibri"/>
            </a:endParaRPr>
          </a:p>
          <a:p>
            <a:pPr lvl="0" algn="just">
              <a:lnSpc>
                <a:spcPct val="115000"/>
              </a:lnSpc>
              <a:spcBef>
                <a:spcPts val="0"/>
              </a:spcBef>
              <a:spcAft>
                <a:spcPts val="0"/>
              </a:spcAft>
              <a:buClr>
                <a:srgbClr val="000000"/>
              </a:buClr>
              <a:buSzPts val="1400"/>
            </a:pPr>
            <a:r>
              <a:rPr lang="en-US" sz="1400" dirty="0">
                <a:solidFill>
                  <a:srgbClr val="000000"/>
                </a:solidFill>
                <a:latin typeface="+mn-lt"/>
                <a:ea typeface="Verdana"/>
                <a:cs typeface="Verdana"/>
                <a:sym typeface="Verdana"/>
              </a:rPr>
              <a:t>      while(car &lt;&gt; ' ') and (car &lt;&gt; '.') do begin</a:t>
            </a:r>
          </a:p>
          <a:p>
            <a:pPr lvl="0" algn="just">
              <a:lnSpc>
                <a:spcPct val="115000"/>
              </a:lnSpc>
              <a:spcBef>
                <a:spcPts val="0"/>
              </a:spcBef>
              <a:spcAft>
                <a:spcPts val="0"/>
              </a:spcAft>
              <a:buClr>
                <a:srgbClr val="000000"/>
              </a:buClr>
              <a:buSzPts val="1400"/>
            </a:pPr>
            <a:endParaRPr lang="en-US" sz="1400" dirty="0">
              <a:solidFill>
                <a:srgbClr val="000000"/>
              </a:solidFill>
              <a:latin typeface="+mn-lt"/>
              <a:ea typeface="Calibri"/>
              <a:cs typeface="Calibri"/>
              <a:sym typeface="Calibri"/>
            </a:endParaRPr>
          </a:p>
        </p:txBody>
      </p:sp>
      <p:sp>
        <p:nvSpPr>
          <p:cNvPr id="26" name="CuadroTexto 25">
            <a:extLst>
              <a:ext uri="{FF2B5EF4-FFF2-40B4-BE49-F238E27FC236}">
                <a16:creationId xmlns:a16="http://schemas.microsoft.com/office/drawing/2014/main" id="{81E8335F-2565-B3D2-38AB-76185B11D203}"/>
              </a:ext>
            </a:extLst>
          </p:cNvPr>
          <p:cNvSpPr txBox="1"/>
          <p:nvPr/>
        </p:nvSpPr>
        <p:spPr>
          <a:xfrm>
            <a:off x="6886730" y="3394579"/>
            <a:ext cx="3174459" cy="2803140"/>
          </a:xfrm>
          <a:prstGeom prst="rect">
            <a:avLst/>
          </a:prstGeom>
          <a:noFill/>
        </p:spPr>
        <p:txBody>
          <a:bodyPr wrap="none" rtlCol="0">
            <a:spAutoFit/>
          </a:bodyPr>
          <a:lstStyle/>
          <a:p>
            <a:pPr lvl="0" algn="just">
              <a:lnSpc>
                <a:spcPct val="115000"/>
              </a:lnSpc>
              <a:spcBef>
                <a:spcPts val="0"/>
              </a:spcBef>
              <a:spcAft>
                <a:spcPts val="0"/>
              </a:spcAft>
              <a:buClr>
                <a:srgbClr val="000000"/>
              </a:buClr>
              <a:buSzPts val="1400"/>
            </a:pPr>
            <a:r>
              <a:rPr lang="en-US" sz="1400" dirty="0">
                <a:solidFill>
                  <a:srgbClr val="000000"/>
                </a:solidFill>
                <a:ea typeface="Verdana"/>
                <a:cs typeface="Verdana"/>
                <a:sym typeface="Verdana"/>
              </a:rPr>
              <a:t>           if(car = 'a') then</a:t>
            </a:r>
            <a:endParaRPr lang="en-US" sz="1400" dirty="0">
              <a:solidFill>
                <a:srgbClr val="000000"/>
              </a:solidFill>
              <a:ea typeface="Calibri"/>
              <a:cs typeface="Calibri"/>
              <a:sym typeface="Calibri"/>
            </a:endParaRPr>
          </a:p>
          <a:p>
            <a:pPr marL="449580" lvl="0" indent="449580" algn="just">
              <a:lnSpc>
                <a:spcPct val="115000"/>
              </a:lnSpc>
              <a:spcBef>
                <a:spcPts val="0"/>
              </a:spcBef>
              <a:spcAft>
                <a:spcPts val="0"/>
              </a:spcAft>
              <a:buClr>
                <a:srgbClr val="000000"/>
              </a:buClr>
              <a:buSzPts val="1400"/>
            </a:pPr>
            <a:r>
              <a:rPr lang="en-US" sz="1400" dirty="0" err="1">
                <a:solidFill>
                  <a:srgbClr val="000000"/>
                </a:solidFill>
                <a:ea typeface="Verdana"/>
                <a:cs typeface="Verdana"/>
                <a:sym typeface="Verdana"/>
              </a:rPr>
              <a:t>canta</a:t>
            </a:r>
            <a:r>
              <a:rPr lang="en-US" sz="1400" dirty="0">
                <a:solidFill>
                  <a:srgbClr val="000000"/>
                </a:solidFill>
                <a:ea typeface="Verdana"/>
                <a:cs typeface="Verdana"/>
                <a:sym typeface="Verdana"/>
              </a:rPr>
              <a:t>:= canta+1;</a:t>
            </a:r>
            <a:endParaRPr lang="en-US" sz="1400" dirty="0">
              <a:solidFill>
                <a:srgbClr val="000000"/>
              </a:solidFill>
              <a:ea typeface="Calibri"/>
              <a:cs typeface="Calibri"/>
              <a:sym typeface="Calibri"/>
            </a:endParaRPr>
          </a:p>
          <a:p>
            <a:pPr lvl="0" algn="just">
              <a:lnSpc>
                <a:spcPct val="115000"/>
              </a:lnSpc>
              <a:spcBef>
                <a:spcPts val="0"/>
              </a:spcBef>
              <a:spcAft>
                <a:spcPts val="0"/>
              </a:spcAft>
              <a:buClr>
                <a:srgbClr val="000000"/>
              </a:buClr>
              <a:buSzPts val="1400"/>
            </a:pPr>
            <a:r>
              <a:rPr lang="en-US" sz="1400" dirty="0">
                <a:solidFill>
                  <a:srgbClr val="000000"/>
                </a:solidFill>
                <a:ea typeface="Verdana"/>
                <a:cs typeface="Verdana"/>
                <a:sym typeface="Verdana"/>
              </a:rPr>
              <a:t>         </a:t>
            </a:r>
            <a:r>
              <a:rPr lang="en-US" sz="1400" dirty="0" err="1">
                <a:solidFill>
                  <a:srgbClr val="000000"/>
                </a:solidFill>
                <a:ea typeface="Verdana"/>
                <a:cs typeface="Verdana"/>
                <a:sym typeface="Verdana"/>
              </a:rPr>
              <a:t>cantCar</a:t>
            </a:r>
            <a:r>
              <a:rPr lang="en-US" sz="1400" dirty="0">
                <a:solidFill>
                  <a:srgbClr val="000000"/>
                </a:solidFill>
                <a:ea typeface="Verdana"/>
                <a:cs typeface="Verdana"/>
                <a:sym typeface="Verdana"/>
              </a:rPr>
              <a:t>:= </a:t>
            </a:r>
            <a:r>
              <a:rPr lang="en-US" sz="1400" dirty="0" err="1">
                <a:solidFill>
                  <a:srgbClr val="000000"/>
                </a:solidFill>
                <a:ea typeface="Verdana"/>
                <a:cs typeface="Verdana"/>
                <a:sym typeface="Verdana"/>
              </a:rPr>
              <a:t>cantCar</a:t>
            </a:r>
            <a:r>
              <a:rPr lang="en-US" sz="1400" dirty="0">
                <a:solidFill>
                  <a:srgbClr val="000000"/>
                </a:solidFill>
                <a:ea typeface="Verdana"/>
                <a:cs typeface="Verdana"/>
                <a:sym typeface="Verdana"/>
              </a:rPr>
              <a:t> +1;</a:t>
            </a:r>
            <a:endParaRPr lang="en-US" sz="1400" dirty="0">
              <a:solidFill>
                <a:srgbClr val="000000"/>
              </a:solidFill>
              <a:ea typeface="Calibri"/>
              <a:cs typeface="Calibri"/>
              <a:sym typeface="Calibri"/>
            </a:endParaRPr>
          </a:p>
          <a:p>
            <a:pPr lvl="0" algn="just">
              <a:lnSpc>
                <a:spcPct val="115000"/>
              </a:lnSpc>
              <a:spcBef>
                <a:spcPts val="0"/>
              </a:spcBef>
              <a:spcAft>
                <a:spcPts val="0"/>
              </a:spcAft>
              <a:buClr>
                <a:srgbClr val="000000"/>
              </a:buClr>
              <a:buSzPts val="1400"/>
            </a:pPr>
            <a:r>
              <a:rPr lang="en-US" sz="1400" dirty="0">
                <a:solidFill>
                  <a:srgbClr val="000000"/>
                </a:solidFill>
                <a:ea typeface="Verdana"/>
                <a:cs typeface="Verdana"/>
                <a:sym typeface="Verdana"/>
              </a:rPr>
              <a:t>         </a:t>
            </a:r>
            <a:r>
              <a:rPr lang="en-US" sz="1400" dirty="0" err="1">
                <a:solidFill>
                  <a:srgbClr val="000000"/>
                </a:solidFill>
                <a:ea typeface="Verdana"/>
                <a:cs typeface="Verdana"/>
                <a:sym typeface="Verdana"/>
              </a:rPr>
              <a:t>ultCar</a:t>
            </a:r>
            <a:r>
              <a:rPr lang="en-US" sz="1400" dirty="0">
                <a:solidFill>
                  <a:srgbClr val="000000"/>
                </a:solidFill>
                <a:ea typeface="Verdana"/>
                <a:cs typeface="Verdana"/>
                <a:sym typeface="Verdana"/>
              </a:rPr>
              <a:t>:=car;</a:t>
            </a:r>
            <a:endParaRPr lang="en-US" sz="1400" dirty="0">
              <a:solidFill>
                <a:srgbClr val="000000"/>
              </a:solidFill>
              <a:ea typeface="Calibri"/>
              <a:cs typeface="Calibri"/>
              <a:sym typeface="Calibri"/>
            </a:endParaRPr>
          </a:p>
          <a:p>
            <a:pPr lvl="0" algn="just">
              <a:lnSpc>
                <a:spcPct val="115000"/>
              </a:lnSpc>
              <a:spcBef>
                <a:spcPts val="0"/>
              </a:spcBef>
              <a:spcAft>
                <a:spcPts val="0"/>
              </a:spcAft>
              <a:buClr>
                <a:srgbClr val="000000"/>
              </a:buClr>
              <a:buSzPts val="1400"/>
            </a:pPr>
            <a:r>
              <a:rPr lang="en-US" sz="1400" dirty="0">
                <a:solidFill>
                  <a:srgbClr val="000000"/>
                </a:solidFill>
                <a:ea typeface="Verdana"/>
                <a:cs typeface="Verdana"/>
                <a:sym typeface="Verdana"/>
              </a:rPr>
              <a:t>         read(car);</a:t>
            </a:r>
            <a:endParaRPr lang="en-US" sz="1400" dirty="0">
              <a:solidFill>
                <a:srgbClr val="000000"/>
              </a:solidFill>
              <a:ea typeface="Calibri"/>
              <a:cs typeface="Calibri"/>
              <a:sym typeface="Calibri"/>
            </a:endParaRPr>
          </a:p>
          <a:p>
            <a:pPr lvl="0" algn="just">
              <a:lnSpc>
                <a:spcPct val="115000"/>
              </a:lnSpc>
              <a:spcBef>
                <a:spcPts val="0"/>
              </a:spcBef>
              <a:spcAft>
                <a:spcPts val="0"/>
              </a:spcAft>
              <a:buClr>
                <a:srgbClr val="000000"/>
              </a:buClr>
              <a:buSzPts val="1400"/>
            </a:pPr>
            <a:r>
              <a:rPr lang="en-US" sz="1400" dirty="0">
                <a:solidFill>
                  <a:srgbClr val="000000"/>
                </a:solidFill>
                <a:ea typeface="Verdana"/>
                <a:cs typeface="Verdana"/>
                <a:sym typeface="Verdana"/>
              </a:rPr>
              <a:t>     end;</a:t>
            </a:r>
            <a:endParaRPr lang="en-US" sz="1400" dirty="0">
              <a:solidFill>
                <a:srgbClr val="000000"/>
              </a:solidFill>
              <a:ea typeface="Calibri"/>
              <a:cs typeface="Calibri"/>
              <a:sym typeface="Calibri"/>
            </a:endParaRPr>
          </a:p>
          <a:p>
            <a:pPr lvl="0" algn="just">
              <a:lnSpc>
                <a:spcPct val="115000"/>
              </a:lnSpc>
              <a:spcBef>
                <a:spcPts val="0"/>
              </a:spcBef>
              <a:spcAft>
                <a:spcPts val="0"/>
              </a:spcAft>
              <a:buClr>
                <a:srgbClr val="000000"/>
              </a:buClr>
              <a:buSzPts val="1400"/>
            </a:pPr>
            <a:r>
              <a:rPr lang="en-US" sz="1400" i="1" dirty="0">
                <a:solidFill>
                  <a:srgbClr val="00B050"/>
                </a:solidFill>
                <a:ea typeface="Verdana"/>
                <a:cs typeface="Verdana"/>
                <a:sym typeface="Verdana"/>
              </a:rPr>
              <a:t>    </a:t>
            </a:r>
            <a:r>
              <a:rPr lang="en-US" sz="1400" dirty="0">
                <a:solidFill>
                  <a:srgbClr val="000000"/>
                </a:solidFill>
                <a:ea typeface="Verdana"/>
                <a:cs typeface="Verdana"/>
                <a:sym typeface="Verdana"/>
              </a:rPr>
              <a:t> while(car = ' ') do read(car); </a:t>
            </a:r>
            <a:endParaRPr lang="en-US" sz="1400" dirty="0">
              <a:solidFill>
                <a:srgbClr val="000000"/>
              </a:solidFill>
              <a:ea typeface="Calibri"/>
              <a:cs typeface="Calibri"/>
              <a:sym typeface="Calibri"/>
            </a:endParaRPr>
          </a:p>
          <a:p>
            <a:pPr lvl="0" algn="just">
              <a:lnSpc>
                <a:spcPct val="115000"/>
              </a:lnSpc>
              <a:spcBef>
                <a:spcPts val="0"/>
              </a:spcBef>
              <a:spcAft>
                <a:spcPts val="0"/>
              </a:spcAft>
              <a:buClr>
                <a:srgbClr val="000000"/>
              </a:buClr>
              <a:buSzPts val="1400"/>
            </a:pPr>
            <a:r>
              <a:rPr lang="en-US" sz="1400" dirty="0">
                <a:solidFill>
                  <a:srgbClr val="000000"/>
                </a:solidFill>
                <a:ea typeface="Verdana"/>
                <a:cs typeface="Verdana"/>
                <a:sym typeface="Verdana"/>
              </a:rPr>
              <a:t>  end;</a:t>
            </a:r>
            <a:endParaRPr lang="en-US" sz="1400" dirty="0">
              <a:solidFill>
                <a:srgbClr val="000000"/>
              </a:solidFill>
              <a:ea typeface="Calibri"/>
              <a:cs typeface="Calibri"/>
              <a:sym typeface="Calibri"/>
            </a:endParaRPr>
          </a:p>
          <a:p>
            <a:pPr lvl="0" algn="just">
              <a:lnSpc>
                <a:spcPct val="115000"/>
              </a:lnSpc>
              <a:spcBef>
                <a:spcPts val="0"/>
              </a:spcBef>
              <a:spcAft>
                <a:spcPts val="0"/>
              </a:spcAft>
              <a:buClr>
                <a:srgbClr val="000000"/>
              </a:buClr>
              <a:buSzPts val="1400"/>
            </a:pPr>
            <a:r>
              <a:rPr lang="en-US" sz="1400" dirty="0">
                <a:solidFill>
                  <a:srgbClr val="000000"/>
                </a:solidFill>
                <a:ea typeface="Verdana"/>
                <a:cs typeface="Verdana"/>
                <a:sym typeface="Verdana"/>
              </a:rPr>
              <a:t>  </a:t>
            </a:r>
            <a:r>
              <a:rPr lang="en-US" sz="1400" dirty="0" err="1">
                <a:solidFill>
                  <a:srgbClr val="000000"/>
                </a:solidFill>
                <a:ea typeface="Verdana"/>
                <a:cs typeface="Verdana"/>
                <a:sym typeface="Verdana"/>
              </a:rPr>
              <a:t>writeln</a:t>
            </a:r>
            <a:r>
              <a:rPr lang="en-US" sz="1400" dirty="0">
                <a:solidFill>
                  <a:srgbClr val="000000"/>
                </a:solidFill>
                <a:ea typeface="Verdana"/>
                <a:cs typeface="Verdana"/>
                <a:sym typeface="Verdana"/>
              </a:rPr>
              <a:t>('</a:t>
            </a:r>
            <a:r>
              <a:rPr lang="en-US" sz="1400" dirty="0" err="1">
                <a:solidFill>
                  <a:srgbClr val="000000"/>
                </a:solidFill>
                <a:ea typeface="Verdana"/>
                <a:cs typeface="Verdana"/>
                <a:sym typeface="Verdana"/>
              </a:rPr>
              <a:t>Cantidad</a:t>
            </a:r>
            <a:r>
              <a:rPr lang="en-US" sz="1400" dirty="0">
                <a:solidFill>
                  <a:srgbClr val="000000"/>
                </a:solidFill>
                <a:ea typeface="Verdana"/>
                <a:cs typeface="Verdana"/>
                <a:sym typeface="Verdana"/>
              </a:rPr>
              <a:t> de </a:t>
            </a:r>
            <a:r>
              <a:rPr lang="en-US" sz="1400" dirty="0" err="1">
                <a:solidFill>
                  <a:srgbClr val="000000"/>
                </a:solidFill>
                <a:ea typeface="Verdana"/>
                <a:cs typeface="Verdana"/>
                <a:sym typeface="Verdana"/>
              </a:rPr>
              <a:t>letras</a:t>
            </a:r>
            <a:r>
              <a:rPr lang="en-US" sz="1400" dirty="0">
                <a:solidFill>
                  <a:srgbClr val="000000"/>
                </a:solidFill>
                <a:ea typeface="Verdana"/>
                <a:cs typeface="Verdana"/>
                <a:sym typeface="Verdana"/>
              </a:rPr>
              <a:t> a ', </a:t>
            </a:r>
            <a:r>
              <a:rPr lang="en-US" sz="1400" dirty="0" err="1">
                <a:solidFill>
                  <a:srgbClr val="000000"/>
                </a:solidFill>
                <a:ea typeface="Verdana"/>
                <a:cs typeface="Verdana"/>
                <a:sym typeface="Verdana"/>
              </a:rPr>
              <a:t>canta</a:t>
            </a:r>
            <a:r>
              <a:rPr lang="en-US" sz="1400" dirty="0">
                <a:solidFill>
                  <a:srgbClr val="000000"/>
                </a:solidFill>
                <a:ea typeface="Verdana"/>
                <a:cs typeface="Verdana"/>
                <a:sym typeface="Verdana"/>
              </a:rPr>
              <a:t>);</a:t>
            </a:r>
            <a:endParaRPr lang="en-US" sz="1400" dirty="0">
              <a:solidFill>
                <a:srgbClr val="000000"/>
              </a:solidFill>
              <a:ea typeface="Calibri"/>
              <a:cs typeface="Calibri"/>
              <a:sym typeface="Calibri"/>
            </a:endParaRPr>
          </a:p>
          <a:p>
            <a:pPr lvl="0" algn="just">
              <a:lnSpc>
                <a:spcPct val="115000"/>
              </a:lnSpc>
              <a:spcBef>
                <a:spcPts val="0"/>
              </a:spcBef>
              <a:spcAft>
                <a:spcPts val="0"/>
              </a:spcAft>
              <a:buClr>
                <a:srgbClr val="000000"/>
              </a:buClr>
              <a:buSzPts val="1400"/>
            </a:pPr>
            <a:r>
              <a:rPr lang="en-US" sz="1400" dirty="0">
                <a:solidFill>
                  <a:srgbClr val="000000"/>
                </a:solidFill>
                <a:ea typeface="Verdana"/>
                <a:cs typeface="Verdana"/>
                <a:sym typeface="Verdana"/>
              </a:rPr>
              <a:t>  </a:t>
            </a:r>
            <a:r>
              <a:rPr lang="en-US" sz="1400" dirty="0" err="1">
                <a:solidFill>
                  <a:srgbClr val="000000"/>
                </a:solidFill>
                <a:ea typeface="Verdana"/>
                <a:cs typeface="Verdana"/>
                <a:sym typeface="Verdana"/>
              </a:rPr>
              <a:t>writeln</a:t>
            </a:r>
            <a:r>
              <a:rPr lang="en-US" sz="1400" dirty="0">
                <a:solidFill>
                  <a:srgbClr val="000000"/>
                </a:solidFill>
                <a:ea typeface="Verdana"/>
                <a:cs typeface="Verdana"/>
                <a:sym typeface="Verdana"/>
              </a:rPr>
              <a:t>('</a:t>
            </a:r>
            <a:r>
              <a:rPr lang="en-US" sz="1400" dirty="0" err="1">
                <a:solidFill>
                  <a:srgbClr val="000000"/>
                </a:solidFill>
                <a:ea typeface="Verdana"/>
                <a:cs typeface="Verdana"/>
                <a:sym typeface="Verdana"/>
              </a:rPr>
              <a:t>Cantidad</a:t>
            </a:r>
            <a:r>
              <a:rPr lang="en-US" sz="1400" dirty="0">
                <a:solidFill>
                  <a:srgbClr val="000000"/>
                </a:solidFill>
                <a:ea typeface="Verdana"/>
                <a:cs typeface="Verdana"/>
                <a:sym typeface="Verdana"/>
              </a:rPr>
              <a:t> de palabras ',</a:t>
            </a:r>
            <a:r>
              <a:rPr lang="en-US" sz="1400" dirty="0" err="1">
                <a:solidFill>
                  <a:srgbClr val="000000"/>
                </a:solidFill>
                <a:ea typeface="Verdana"/>
                <a:cs typeface="Verdana"/>
                <a:sym typeface="Verdana"/>
              </a:rPr>
              <a:t>cantPal</a:t>
            </a:r>
            <a:r>
              <a:rPr lang="en-US" sz="1400" dirty="0">
                <a:solidFill>
                  <a:srgbClr val="000000"/>
                </a:solidFill>
                <a:ea typeface="Verdana"/>
                <a:cs typeface="Verdana"/>
                <a:sym typeface="Verdana"/>
              </a:rPr>
              <a:t>);</a:t>
            </a:r>
            <a:endParaRPr lang="en-US" sz="1400" dirty="0">
              <a:solidFill>
                <a:srgbClr val="000000"/>
              </a:solidFill>
              <a:ea typeface="Calibri"/>
              <a:cs typeface="Calibri"/>
              <a:sym typeface="Calibri"/>
            </a:endParaRPr>
          </a:p>
          <a:p>
            <a:pPr lvl="0" algn="just">
              <a:lnSpc>
                <a:spcPct val="115000"/>
              </a:lnSpc>
              <a:spcBef>
                <a:spcPts val="0"/>
              </a:spcBef>
              <a:spcAft>
                <a:spcPts val="0"/>
              </a:spcAft>
              <a:buClr>
                <a:srgbClr val="000000"/>
              </a:buClr>
              <a:buSzPts val="1400"/>
            </a:pPr>
            <a:r>
              <a:rPr lang="en-US" sz="1400" b="1" dirty="0">
                <a:solidFill>
                  <a:srgbClr val="000000"/>
                </a:solidFill>
                <a:ea typeface="Verdana"/>
                <a:cs typeface="Verdana"/>
                <a:sym typeface="Verdana"/>
              </a:rPr>
              <a:t>end</a:t>
            </a:r>
            <a:r>
              <a:rPr lang="en-US" sz="1400" dirty="0">
                <a:solidFill>
                  <a:srgbClr val="000000"/>
                </a:solidFill>
                <a:ea typeface="Verdana"/>
                <a:cs typeface="Verdana"/>
                <a:sym typeface="Verdana"/>
              </a:rPr>
              <a:t>.</a:t>
            </a:r>
            <a:r>
              <a:rPr lang="en-US" sz="1400" dirty="0">
                <a:solidFill>
                  <a:srgbClr val="000000"/>
                </a:solidFill>
                <a:ea typeface="Twentieth Century"/>
                <a:cs typeface="Twentieth Century"/>
                <a:sym typeface="Twentieth Century"/>
              </a:rPr>
              <a:t> 	</a:t>
            </a:r>
            <a:endParaRPr lang="en-US" sz="1400" b="1" dirty="0">
              <a:solidFill>
                <a:srgbClr val="000000"/>
              </a:solidFill>
              <a:ea typeface="Tahoma"/>
              <a:cs typeface="Tahoma"/>
              <a:sym typeface="Tahoma"/>
            </a:endParaRPr>
          </a:p>
        </p:txBody>
      </p:sp>
      <p:cxnSp>
        <p:nvCxnSpPr>
          <p:cNvPr id="27" name="Google Shape;212;p16">
            <a:extLst>
              <a:ext uri="{FF2B5EF4-FFF2-40B4-BE49-F238E27FC236}">
                <a16:creationId xmlns:a16="http://schemas.microsoft.com/office/drawing/2014/main" id="{E25CEABB-5E00-D10B-54E0-669BF705E284}"/>
              </a:ext>
            </a:extLst>
          </p:cNvPr>
          <p:cNvCxnSpPr>
            <a:cxnSpLocks/>
          </p:cNvCxnSpPr>
          <p:nvPr/>
        </p:nvCxnSpPr>
        <p:spPr>
          <a:xfrm flipV="1">
            <a:off x="4748981" y="3394579"/>
            <a:ext cx="2816941" cy="2655656"/>
          </a:xfrm>
          <a:prstGeom prst="curvedConnector3">
            <a:avLst>
              <a:gd name="adj1" fmla="val 50000"/>
            </a:avLst>
          </a:prstGeom>
          <a:noFill/>
          <a:ln w="9525" cap="flat" cmpd="sng">
            <a:solidFill>
              <a:schemeClr val="dk1"/>
            </a:solidFill>
            <a:prstDash val="solid"/>
            <a:round/>
            <a:headEnd type="none" w="sm" len="sm"/>
            <a:tailEnd type="stealth" w="med" len="med"/>
          </a:ln>
        </p:spPr>
      </p:cxnSp>
    </p:spTree>
    <p:extLst>
      <p:ext uri="{BB962C8B-B14F-4D97-AF65-F5344CB8AC3E}">
        <p14:creationId xmlns:p14="http://schemas.microsoft.com/office/powerpoint/2010/main" val="16607435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3DCA2402-1D4D-4AAF-863D-3A9648D03A84}"/>
            </a:ext>
          </a:extLst>
        </p:cNvPr>
        <p:cNvGrpSpPr/>
        <p:nvPr/>
      </p:nvGrpSpPr>
      <p:grpSpPr>
        <a:xfrm>
          <a:off x="0" y="0"/>
          <a:ext cx="0" cy="0"/>
          <a:chOff x="0" y="0"/>
          <a:chExt cx="0" cy="0"/>
        </a:xfrm>
      </p:grpSpPr>
      <p:grpSp>
        <p:nvGrpSpPr>
          <p:cNvPr id="4" name="Grupo 3">
            <a:extLst>
              <a:ext uri="{FF2B5EF4-FFF2-40B4-BE49-F238E27FC236}">
                <a16:creationId xmlns:a16="http://schemas.microsoft.com/office/drawing/2014/main" id="{C0B13CB0-0027-D992-7C4F-2D23DD92FBF1}"/>
              </a:ext>
            </a:extLst>
          </p:cNvPr>
          <p:cNvGrpSpPr/>
          <p:nvPr/>
        </p:nvGrpSpPr>
        <p:grpSpPr>
          <a:xfrm>
            <a:off x="3305829" y="2338984"/>
            <a:ext cx="3385516" cy="3988074"/>
            <a:chOff x="5863905" y="1552873"/>
            <a:chExt cx="4403558" cy="4676956"/>
          </a:xfrm>
        </p:grpSpPr>
        <p:pic>
          <p:nvPicPr>
            <p:cNvPr id="5" name="Google Shape;478;p37" descr="Dibujo (1).png">
              <a:extLst>
                <a:ext uri="{FF2B5EF4-FFF2-40B4-BE49-F238E27FC236}">
                  <a16:creationId xmlns:a16="http://schemas.microsoft.com/office/drawing/2014/main" id="{39CC77CF-B524-7922-68EB-A87F0994085B}"/>
                </a:ext>
              </a:extLst>
            </p:cNvPr>
            <p:cNvPicPr preferRelativeResize="0"/>
            <p:nvPr/>
          </p:nvPicPr>
          <p:blipFill rotWithShape="1">
            <a:blip r:embed="rId3">
              <a:alphaModFix/>
            </a:blip>
            <a:srcRect/>
            <a:stretch/>
          </p:blipFill>
          <p:spPr>
            <a:xfrm>
              <a:off x="5863905" y="1552873"/>
              <a:ext cx="4214635" cy="4676956"/>
            </a:xfrm>
            <a:prstGeom prst="rect">
              <a:avLst/>
            </a:prstGeom>
            <a:noFill/>
            <a:ln>
              <a:noFill/>
            </a:ln>
          </p:spPr>
        </p:pic>
        <p:cxnSp>
          <p:nvCxnSpPr>
            <p:cNvPr id="6" name="Google Shape;479;p37">
              <a:extLst>
                <a:ext uri="{FF2B5EF4-FFF2-40B4-BE49-F238E27FC236}">
                  <a16:creationId xmlns:a16="http://schemas.microsoft.com/office/drawing/2014/main" id="{D189F340-7E45-53A7-F29F-1591F66F0129}"/>
                </a:ext>
              </a:extLst>
            </p:cNvPr>
            <p:cNvCxnSpPr/>
            <p:nvPr/>
          </p:nvCxnSpPr>
          <p:spPr>
            <a:xfrm>
              <a:off x="9976869" y="3465633"/>
              <a:ext cx="101671" cy="601743"/>
            </a:xfrm>
            <a:prstGeom prst="straightConnector1">
              <a:avLst/>
            </a:prstGeom>
            <a:noFill/>
            <a:ln w="9525" cap="flat" cmpd="sng">
              <a:solidFill>
                <a:srgbClr val="000000"/>
              </a:solidFill>
              <a:prstDash val="solid"/>
              <a:round/>
              <a:headEnd type="none" w="sm" len="sm"/>
              <a:tailEnd type="triangle" w="med" len="med"/>
            </a:ln>
          </p:spPr>
        </p:cxnSp>
        <p:sp>
          <p:nvSpPr>
            <p:cNvPr id="7" name="Google Shape;480;p37">
              <a:extLst>
                <a:ext uri="{FF2B5EF4-FFF2-40B4-BE49-F238E27FC236}">
                  <a16:creationId xmlns:a16="http://schemas.microsoft.com/office/drawing/2014/main" id="{6FBF58A8-C95E-10D8-8765-63D11B3F3BF1}"/>
                </a:ext>
              </a:extLst>
            </p:cNvPr>
            <p:cNvSpPr/>
            <p:nvPr/>
          </p:nvSpPr>
          <p:spPr>
            <a:xfrm flipH="1">
              <a:off x="9856141" y="4091088"/>
              <a:ext cx="411322" cy="380596"/>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0" tIns="45700" rIns="0"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US" sz="900" b="0" i="0" u="none" strike="noStrike" cap="none" dirty="0">
                  <a:solidFill>
                    <a:srgbClr val="000000"/>
                  </a:solidFill>
                  <a:latin typeface="Calibri"/>
                  <a:ea typeface="Calibri"/>
                  <a:cs typeface="Calibri"/>
                  <a:sym typeface="Calibri"/>
                </a:rPr>
                <a:t>  12</a:t>
              </a:r>
              <a:endParaRPr sz="900" b="0" i="0" u="none" strike="noStrike" cap="none" dirty="0">
                <a:solidFill>
                  <a:srgbClr val="000000"/>
                </a:solidFill>
                <a:latin typeface="Arial"/>
                <a:ea typeface="Arial"/>
                <a:cs typeface="Arial"/>
                <a:sym typeface="Arial"/>
              </a:endParaRPr>
            </a:p>
          </p:txBody>
        </p:sp>
      </p:grpSp>
      <p:pic>
        <p:nvPicPr>
          <p:cNvPr id="3" name="Google Shape;477;p37">
            <a:extLst>
              <a:ext uri="{FF2B5EF4-FFF2-40B4-BE49-F238E27FC236}">
                <a16:creationId xmlns:a16="http://schemas.microsoft.com/office/drawing/2014/main" id="{A7A243BE-8A40-9E0D-3110-5FC122914E1E}"/>
              </a:ext>
            </a:extLst>
          </p:cNvPr>
          <p:cNvPicPr preferRelativeResize="0"/>
          <p:nvPr/>
        </p:nvPicPr>
        <p:blipFill rotWithShape="1">
          <a:blip r:embed="rId4">
            <a:alphaModFix/>
          </a:blip>
          <a:srcRect/>
          <a:stretch/>
        </p:blipFill>
        <p:spPr>
          <a:xfrm>
            <a:off x="8136736" y="1751473"/>
            <a:ext cx="3411251" cy="4575585"/>
          </a:xfrm>
          <a:prstGeom prst="rect">
            <a:avLst/>
          </a:prstGeom>
          <a:noFill/>
          <a:ln>
            <a:noFill/>
          </a:ln>
        </p:spPr>
      </p:pic>
      <p:sp>
        <p:nvSpPr>
          <p:cNvPr id="159" name="Google Shape;159;p4">
            <a:extLst>
              <a:ext uri="{FF2B5EF4-FFF2-40B4-BE49-F238E27FC236}">
                <a16:creationId xmlns:a16="http://schemas.microsoft.com/office/drawing/2014/main" id="{E0C3E0DC-6DB8-4F5B-8E1B-B03BCBFED5FC}"/>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 Caja Blanca</a:t>
            </a:r>
            <a:endParaRPr dirty="0"/>
          </a:p>
        </p:txBody>
      </p:sp>
      <p:sp>
        <p:nvSpPr>
          <p:cNvPr id="160" name="Google Shape;160;p4">
            <a:extLst>
              <a:ext uri="{FF2B5EF4-FFF2-40B4-BE49-F238E27FC236}">
                <a16:creationId xmlns:a16="http://schemas.microsoft.com/office/drawing/2014/main" id="{10CBDA42-9C8E-54E8-A30A-E1255CA12BE2}"/>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1F2724F3-5336-96D9-04C6-3826A893741A}"/>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3A0F5A0C-419A-8C18-D43B-1E87B4C20E28}"/>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37</a:t>
            </a:fld>
            <a:endParaRPr/>
          </a:p>
        </p:txBody>
      </p:sp>
      <p:sp>
        <p:nvSpPr>
          <p:cNvPr id="163" name="Google Shape;163;p4">
            <a:extLst>
              <a:ext uri="{FF2B5EF4-FFF2-40B4-BE49-F238E27FC236}">
                <a16:creationId xmlns:a16="http://schemas.microsoft.com/office/drawing/2014/main" id="{606AC446-84B9-8BC7-03FA-219DA7CBBAE0}"/>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100000"/>
              </a:lnSpc>
              <a:spcBef>
                <a:spcPts val="0"/>
              </a:spcBef>
              <a:spcAft>
                <a:spcPts val="600"/>
              </a:spcAft>
              <a:buClr>
                <a:srgbClr val="C00000"/>
              </a:buClr>
              <a:buFont typeface="Noto Sans Symbols"/>
              <a:buChar char="❖"/>
            </a:pPr>
            <a:r>
              <a:rPr lang="es-ES" sz="3200" dirty="0">
                <a:solidFill>
                  <a:schemeClr val="dk1"/>
                </a:solidFill>
              </a:rPr>
              <a:t>Prueba del Camino Básico – Ejemplo  </a:t>
            </a:r>
            <a:endParaRPr lang="es-ES" sz="2600" dirty="0">
              <a:solidFill>
                <a:schemeClr val="dk1"/>
              </a:solidFill>
            </a:endParaRPr>
          </a:p>
        </p:txBody>
      </p:sp>
    </p:spTree>
    <p:extLst>
      <p:ext uri="{BB962C8B-B14F-4D97-AF65-F5344CB8AC3E}">
        <p14:creationId xmlns:p14="http://schemas.microsoft.com/office/powerpoint/2010/main" val="27545366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868C1748-8D13-2D32-C346-8F87E9E7AFF3}"/>
            </a:ext>
          </a:extLst>
        </p:cNvPr>
        <p:cNvGrpSpPr/>
        <p:nvPr/>
      </p:nvGrpSpPr>
      <p:grpSpPr>
        <a:xfrm>
          <a:off x="0" y="0"/>
          <a:ext cx="0" cy="0"/>
          <a:chOff x="0" y="0"/>
          <a:chExt cx="0" cy="0"/>
        </a:xfrm>
      </p:grpSpPr>
      <p:grpSp>
        <p:nvGrpSpPr>
          <p:cNvPr id="4" name="Grupo 3">
            <a:extLst>
              <a:ext uri="{FF2B5EF4-FFF2-40B4-BE49-F238E27FC236}">
                <a16:creationId xmlns:a16="http://schemas.microsoft.com/office/drawing/2014/main" id="{0B1D180F-FB6E-D822-E3D4-35B30CD34FAD}"/>
              </a:ext>
            </a:extLst>
          </p:cNvPr>
          <p:cNvGrpSpPr/>
          <p:nvPr/>
        </p:nvGrpSpPr>
        <p:grpSpPr>
          <a:xfrm>
            <a:off x="3305829" y="2338984"/>
            <a:ext cx="3385516" cy="3988074"/>
            <a:chOff x="5863905" y="1552873"/>
            <a:chExt cx="4403558" cy="4676956"/>
          </a:xfrm>
        </p:grpSpPr>
        <p:pic>
          <p:nvPicPr>
            <p:cNvPr id="5" name="Google Shape;478;p37" descr="Dibujo (1).png">
              <a:extLst>
                <a:ext uri="{FF2B5EF4-FFF2-40B4-BE49-F238E27FC236}">
                  <a16:creationId xmlns:a16="http://schemas.microsoft.com/office/drawing/2014/main" id="{9B91F13F-7016-275D-5A31-5D57466D6AEA}"/>
                </a:ext>
              </a:extLst>
            </p:cNvPr>
            <p:cNvPicPr preferRelativeResize="0"/>
            <p:nvPr/>
          </p:nvPicPr>
          <p:blipFill rotWithShape="1">
            <a:blip r:embed="rId3">
              <a:alphaModFix/>
            </a:blip>
            <a:srcRect/>
            <a:stretch/>
          </p:blipFill>
          <p:spPr>
            <a:xfrm>
              <a:off x="5863905" y="1552873"/>
              <a:ext cx="4214635" cy="4676956"/>
            </a:xfrm>
            <a:prstGeom prst="rect">
              <a:avLst/>
            </a:prstGeom>
            <a:noFill/>
            <a:ln>
              <a:noFill/>
            </a:ln>
          </p:spPr>
        </p:pic>
        <p:cxnSp>
          <p:nvCxnSpPr>
            <p:cNvPr id="6" name="Google Shape;479;p37">
              <a:extLst>
                <a:ext uri="{FF2B5EF4-FFF2-40B4-BE49-F238E27FC236}">
                  <a16:creationId xmlns:a16="http://schemas.microsoft.com/office/drawing/2014/main" id="{B979C305-2EC5-3D2D-06FF-EE0BA7AA8C9A}"/>
                </a:ext>
              </a:extLst>
            </p:cNvPr>
            <p:cNvCxnSpPr/>
            <p:nvPr/>
          </p:nvCxnSpPr>
          <p:spPr>
            <a:xfrm>
              <a:off x="9976869" y="3465633"/>
              <a:ext cx="101671" cy="601743"/>
            </a:xfrm>
            <a:prstGeom prst="straightConnector1">
              <a:avLst/>
            </a:prstGeom>
            <a:noFill/>
            <a:ln w="9525" cap="flat" cmpd="sng">
              <a:solidFill>
                <a:srgbClr val="000000"/>
              </a:solidFill>
              <a:prstDash val="solid"/>
              <a:round/>
              <a:headEnd type="none" w="sm" len="sm"/>
              <a:tailEnd type="triangle" w="med" len="med"/>
            </a:ln>
          </p:spPr>
        </p:cxnSp>
        <p:sp>
          <p:nvSpPr>
            <p:cNvPr id="7" name="Google Shape;480;p37">
              <a:extLst>
                <a:ext uri="{FF2B5EF4-FFF2-40B4-BE49-F238E27FC236}">
                  <a16:creationId xmlns:a16="http://schemas.microsoft.com/office/drawing/2014/main" id="{194A8980-4E93-098B-DE69-FCF5BABA4A18}"/>
                </a:ext>
              </a:extLst>
            </p:cNvPr>
            <p:cNvSpPr/>
            <p:nvPr/>
          </p:nvSpPr>
          <p:spPr>
            <a:xfrm flipH="1">
              <a:off x="9856141" y="4091088"/>
              <a:ext cx="411322" cy="380596"/>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0" tIns="45700" rIns="0"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US" sz="900" b="0" i="0" u="none" strike="noStrike" cap="none" dirty="0">
                  <a:solidFill>
                    <a:srgbClr val="000000"/>
                  </a:solidFill>
                  <a:latin typeface="Calibri"/>
                  <a:ea typeface="Calibri"/>
                  <a:cs typeface="Calibri"/>
                  <a:sym typeface="Calibri"/>
                </a:rPr>
                <a:t>  12</a:t>
              </a:r>
              <a:endParaRPr sz="900" b="0" i="0" u="none" strike="noStrike" cap="none" dirty="0">
                <a:solidFill>
                  <a:srgbClr val="000000"/>
                </a:solidFill>
                <a:latin typeface="Arial"/>
                <a:ea typeface="Arial"/>
                <a:cs typeface="Arial"/>
                <a:sym typeface="Arial"/>
              </a:endParaRPr>
            </a:p>
          </p:txBody>
        </p:sp>
      </p:grpSp>
      <p:sp>
        <p:nvSpPr>
          <p:cNvPr id="159" name="Google Shape;159;p4">
            <a:extLst>
              <a:ext uri="{FF2B5EF4-FFF2-40B4-BE49-F238E27FC236}">
                <a16:creationId xmlns:a16="http://schemas.microsoft.com/office/drawing/2014/main" id="{AF289405-86C6-2626-543A-21D22CEC0E1E}"/>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 Caja Blanca</a:t>
            </a:r>
            <a:endParaRPr dirty="0"/>
          </a:p>
        </p:txBody>
      </p:sp>
      <p:sp>
        <p:nvSpPr>
          <p:cNvPr id="160" name="Google Shape;160;p4">
            <a:extLst>
              <a:ext uri="{FF2B5EF4-FFF2-40B4-BE49-F238E27FC236}">
                <a16:creationId xmlns:a16="http://schemas.microsoft.com/office/drawing/2014/main" id="{7032FA4B-BC0A-6320-A636-298C4EFED914}"/>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687191A4-C33F-F671-9A94-BE4691412CA4}"/>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7A992DE1-F238-0793-6ADF-81E3A979CA32}"/>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38</a:t>
            </a:fld>
            <a:endParaRPr/>
          </a:p>
        </p:txBody>
      </p:sp>
      <p:sp>
        <p:nvSpPr>
          <p:cNvPr id="163" name="Google Shape;163;p4">
            <a:extLst>
              <a:ext uri="{FF2B5EF4-FFF2-40B4-BE49-F238E27FC236}">
                <a16:creationId xmlns:a16="http://schemas.microsoft.com/office/drawing/2014/main" id="{044D32C2-91D6-08FE-C5E6-5ED78529503B}"/>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100000"/>
              </a:lnSpc>
              <a:spcBef>
                <a:spcPts val="0"/>
              </a:spcBef>
              <a:spcAft>
                <a:spcPts val="600"/>
              </a:spcAft>
              <a:buClr>
                <a:srgbClr val="C00000"/>
              </a:buClr>
              <a:buFont typeface="Noto Sans Symbols"/>
              <a:buChar char="❖"/>
            </a:pPr>
            <a:r>
              <a:rPr lang="es-ES" sz="3200" dirty="0">
                <a:solidFill>
                  <a:schemeClr val="dk1"/>
                </a:solidFill>
              </a:rPr>
              <a:t>Prueba del Camino Básico – Ejemplo  </a:t>
            </a:r>
            <a:endParaRPr lang="es-ES" sz="2600" dirty="0">
              <a:solidFill>
                <a:schemeClr val="dk1"/>
              </a:solidFill>
            </a:endParaRPr>
          </a:p>
        </p:txBody>
      </p:sp>
      <p:sp>
        <p:nvSpPr>
          <p:cNvPr id="2" name="Google Shape;460;p35">
            <a:extLst>
              <a:ext uri="{FF2B5EF4-FFF2-40B4-BE49-F238E27FC236}">
                <a16:creationId xmlns:a16="http://schemas.microsoft.com/office/drawing/2014/main" id="{8C20D7AC-341C-7615-E799-3E476B6638CA}"/>
              </a:ext>
            </a:extLst>
          </p:cNvPr>
          <p:cNvSpPr txBox="1"/>
          <p:nvPr/>
        </p:nvSpPr>
        <p:spPr>
          <a:xfrm>
            <a:off x="7729091" y="2964146"/>
            <a:ext cx="3958219" cy="2826261"/>
          </a:xfrm>
          <a:prstGeom prst="roundRect">
            <a:avLst/>
          </a:prstGeom>
          <a:solidFill>
            <a:schemeClr val="accent1">
              <a:lumMod val="40000"/>
              <a:lumOff val="60000"/>
            </a:schemeClr>
          </a:solidFill>
          <a:ln w="9525" cap="flat" cmpd="sng">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000" b="0" i="0" u="none" strike="noStrike" cap="none" dirty="0">
                <a:solidFill>
                  <a:srgbClr val="000000"/>
                </a:solidFill>
                <a:latin typeface="+mn-lt"/>
                <a:ea typeface="Twentieth Century"/>
                <a:cs typeface="Twentieth Century"/>
                <a:sym typeface="Twentieth Century"/>
              </a:rPr>
              <a:t>Regiones: 6</a:t>
            </a:r>
            <a:endParaRPr sz="2000" b="0" i="0" u="none" strike="noStrike" cap="none"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000" b="0" i="0" u="none" strike="noStrike" cap="none" dirty="0" err="1">
                <a:solidFill>
                  <a:srgbClr val="000000"/>
                </a:solidFill>
                <a:latin typeface="+mn-lt"/>
                <a:ea typeface="Twentieth Century"/>
                <a:cs typeface="Twentieth Century"/>
                <a:sym typeface="Twentieth Century"/>
              </a:rPr>
              <a:t>Nodos</a:t>
            </a:r>
            <a:r>
              <a:rPr lang="en-US" sz="2000" b="0" i="0" u="none" strike="noStrike" cap="none" dirty="0">
                <a:solidFill>
                  <a:srgbClr val="000000"/>
                </a:solidFill>
                <a:latin typeface="+mn-lt"/>
                <a:ea typeface="Twentieth Century"/>
                <a:cs typeface="Twentieth Century"/>
                <a:sym typeface="Twentieth Century"/>
              </a:rPr>
              <a:t>: 1</a:t>
            </a:r>
            <a:r>
              <a:rPr lang="es-ES" sz="2000" b="0" i="0" u="none" strike="noStrike" cap="none" dirty="0">
                <a:solidFill>
                  <a:srgbClr val="000000"/>
                </a:solidFill>
                <a:latin typeface="+mn-lt"/>
                <a:ea typeface="Twentieth Century"/>
                <a:cs typeface="Twentieth Century"/>
                <a:sym typeface="Twentieth Century"/>
              </a:rPr>
              <a:t>2</a:t>
            </a:r>
            <a:endParaRPr sz="2000" b="0" i="0" u="none" strike="noStrike" cap="none"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000" b="0" i="0" u="none" strike="noStrike" cap="none" dirty="0" err="1">
                <a:solidFill>
                  <a:srgbClr val="000000"/>
                </a:solidFill>
                <a:latin typeface="+mn-lt"/>
                <a:ea typeface="Twentieth Century"/>
                <a:cs typeface="Twentieth Century"/>
                <a:sym typeface="Twentieth Century"/>
              </a:rPr>
              <a:t>Aristas</a:t>
            </a:r>
            <a:r>
              <a:rPr lang="en-US" sz="2000" b="0" i="0" u="none" strike="noStrike" cap="none" dirty="0">
                <a:solidFill>
                  <a:srgbClr val="000000"/>
                </a:solidFill>
                <a:latin typeface="+mn-lt"/>
                <a:ea typeface="Twentieth Century"/>
                <a:cs typeface="Twentieth Century"/>
                <a:sym typeface="Twentieth Century"/>
              </a:rPr>
              <a:t>: 16</a:t>
            </a:r>
            <a:endParaRPr sz="2000" b="0" i="0" u="none" strike="noStrike" cap="none"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000" b="0" i="0" u="none" strike="noStrike" cap="none" dirty="0" err="1">
                <a:solidFill>
                  <a:srgbClr val="000000"/>
                </a:solidFill>
                <a:latin typeface="+mn-lt"/>
                <a:ea typeface="Twentieth Century"/>
                <a:cs typeface="Twentieth Century"/>
                <a:sym typeface="Twentieth Century"/>
              </a:rPr>
              <a:t>Nodos</a:t>
            </a:r>
            <a:r>
              <a:rPr lang="en-US" sz="2000" b="0" i="0" u="none" strike="noStrike" cap="none" dirty="0">
                <a:solidFill>
                  <a:srgbClr val="000000"/>
                </a:solidFill>
                <a:latin typeface="+mn-lt"/>
                <a:ea typeface="Twentieth Century"/>
                <a:cs typeface="Twentieth Century"/>
                <a:sym typeface="Twentieth Century"/>
              </a:rPr>
              <a:t> </a:t>
            </a:r>
            <a:r>
              <a:rPr lang="en-US" sz="2000" b="0" i="0" u="none" strike="noStrike" cap="none" dirty="0" err="1">
                <a:solidFill>
                  <a:srgbClr val="000000"/>
                </a:solidFill>
                <a:latin typeface="+mn-lt"/>
                <a:ea typeface="Twentieth Century"/>
                <a:cs typeface="Twentieth Century"/>
                <a:sym typeface="Twentieth Century"/>
              </a:rPr>
              <a:t>Predicado</a:t>
            </a:r>
            <a:r>
              <a:rPr lang="en-US" sz="2000" b="0" i="0" u="none" strike="noStrike" cap="none" dirty="0">
                <a:solidFill>
                  <a:srgbClr val="000000"/>
                </a:solidFill>
                <a:latin typeface="+mn-lt"/>
                <a:ea typeface="Twentieth Century"/>
                <a:cs typeface="Twentieth Century"/>
                <a:sym typeface="Twentieth Century"/>
              </a:rPr>
              <a:t>: </a:t>
            </a:r>
            <a:r>
              <a:rPr lang="es-ES" sz="2000" b="0" i="0" u="none" strike="noStrike" cap="none" dirty="0">
                <a:solidFill>
                  <a:srgbClr val="000000"/>
                </a:solidFill>
                <a:latin typeface="+mn-lt"/>
                <a:ea typeface="Twentieth Century"/>
                <a:cs typeface="Twentieth Century"/>
                <a:sym typeface="Twentieth Century"/>
              </a:rPr>
              <a:t>5</a:t>
            </a:r>
            <a:endParaRPr sz="2000" b="0" i="0" u="none" strike="noStrike" cap="none"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endParaRPr sz="2000" b="0" i="0" u="none" strike="noStrike" cap="none" dirty="0">
              <a:solidFill>
                <a:srgbClr val="000000"/>
              </a:solidFill>
              <a:latin typeface="+mn-lt"/>
              <a:ea typeface="Twentieth Century"/>
              <a:cs typeface="Twentieth Century"/>
              <a:sym typeface="Twentieth Century"/>
            </a:endParaRPr>
          </a:p>
          <a:p>
            <a:pPr marL="0" marR="0" lvl="0" indent="0" algn="l" rtl="0">
              <a:lnSpc>
                <a:spcPct val="100000"/>
              </a:lnSpc>
              <a:spcBef>
                <a:spcPts val="0"/>
              </a:spcBef>
              <a:spcAft>
                <a:spcPts val="0"/>
              </a:spcAft>
              <a:buClr>
                <a:srgbClr val="000000"/>
              </a:buClr>
              <a:buSzPts val="2800"/>
              <a:buFont typeface="Arial"/>
              <a:buNone/>
            </a:pPr>
            <a:r>
              <a:rPr lang="en-US" sz="2000" b="1" i="0" u="none" strike="noStrike" cap="none" dirty="0">
                <a:solidFill>
                  <a:srgbClr val="000000"/>
                </a:solidFill>
                <a:latin typeface="+mn-lt"/>
                <a:ea typeface="Twentieth Century"/>
                <a:cs typeface="Twentieth Century"/>
                <a:sym typeface="Twentieth Century"/>
              </a:rPr>
              <a:t>V(G): A-N+2 = 16-12+2 = 6</a:t>
            </a:r>
            <a:endParaRPr sz="2000" b="1" i="0" u="none" strike="noStrike" cap="none"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000" b="1" i="0" u="none" strike="noStrike" cap="none" dirty="0">
                <a:solidFill>
                  <a:srgbClr val="000000"/>
                </a:solidFill>
                <a:latin typeface="+mn-lt"/>
                <a:ea typeface="Twentieth Century"/>
                <a:cs typeface="Twentieth Century"/>
                <a:sym typeface="Twentieth Century"/>
              </a:rPr>
              <a:t>V(G): NP+1 = 5+1 </a:t>
            </a:r>
            <a:r>
              <a:rPr lang="en-US" sz="2000" b="1" i="0" u="none" strike="noStrike" cap="none">
                <a:solidFill>
                  <a:srgbClr val="000000"/>
                </a:solidFill>
                <a:latin typeface="+mn-lt"/>
                <a:ea typeface="Twentieth Century"/>
                <a:cs typeface="Twentieth Century"/>
                <a:sym typeface="Twentieth Century"/>
              </a:rPr>
              <a:t>= 6</a:t>
            </a:r>
            <a:endParaRPr sz="2000" b="1" i="0" u="none" strike="noStrike" cap="none"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000" b="1" i="0" u="none" strike="noStrike" cap="none" dirty="0">
                <a:solidFill>
                  <a:srgbClr val="000000"/>
                </a:solidFill>
                <a:latin typeface="+mn-lt"/>
                <a:ea typeface="Twentieth Century"/>
                <a:cs typeface="Twentieth Century"/>
                <a:sym typeface="Twentieth Century"/>
              </a:rPr>
              <a:t>V(G): R = 6</a:t>
            </a:r>
            <a:endParaRPr sz="2000" b="1" i="0" u="none" strike="noStrike" cap="none" dirty="0">
              <a:solidFill>
                <a:srgbClr val="000000"/>
              </a:solidFill>
              <a:latin typeface="+mn-lt"/>
              <a:ea typeface="Arial"/>
              <a:cs typeface="Arial"/>
              <a:sym typeface="Arial"/>
            </a:endParaRPr>
          </a:p>
        </p:txBody>
      </p:sp>
    </p:spTree>
    <p:extLst>
      <p:ext uri="{BB962C8B-B14F-4D97-AF65-F5344CB8AC3E}">
        <p14:creationId xmlns:p14="http://schemas.microsoft.com/office/powerpoint/2010/main" val="1082273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C50CC2C5-70DC-593F-6231-F5436F8A482B}"/>
            </a:ext>
          </a:extLst>
        </p:cNvPr>
        <p:cNvGrpSpPr/>
        <p:nvPr/>
      </p:nvGrpSpPr>
      <p:grpSpPr>
        <a:xfrm>
          <a:off x="0" y="0"/>
          <a:ext cx="0" cy="0"/>
          <a:chOff x="0" y="0"/>
          <a:chExt cx="0" cy="0"/>
        </a:xfrm>
      </p:grpSpPr>
      <p:grpSp>
        <p:nvGrpSpPr>
          <p:cNvPr id="4" name="Grupo 3">
            <a:extLst>
              <a:ext uri="{FF2B5EF4-FFF2-40B4-BE49-F238E27FC236}">
                <a16:creationId xmlns:a16="http://schemas.microsoft.com/office/drawing/2014/main" id="{F2E35D2A-EE40-4DC0-5BB9-DC3985CE92E2}"/>
              </a:ext>
            </a:extLst>
          </p:cNvPr>
          <p:cNvGrpSpPr/>
          <p:nvPr/>
        </p:nvGrpSpPr>
        <p:grpSpPr>
          <a:xfrm>
            <a:off x="3305829" y="2338984"/>
            <a:ext cx="3385516" cy="3988074"/>
            <a:chOff x="5863905" y="1552873"/>
            <a:chExt cx="4403558" cy="4676956"/>
          </a:xfrm>
        </p:grpSpPr>
        <p:pic>
          <p:nvPicPr>
            <p:cNvPr id="5" name="Google Shape;478;p37" descr="Dibujo (1).png">
              <a:extLst>
                <a:ext uri="{FF2B5EF4-FFF2-40B4-BE49-F238E27FC236}">
                  <a16:creationId xmlns:a16="http://schemas.microsoft.com/office/drawing/2014/main" id="{D79AC129-4215-DC76-6BB0-E119FE252ECE}"/>
                </a:ext>
              </a:extLst>
            </p:cNvPr>
            <p:cNvPicPr preferRelativeResize="0"/>
            <p:nvPr/>
          </p:nvPicPr>
          <p:blipFill rotWithShape="1">
            <a:blip r:embed="rId3">
              <a:alphaModFix/>
            </a:blip>
            <a:srcRect/>
            <a:stretch/>
          </p:blipFill>
          <p:spPr>
            <a:xfrm>
              <a:off x="5863905" y="1552873"/>
              <a:ext cx="4214635" cy="4676956"/>
            </a:xfrm>
            <a:prstGeom prst="rect">
              <a:avLst/>
            </a:prstGeom>
            <a:noFill/>
            <a:ln>
              <a:noFill/>
            </a:ln>
          </p:spPr>
        </p:pic>
        <p:cxnSp>
          <p:nvCxnSpPr>
            <p:cNvPr id="6" name="Google Shape;479;p37">
              <a:extLst>
                <a:ext uri="{FF2B5EF4-FFF2-40B4-BE49-F238E27FC236}">
                  <a16:creationId xmlns:a16="http://schemas.microsoft.com/office/drawing/2014/main" id="{477871A7-E366-1473-5122-D9C73A7D6687}"/>
                </a:ext>
              </a:extLst>
            </p:cNvPr>
            <p:cNvCxnSpPr/>
            <p:nvPr/>
          </p:nvCxnSpPr>
          <p:spPr>
            <a:xfrm>
              <a:off x="9976869" y="3465633"/>
              <a:ext cx="101671" cy="601743"/>
            </a:xfrm>
            <a:prstGeom prst="straightConnector1">
              <a:avLst/>
            </a:prstGeom>
            <a:noFill/>
            <a:ln w="9525" cap="flat" cmpd="sng">
              <a:solidFill>
                <a:srgbClr val="000000"/>
              </a:solidFill>
              <a:prstDash val="solid"/>
              <a:round/>
              <a:headEnd type="none" w="sm" len="sm"/>
              <a:tailEnd type="triangle" w="med" len="med"/>
            </a:ln>
          </p:spPr>
        </p:cxnSp>
        <p:sp>
          <p:nvSpPr>
            <p:cNvPr id="7" name="Google Shape;480;p37">
              <a:extLst>
                <a:ext uri="{FF2B5EF4-FFF2-40B4-BE49-F238E27FC236}">
                  <a16:creationId xmlns:a16="http://schemas.microsoft.com/office/drawing/2014/main" id="{93DFBBA0-240F-C83B-BFA3-7F9482FF8B4B}"/>
                </a:ext>
              </a:extLst>
            </p:cNvPr>
            <p:cNvSpPr/>
            <p:nvPr/>
          </p:nvSpPr>
          <p:spPr>
            <a:xfrm flipH="1">
              <a:off x="9856141" y="4091088"/>
              <a:ext cx="411322" cy="380596"/>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0" tIns="45700" rIns="0"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US" sz="900" b="0" i="0" u="none" strike="noStrike" cap="none" dirty="0">
                  <a:solidFill>
                    <a:srgbClr val="000000"/>
                  </a:solidFill>
                  <a:latin typeface="Calibri"/>
                  <a:ea typeface="Calibri"/>
                  <a:cs typeface="Calibri"/>
                  <a:sym typeface="Calibri"/>
                </a:rPr>
                <a:t>  12</a:t>
              </a:r>
              <a:endParaRPr sz="900" b="0" i="0" u="none" strike="noStrike" cap="none" dirty="0">
                <a:solidFill>
                  <a:srgbClr val="000000"/>
                </a:solidFill>
                <a:latin typeface="Arial"/>
                <a:ea typeface="Arial"/>
                <a:cs typeface="Arial"/>
                <a:sym typeface="Arial"/>
              </a:endParaRPr>
            </a:p>
          </p:txBody>
        </p:sp>
      </p:grpSp>
      <p:sp>
        <p:nvSpPr>
          <p:cNvPr id="159" name="Google Shape;159;p4">
            <a:extLst>
              <a:ext uri="{FF2B5EF4-FFF2-40B4-BE49-F238E27FC236}">
                <a16:creationId xmlns:a16="http://schemas.microsoft.com/office/drawing/2014/main" id="{3E216270-7078-496E-73CB-8175E005728C}"/>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 Caja Blanca</a:t>
            </a:r>
            <a:endParaRPr dirty="0"/>
          </a:p>
        </p:txBody>
      </p:sp>
      <p:sp>
        <p:nvSpPr>
          <p:cNvPr id="160" name="Google Shape;160;p4">
            <a:extLst>
              <a:ext uri="{FF2B5EF4-FFF2-40B4-BE49-F238E27FC236}">
                <a16:creationId xmlns:a16="http://schemas.microsoft.com/office/drawing/2014/main" id="{707C5500-3A12-4FB8-5AFA-040657AEAB49}"/>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7CA03E92-CE3F-B492-59E0-1A511A4A2523}"/>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76629246-A90C-BAD4-31F7-1C7571B44F2B}"/>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39</a:t>
            </a:fld>
            <a:endParaRPr/>
          </a:p>
        </p:txBody>
      </p:sp>
      <p:sp>
        <p:nvSpPr>
          <p:cNvPr id="163" name="Google Shape;163;p4">
            <a:extLst>
              <a:ext uri="{FF2B5EF4-FFF2-40B4-BE49-F238E27FC236}">
                <a16:creationId xmlns:a16="http://schemas.microsoft.com/office/drawing/2014/main" id="{73419FF6-B83B-C951-B36E-DDE696A6ED4B}"/>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100000"/>
              </a:lnSpc>
              <a:spcBef>
                <a:spcPts val="0"/>
              </a:spcBef>
              <a:spcAft>
                <a:spcPts val="600"/>
              </a:spcAft>
              <a:buClr>
                <a:srgbClr val="C00000"/>
              </a:buClr>
              <a:buFont typeface="Noto Sans Symbols"/>
              <a:buChar char="❖"/>
            </a:pPr>
            <a:r>
              <a:rPr lang="es-ES" sz="3200" dirty="0">
                <a:solidFill>
                  <a:schemeClr val="dk1"/>
                </a:solidFill>
              </a:rPr>
              <a:t>Prueba del Camino Básico – Ejemplo  </a:t>
            </a:r>
            <a:endParaRPr lang="es-ES" sz="2600" dirty="0">
              <a:solidFill>
                <a:schemeClr val="dk1"/>
              </a:solidFill>
            </a:endParaRPr>
          </a:p>
        </p:txBody>
      </p:sp>
      <p:sp>
        <p:nvSpPr>
          <p:cNvPr id="2" name="Google Shape;460;p35">
            <a:extLst>
              <a:ext uri="{FF2B5EF4-FFF2-40B4-BE49-F238E27FC236}">
                <a16:creationId xmlns:a16="http://schemas.microsoft.com/office/drawing/2014/main" id="{F46F6DF3-AA1E-8BFA-076B-BCA9574A2E09}"/>
              </a:ext>
            </a:extLst>
          </p:cNvPr>
          <p:cNvSpPr txBox="1"/>
          <p:nvPr/>
        </p:nvSpPr>
        <p:spPr>
          <a:xfrm>
            <a:off x="6765598" y="5523657"/>
            <a:ext cx="5219119" cy="715045"/>
          </a:xfrm>
          <a:prstGeom prst="roundRect">
            <a:avLst/>
          </a:prstGeom>
          <a:solidFill>
            <a:schemeClr val="accent1">
              <a:lumMod val="40000"/>
              <a:lumOff val="60000"/>
            </a:schemeClr>
          </a:solidFill>
          <a:ln w="9525" cap="flat" cmpd="sng">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lvl="0" algn="ctr">
              <a:spcBef>
                <a:spcPts val="0"/>
              </a:spcBef>
              <a:spcAft>
                <a:spcPts val="0"/>
              </a:spcAft>
              <a:buClr>
                <a:srgbClr val="000000"/>
              </a:buClr>
              <a:buSzPts val="2400"/>
            </a:pPr>
            <a:r>
              <a:rPr lang="es-ES" dirty="0">
                <a:latin typeface="+mn-lt"/>
                <a:ea typeface="Arial"/>
                <a:cs typeface="Arial"/>
                <a:sym typeface="Arial"/>
              </a:rPr>
              <a:t>Cualquier otro camino que se quiera recorrer ya fue probado previamente en alguno de los 6 caminos</a:t>
            </a:r>
            <a:endParaRPr lang="es-ES" sz="1100" dirty="0">
              <a:latin typeface="+mn-lt"/>
              <a:ea typeface="Arial"/>
              <a:cs typeface="Arial"/>
              <a:sym typeface="Arial"/>
            </a:endParaRPr>
          </a:p>
        </p:txBody>
      </p:sp>
      <p:sp>
        <p:nvSpPr>
          <p:cNvPr id="3" name="CuadroTexto 2">
            <a:extLst>
              <a:ext uri="{FF2B5EF4-FFF2-40B4-BE49-F238E27FC236}">
                <a16:creationId xmlns:a16="http://schemas.microsoft.com/office/drawing/2014/main" id="{CEEBD74C-64E4-D548-147C-89BCA3C2D1BD}"/>
              </a:ext>
            </a:extLst>
          </p:cNvPr>
          <p:cNvSpPr txBox="1"/>
          <p:nvPr/>
        </p:nvSpPr>
        <p:spPr>
          <a:xfrm>
            <a:off x="7355855" y="2662214"/>
            <a:ext cx="4038606" cy="3086486"/>
          </a:xfrm>
          <a:prstGeom prst="rect">
            <a:avLst/>
          </a:prstGeom>
          <a:noFill/>
        </p:spPr>
        <p:txBody>
          <a:bodyPr wrap="none" rtlCol="0">
            <a:spAutoFit/>
          </a:bodyPr>
          <a:lstStyle/>
          <a:p>
            <a:pPr lvl="0">
              <a:lnSpc>
                <a:spcPct val="85000"/>
              </a:lnSpc>
              <a:spcBef>
                <a:spcPts val="0"/>
              </a:spcBef>
              <a:spcAft>
                <a:spcPts val="0"/>
              </a:spcAft>
              <a:buClr>
                <a:srgbClr val="C00000"/>
              </a:buClr>
              <a:buSzPts val="2000"/>
            </a:pPr>
            <a:r>
              <a:rPr lang="en-US" b="1" dirty="0"/>
              <a:t>Caminos </a:t>
            </a:r>
            <a:r>
              <a:rPr lang="en-US" b="1" dirty="0" err="1"/>
              <a:t>independientes</a:t>
            </a:r>
            <a:r>
              <a:rPr lang="en-US" b="1" dirty="0"/>
              <a:t>:</a:t>
            </a:r>
          </a:p>
          <a:p>
            <a:pPr lvl="0">
              <a:lnSpc>
                <a:spcPct val="85000"/>
              </a:lnSpc>
              <a:spcBef>
                <a:spcPts val="0"/>
              </a:spcBef>
              <a:spcAft>
                <a:spcPts val="0"/>
              </a:spcAft>
              <a:buClr>
                <a:srgbClr val="C00000"/>
              </a:buClr>
              <a:buSzPts val="2000"/>
            </a:pPr>
            <a:endParaRPr lang="en-US" dirty="0"/>
          </a:p>
          <a:p>
            <a:pPr marL="212725" lvl="0" indent="-249238">
              <a:lnSpc>
                <a:spcPct val="85000"/>
              </a:lnSpc>
              <a:spcBef>
                <a:spcPts val="0"/>
              </a:spcBef>
              <a:spcAft>
                <a:spcPts val="0"/>
              </a:spcAft>
              <a:buClr>
                <a:srgbClr val="C00000"/>
              </a:buClr>
              <a:buSzPts val="2000"/>
              <a:buFont typeface="Arial"/>
              <a:buChar char="»"/>
            </a:pPr>
            <a:r>
              <a:rPr lang="en-US" dirty="0"/>
              <a:t>Camino 1: 1-2-11-12</a:t>
            </a:r>
          </a:p>
          <a:p>
            <a:pPr marL="212725" lvl="0" indent="-249238">
              <a:lnSpc>
                <a:spcPct val="85000"/>
              </a:lnSpc>
              <a:spcBef>
                <a:spcPts val="1300"/>
              </a:spcBef>
              <a:spcAft>
                <a:spcPts val="0"/>
              </a:spcAft>
              <a:buClr>
                <a:srgbClr val="C00000"/>
              </a:buClr>
              <a:buSzPts val="2000"/>
              <a:buFont typeface="Arial"/>
              <a:buChar char="»"/>
            </a:pPr>
            <a:r>
              <a:rPr lang="en-US" dirty="0"/>
              <a:t>Camino 2: 1-2-3-4-9-2-11-12</a:t>
            </a:r>
          </a:p>
          <a:p>
            <a:pPr marL="212725" lvl="0" indent="-249238">
              <a:lnSpc>
                <a:spcPct val="85000"/>
              </a:lnSpc>
              <a:spcBef>
                <a:spcPts val="1300"/>
              </a:spcBef>
              <a:spcAft>
                <a:spcPts val="0"/>
              </a:spcAft>
              <a:buClr>
                <a:srgbClr val="C00000"/>
              </a:buClr>
              <a:buSzPts val="2000"/>
              <a:buFont typeface="Arial"/>
              <a:buChar char="»"/>
            </a:pPr>
            <a:r>
              <a:rPr lang="en-US" dirty="0"/>
              <a:t>Camino 3: 1-2-3-4-9-10-9-2-11-12</a:t>
            </a:r>
          </a:p>
          <a:p>
            <a:pPr marL="212725" lvl="0" indent="-249238">
              <a:lnSpc>
                <a:spcPct val="85000"/>
              </a:lnSpc>
              <a:spcBef>
                <a:spcPts val="1300"/>
              </a:spcBef>
              <a:spcAft>
                <a:spcPts val="0"/>
              </a:spcAft>
              <a:buClr>
                <a:srgbClr val="C00000"/>
              </a:buClr>
              <a:buSzPts val="2000"/>
              <a:buFont typeface="Arial"/>
              <a:buChar char="»"/>
            </a:pPr>
            <a:r>
              <a:rPr lang="en-US" dirty="0"/>
              <a:t>Camino 4: 1-2-3-4-5-9-2-11-12</a:t>
            </a:r>
          </a:p>
          <a:p>
            <a:pPr marL="212725" lvl="0" indent="-249238">
              <a:lnSpc>
                <a:spcPct val="85000"/>
              </a:lnSpc>
              <a:spcBef>
                <a:spcPts val="1300"/>
              </a:spcBef>
              <a:spcAft>
                <a:spcPts val="0"/>
              </a:spcAft>
              <a:buClr>
                <a:srgbClr val="C00000"/>
              </a:buClr>
              <a:buSzPts val="2000"/>
              <a:buFont typeface="Arial"/>
              <a:buChar char="»"/>
            </a:pPr>
            <a:r>
              <a:rPr lang="en-US" dirty="0"/>
              <a:t>Camino 5: 1-2-3-4-5-6-8-4-9-2-11-12</a:t>
            </a:r>
          </a:p>
          <a:p>
            <a:pPr marL="212725" lvl="0" indent="-249238">
              <a:lnSpc>
                <a:spcPct val="85000"/>
              </a:lnSpc>
              <a:spcBef>
                <a:spcPts val="1300"/>
              </a:spcBef>
              <a:spcAft>
                <a:spcPts val="0"/>
              </a:spcAft>
              <a:buClr>
                <a:srgbClr val="C00000"/>
              </a:buClr>
              <a:buSzPts val="2000"/>
              <a:buFont typeface="Arial"/>
              <a:buChar char="»"/>
            </a:pPr>
            <a:r>
              <a:rPr lang="en-US" dirty="0"/>
              <a:t>Camino 6: 1-2-3-4-5-6-7-8-4-9-2-11-12</a:t>
            </a:r>
          </a:p>
          <a:p>
            <a:endParaRPr lang="es-ES" dirty="0"/>
          </a:p>
        </p:txBody>
      </p:sp>
    </p:spTree>
    <p:extLst>
      <p:ext uri="{BB962C8B-B14F-4D97-AF65-F5344CB8AC3E}">
        <p14:creationId xmlns:p14="http://schemas.microsoft.com/office/powerpoint/2010/main" val="2917703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9C87A0B9-1047-93D9-9608-55EF05FCC3DB}"/>
            </a:ext>
          </a:extLst>
        </p:cNvPr>
        <p:cNvGrpSpPr/>
        <p:nvPr/>
      </p:nvGrpSpPr>
      <p:grpSpPr>
        <a:xfrm>
          <a:off x="0" y="0"/>
          <a:ext cx="0" cy="0"/>
          <a:chOff x="0" y="0"/>
          <a:chExt cx="0" cy="0"/>
        </a:xfrm>
      </p:grpSpPr>
      <p:grpSp>
        <p:nvGrpSpPr>
          <p:cNvPr id="4" name="Grupo 3">
            <a:extLst>
              <a:ext uri="{FF2B5EF4-FFF2-40B4-BE49-F238E27FC236}">
                <a16:creationId xmlns:a16="http://schemas.microsoft.com/office/drawing/2014/main" id="{C095D32A-AEB9-3F51-19D5-05B2F2161681}"/>
              </a:ext>
            </a:extLst>
          </p:cNvPr>
          <p:cNvGrpSpPr/>
          <p:nvPr/>
        </p:nvGrpSpPr>
        <p:grpSpPr>
          <a:xfrm>
            <a:off x="3305829" y="2338984"/>
            <a:ext cx="3385516" cy="3988074"/>
            <a:chOff x="5863905" y="1552873"/>
            <a:chExt cx="4403558" cy="4676956"/>
          </a:xfrm>
        </p:grpSpPr>
        <p:pic>
          <p:nvPicPr>
            <p:cNvPr id="5" name="Google Shape;478;p37" descr="Dibujo (1).png">
              <a:extLst>
                <a:ext uri="{FF2B5EF4-FFF2-40B4-BE49-F238E27FC236}">
                  <a16:creationId xmlns:a16="http://schemas.microsoft.com/office/drawing/2014/main" id="{3F3EA4E8-6AC3-0355-931D-224F946829C2}"/>
                </a:ext>
              </a:extLst>
            </p:cNvPr>
            <p:cNvPicPr preferRelativeResize="0"/>
            <p:nvPr/>
          </p:nvPicPr>
          <p:blipFill rotWithShape="1">
            <a:blip r:embed="rId3">
              <a:alphaModFix/>
            </a:blip>
            <a:srcRect/>
            <a:stretch/>
          </p:blipFill>
          <p:spPr>
            <a:xfrm>
              <a:off x="5863905" y="1552873"/>
              <a:ext cx="4214635" cy="4676956"/>
            </a:xfrm>
            <a:prstGeom prst="rect">
              <a:avLst/>
            </a:prstGeom>
            <a:noFill/>
            <a:ln>
              <a:noFill/>
            </a:ln>
          </p:spPr>
        </p:pic>
        <p:cxnSp>
          <p:nvCxnSpPr>
            <p:cNvPr id="6" name="Google Shape;479;p37">
              <a:extLst>
                <a:ext uri="{FF2B5EF4-FFF2-40B4-BE49-F238E27FC236}">
                  <a16:creationId xmlns:a16="http://schemas.microsoft.com/office/drawing/2014/main" id="{1E0E7EEF-FC92-7EC5-7FEA-2CBA622AC8C9}"/>
                </a:ext>
              </a:extLst>
            </p:cNvPr>
            <p:cNvCxnSpPr/>
            <p:nvPr/>
          </p:nvCxnSpPr>
          <p:spPr>
            <a:xfrm>
              <a:off x="9976869" y="3465633"/>
              <a:ext cx="101671" cy="601743"/>
            </a:xfrm>
            <a:prstGeom prst="straightConnector1">
              <a:avLst/>
            </a:prstGeom>
            <a:noFill/>
            <a:ln w="9525" cap="flat" cmpd="sng">
              <a:solidFill>
                <a:srgbClr val="000000"/>
              </a:solidFill>
              <a:prstDash val="solid"/>
              <a:round/>
              <a:headEnd type="none" w="sm" len="sm"/>
              <a:tailEnd type="triangle" w="med" len="med"/>
            </a:ln>
          </p:spPr>
        </p:cxnSp>
        <p:sp>
          <p:nvSpPr>
            <p:cNvPr id="7" name="Google Shape;480;p37">
              <a:extLst>
                <a:ext uri="{FF2B5EF4-FFF2-40B4-BE49-F238E27FC236}">
                  <a16:creationId xmlns:a16="http://schemas.microsoft.com/office/drawing/2014/main" id="{308B5CD6-D503-184D-AC6A-A3845FC7B398}"/>
                </a:ext>
              </a:extLst>
            </p:cNvPr>
            <p:cNvSpPr/>
            <p:nvPr/>
          </p:nvSpPr>
          <p:spPr>
            <a:xfrm flipH="1">
              <a:off x="9856141" y="4091088"/>
              <a:ext cx="411322" cy="380596"/>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0" tIns="45700" rIns="0"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US" sz="900" b="0" i="0" u="none" strike="noStrike" cap="none" dirty="0">
                  <a:solidFill>
                    <a:srgbClr val="000000"/>
                  </a:solidFill>
                  <a:latin typeface="Calibri"/>
                  <a:ea typeface="Calibri"/>
                  <a:cs typeface="Calibri"/>
                  <a:sym typeface="Calibri"/>
                </a:rPr>
                <a:t>  12</a:t>
              </a:r>
              <a:endParaRPr sz="900" b="0" i="0" u="none" strike="noStrike" cap="none" dirty="0">
                <a:solidFill>
                  <a:srgbClr val="000000"/>
                </a:solidFill>
                <a:latin typeface="Arial"/>
                <a:ea typeface="Arial"/>
                <a:cs typeface="Arial"/>
                <a:sym typeface="Arial"/>
              </a:endParaRPr>
            </a:p>
          </p:txBody>
        </p:sp>
      </p:grpSp>
      <p:sp>
        <p:nvSpPr>
          <p:cNvPr id="159" name="Google Shape;159;p4">
            <a:extLst>
              <a:ext uri="{FF2B5EF4-FFF2-40B4-BE49-F238E27FC236}">
                <a16:creationId xmlns:a16="http://schemas.microsoft.com/office/drawing/2014/main" id="{DACE76C4-7259-AA40-693D-0394DB5B119A}"/>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Pruebas de Caja Blanca</a:t>
            </a:r>
            <a:endParaRPr dirty="0"/>
          </a:p>
        </p:txBody>
      </p:sp>
      <p:sp>
        <p:nvSpPr>
          <p:cNvPr id="160" name="Google Shape;160;p4">
            <a:extLst>
              <a:ext uri="{FF2B5EF4-FFF2-40B4-BE49-F238E27FC236}">
                <a16:creationId xmlns:a16="http://schemas.microsoft.com/office/drawing/2014/main" id="{E63945CD-2F39-03FD-27BC-E92601AB2E2E}"/>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AC1C3FA6-6761-3263-0DD3-0B9BFA7A22B8}"/>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2548DF90-0F4A-C8AD-34BD-42CD1EF67831}"/>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40</a:t>
            </a:fld>
            <a:endParaRPr/>
          </a:p>
        </p:txBody>
      </p:sp>
      <p:sp>
        <p:nvSpPr>
          <p:cNvPr id="163" name="Google Shape;163;p4">
            <a:extLst>
              <a:ext uri="{FF2B5EF4-FFF2-40B4-BE49-F238E27FC236}">
                <a16:creationId xmlns:a16="http://schemas.microsoft.com/office/drawing/2014/main" id="{C07CA683-5669-1188-BF0B-7960FDD16CC5}"/>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100000"/>
              </a:lnSpc>
              <a:spcBef>
                <a:spcPts val="0"/>
              </a:spcBef>
              <a:spcAft>
                <a:spcPts val="600"/>
              </a:spcAft>
              <a:buClr>
                <a:srgbClr val="C00000"/>
              </a:buClr>
              <a:buFont typeface="Noto Sans Symbols"/>
              <a:buChar char="❖"/>
            </a:pPr>
            <a:r>
              <a:rPr lang="es-ES" sz="3200" dirty="0">
                <a:solidFill>
                  <a:schemeClr val="dk1"/>
                </a:solidFill>
              </a:rPr>
              <a:t>Prueba del Camino Básico – Ejemplo  </a:t>
            </a:r>
            <a:endParaRPr lang="es-ES" sz="2600" dirty="0">
              <a:solidFill>
                <a:schemeClr val="dk1"/>
              </a:solidFill>
            </a:endParaRPr>
          </a:p>
        </p:txBody>
      </p:sp>
      <p:sp>
        <p:nvSpPr>
          <p:cNvPr id="3" name="CuadroTexto 2">
            <a:extLst>
              <a:ext uri="{FF2B5EF4-FFF2-40B4-BE49-F238E27FC236}">
                <a16:creationId xmlns:a16="http://schemas.microsoft.com/office/drawing/2014/main" id="{C8C86F7E-DDF5-2B22-632C-BA9B224595FF}"/>
              </a:ext>
            </a:extLst>
          </p:cNvPr>
          <p:cNvSpPr txBox="1"/>
          <p:nvPr/>
        </p:nvSpPr>
        <p:spPr>
          <a:xfrm>
            <a:off x="7355855" y="2662214"/>
            <a:ext cx="4929555" cy="2959272"/>
          </a:xfrm>
          <a:prstGeom prst="rect">
            <a:avLst/>
          </a:prstGeom>
          <a:noFill/>
        </p:spPr>
        <p:txBody>
          <a:bodyPr wrap="none" rtlCol="0">
            <a:spAutoFit/>
          </a:bodyPr>
          <a:lstStyle/>
          <a:p>
            <a:pPr lvl="0">
              <a:lnSpc>
                <a:spcPct val="85000"/>
              </a:lnSpc>
              <a:spcBef>
                <a:spcPts val="0"/>
              </a:spcBef>
              <a:spcAft>
                <a:spcPts val="0"/>
              </a:spcAft>
              <a:buClr>
                <a:srgbClr val="C00000"/>
              </a:buClr>
              <a:buSzPts val="2000"/>
            </a:pPr>
            <a:r>
              <a:rPr lang="en-US" b="1" dirty="0"/>
              <a:t>Casos de </a:t>
            </a:r>
            <a:r>
              <a:rPr lang="en-US" b="1" dirty="0" err="1"/>
              <a:t>prueba</a:t>
            </a:r>
            <a:r>
              <a:rPr lang="en-US" b="1" dirty="0"/>
              <a:t>:</a:t>
            </a:r>
          </a:p>
          <a:p>
            <a:pPr lvl="0">
              <a:lnSpc>
                <a:spcPct val="85000"/>
              </a:lnSpc>
              <a:spcBef>
                <a:spcPts val="0"/>
              </a:spcBef>
              <a:spcAft>
                <a:spcPts val="0"/>
              </a:spcAft>
              <a:buClr>
                <a:srgbClr val="C00000"/>
              </a:buClr>
              <a:buSzPts val="2000"/>
            </a:pPr>
            <a:endParaRPr lang="en-US" dirty="0"/>
          </a:p>
          <a:p>
            <a:pPr marL="212725" lvl="0" indent="-249238">
              <a:lnSpc>
                <a:spcPct val="85000"/>
              </a:lnSpc>
              <a:spcBef>
                <a:spcPts val="0"/>
              </a:spcBef>
              <a:spcAft>
                <a:spcPts val="0"/>
              </a:spcAft>
              <a:buClr>
                <a:srgbClr val="C00000"/>
              </a:buClr>
              <a:buSzPts val="2000"/>
              <a:buFont typeface="Arial"/>
              <a:buChar char="»"/>
            </a:pPr>
            <a:r>
              <a:rPr lang="es-ES" dirty="0"/>
              <a:t>Caso de prueba del camino 1: </a:t>
            </a:r>
            <a:r>
              <a:rPr lang="es-ES" dirty="0">
                <a:solidFill>
                  <a:srgbClr val="C00000"/>
                </a:solidFill>
              </a:rPr>
              <a:t>1-2-11-12</a:t>
            </a:r>
          </a:p>
          <a:p>
            <a:pPr marL="265113" lvl="0">
              <a:lnSpc>
                <a:spcPct val="85000"/>
              </a:lnSpc>
              <a:spcBef>
                <a:spcPts val="0"/>
              </a:spcBef>
              <a:spcAft>
                <a:spcPts val="0"/>
              </a:spcAft>
              <a:buClr>
                <a:srgbClr val="C00000"/>
              </a:buClr>
              <a:buSzPts val="2000"/>
            </a:pPr>
            <a:r>
              <a:rPr lang="es-ES" i="1" dirty="0"/>
              <a:t>car= ‘.’</a:t>
            </a:r>
          </a:p>
          <a:p>
            <a:pPr marL="265113" lvl="0">
              <a:lnSpc>
                <a:spcPct val="85000"/>
              </a:lnSpc>
              <a:spcBef>
                <a:spcPts val="0"/>
              </a:spcBef>
              <a:spcAft>
                <a:spcPts val="0"/>
              </a:spcAft>
              <a:buClr>
                <a:srgbClr val="C00000"/>
              </a:buClr>
              <a:buSzPts val="2000"/>
            </a:pPr>
            <a:r>
              <a:rPr lang="es-ES" i="1" dirty="0"/>
              <a:t>resultados esperados: canta = 0, </a:t>
            </a:r>
            <a:r>
              <a:rPr lang="es-ES" i="1" dirty="0" err="1"/>
              <a:t>cantPal</a:t>
            </a:r>
            <a:r>
              <a:rPr lang="es-ES" i="1" dirty="0"/>
              <a:t>=0</a:t>
            </a:r>
          </a:p>
          <a:p>
            <a:pPr marL="265113" lvl="0">
              <a:lnSpc>
                <a:spcPct val="85000"/>
              </a:lnSpc>
              <a:spcBef>
                <a:spcPts val="0"/>
              </a:spcBef>
              <a:spcAft>
                <a:spcPts val="0"/>
              </a:spcAft>
              <a:buClr>
                <a:srgbClr val="C00000"/>
              </a:buClr>
              <a:buSzPts val="2000"/>
            </a:pPr>
            <a:endParaRPr lang="es-ES" dirty="0"/>
          </a:p>
          <a:p>
            <a:pPr marL="212725" lvl="0" indent="-249238">
              <a:lnSpc>
                <a:spcPct val="85000"/>
              </a:lnSpc>
              <a:spcBef>
                <a:spcPts val="0"/>
              </a:spcBef>
              <a:spcAft>
                <a:spcPts val="0"/>
              </a:spcAft>
              <a:buClr>
                <a:srgbClr val="C00000"/>
              </a:buClr>
              <a:buSzPts val="2000"/>
              <a:buFont typeface="Arial"/>
              <a:buChar char="»"/>
            </a:pPr>
            <a:r>
              <a:rPr lang="es-ES" dirty="0"/>
              <a:t>Caso de prueba del camino 2: </a:t>
            </a:r>
            <a:r>
              <a:rPr lang="es-ES" dirty="0">
                <a:solidFill>
                  <a:srgbClr val="C00000"/>
                </a:solidFill>
              </a:rPr>
              <a:t>1-2-3-4-9-2-11-12</a:t>
            </a:r>
          </a:p>
          <a:p>
            <a:pPr marL="265113" lvl="0">
              <a:lnSpc>
                <a:spcPct val="85000"/>
              </a:lnSpc>
              <a:spcBef>
                <a:spcPts val="0"/>
              </a:spcBef>
              <a:spcAft>
                <a:spcPts val="0"/>
              </a:spcAft>
              <a:buClr>
                <a:srgbClr val="C00000"/>
              </a:buClr>
              <a:buSzPts val="2000"/>
            </a:pPr>
            <a:r>
              <a:rPr lang="es-ES" i="1" dirty="0"/>
              <a:t>car= ‘ ’</a:t>
            </a:r>
          </a:p>
          <a:p>
            <a:pPr marL="265113" lvl="0">
              <a:lnSpc>
                <a:spcPct val="85000"/>
              </a:lnSpc>
              <a:spcBef>
                <a:spcPts val="0"/>
              </a:spcBef>
              <a:spcAft>
                <a:spcPts val="0"/>
              </a:spcAft>
              <a:buClr>
                <a:srgbClr val="C00000"/>
              </a:buClr>
              <a:buSzPts val="2000"/>
            </a:pPr>
            <a:r>
              <a:rPr lang="es-ES" i="1" dirty="0"/>
              <a:t>resultados esperados: canta = 0, </a:t>
            </a:r>
            <a:r>
              <a:rPr lang="es-ES" i="1" dirty="0" err="1"/>
              <a:t>cantPal</a:t>
            </a:r>
            <a:r>
              <a:rPr lang="es-ES" i="1" dirty="0"/>
              <a:t>=0</a:t>
            </a:r>
          </a:p>
          <a:p>
            <a:pPr marL="265113" lvl="0">
              <a:lnSpc>
                <a:spcPct val="85000"/>
              </a:lnSpc>
              <a:spcBef>
                <a:spcPts val="0"/>
              </a:spcBef>
              <a:spcAft>
                <a:spcPts val="0"/>
              </a:spcAft>
              <a:buClr>
                <a:srgbClr val="C00000"/>
              </a:buClr>
              <a:buSzPts val="2000"/>
            </a:pPr>
            <a:endParaRPr lang="es-ES" dirty="0"/>
          </a:p>
          <a:p>
            <a:pPr marL="212725" lvl="0" indent="-249238">
              <a:lnSpc>
                <a:spcPct val="85000"/>
              </a:lnSpc>
              <a:spcBef>
                <a:spcPts val="0"/>
              </a:spcBef>
              <a:spcAft>
                <a:spcPts val="0"/>
              </a:spcAft>
              <a:buClr>
                <a:srgbClr val="C00000"/>
              </a:buClr>
              <a:buSzPts val="2000"/>
              <a:buFont typeface="Arial"/>
              <a:buChar char="»"/>
            </a:pPr>
            <a:r>
              <a:rPr lang="es-ES" dirty="0"/>
              <a:t>Caso de prueba del camino …</a:t>
            </a:r>
          </a:p>
          <a:p>
            <a:endParaRPr lang="es-ES" dirty="0"/>
          </a:p>
        </p:txBody>
      </p:sp>
    </p:spTree>
    <p:extLst>
      <p:ext uri="{BB962C8B-B14F-4D97-AF65-F5344CB8AC3E}">
        <p14:creationId xmlns:p14="http://schemas.microsoft.com/office/powerpoint/2010/main" val="2178212747"/>
      </p:ext>
    </p:extLst>
  </p:cSld>
  <p:clrMapOvr>
    <a:masterClrMapping/>
  </p:clrMapOvr>
</p:sld>
</file>

<file path=ppt/theme/theme1.xml><?xml version="1.0" encoding="utf-8"?>
<a:theme xmlns:a="http://schemas.openxmlformats.org/drawingml/2006/main" name="Retrospección">
  <a:themeElements>
    <a:clrScheme name="Naranja rojo">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2026 Clase 1_Comunicacion_SRS.pptx" id="{F39401A9-85DB-4349-A76B-94D95506DA4C}" vid="{1FC3EF6D-30C9-4320-8FF3-A71339F5A8A3}"/>
    </a:ext>
  </a:ext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2026 Ingenieria de software 2</Template>
  <TotalTime>196</TotalTime>
  <Words>2800</Words>
  <Application>Microsoft Office PowerPoint</Application>
  <PresentationFormat>Panorámica</PresentationFormat>
  <Paragraphs>502</Paragraphs>
  <Slides>40</Slides>
  <Notes>40</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40</vt:i4>
      </vt:variant>
    </vt:vector>
  </HeadingPairs>
  <TitlesOfParts>
    <vt:vector size="50" baseType="lpstr">
      <vt:lpstr>Times New Roman</vt:lpstr>
      <vt:lpstr>Arial</vt:lpstr>
      <vt:lpstr>Twentieth Century</vt:lpstr>
      <vt:lpstr>Noto Sans Symbols</vt:lpstr>
      <vt:lpstr>Wingdings</vt:lpstr>
      <vt:lpstr>Calibri</vt:lpstr>
      <vt:lpstr>Verdana</vt:lpstr>
      <vt:lpstr>Noto Sans Symbols2</vt:lpstr>
      <vt:lpstr>Tahoma</vt:lpstr>
      <vt:lpstr>Retrospección</vt:lpstr>
      <vt:lpstr>Ingeniería de Software II</vt:lpstr>
      <vt:lpstr>Contenidos</vt:lpstr>
      <vt:lpstr>Pruebas del Software</vt:lpstr>
      <vt:lpstr>Pruebas del Software</vt:lpstr>
      <vt:lpstr>Tipos de defectos</vt:lpstr>
      <vt:lpstr>Tipos de defectos - Clasificación</vt:lpstr>
      <vt:lpstr>Tipos de defectos – Clasificación ortogonal</vt:lpstr>
      <vt:lpstr>Pruebas del Software</vt:lpstr>
      <vt:lpstr>Pruebas del Software</vt:lpstr>
      <vt:lpstr>Pruebas del Software</vt:lpstr>
      <vt:lpstr>Pruebas del Software</vt:lpstr>
      <vt:lpstr>Pruebas del Software</vt:lpstr>
      <vt:lpstr>Pruebas del Software</vt:lpstr>
      <vt:lpstr>Tipos de Prueba del Software</vt:lpstr>
      <vt:lpstr>Tipos de Prueba</vt:lpstr>
      <vt:lpstr>Tipos de Prueba</vt:lpstr>
      <vt:lpstr>Tipos de Prueba del Software</vt:lpstr>
      <vt:lpstr>Pruebas de Caja Negra</vt:lpstr>
      <vt:lpstr>Pruebas de Caja Negra</vt:lpstr>
      <vt:lpstr>Pruebas de Caja Negra</vt:lpstr>
      <vt:lpstr>Pruebas de Caja Negra</vt:lpstr>
      <vt:lpstr>Pruebas de Caja Negra</vt:lpstr>
      <vt:lpstr>Pruebas de Caja Negra</vt:lpstr>
      <vt:lpstr>Pruebas de Caja Negra</vt:lpstr>
      <vt:lpstr>Tipos de Prueba del Software</vt:lpstr>
      <vt:lpstr>Pruebas de Caja Blanca</vt:lpstr>
      <vt:lpstr>Pruebas de Caja Blanca</vt:lpstr>
      <vt:lpstr>Pruebas de Caja Blanca</vt:lpstr>
      <vt:lpstr>Pruebas de Caja Blanca</vt:lpstr>
      <vt:lpstr>Pruebas de Caja Blanca</vt:lpstr>
      <vt:lpstr>Pruebas de Caja Blanca</vt:lpstr>
      <vt:lpstr>Pruebas de Caja Blanca</vt:lpstr>
      <vt:lpstr>Pruebas de Caja Blanca</vt:lpstr>
      <vt:lpstr>Pruebas de Caja Blanca</vt:lpstr>
      <vt:lpstr>Pruebas de Caja Blanca</vt:lpstr>
      <vt:lpstr>Pruebas de Caja Blanca</vt:lpstr>
      <vt:lpstr>Pruebas de Caja Blanca</vt:lpstr>
      <vt:lpstr>Pruebas de Caja Blanca</vt:lpstr>
      <vt:lpstr>Pruebas de Caja Blanca</vt:lpstr>
      <vt:lpstr>Pruebas de Caja Blanca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Ariel Pasini</dc:creator>
  <cp:lastModifiedBy>Rocio Muñoz</cp:lastModifiedBy>
  <cp:revision>20</cp:revision>
  <dcterms:created xsi:type="dcterms:W3CDTF">2016-02-19T02:46:31Z</dcterms:created>
  <dcterms:modified xsi:type="dcterms:W3CDTF">2026-05-29T14:10:22Z</dcterms:modified>
</cp:coreProperties>
</file>